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601456" y="484631"/>
            <a:ext cx="3590925" cy="76200"/>
          </a:xfrm>
          <a:custGeom>
            <a:avLst/>
            <a:gdLst/>
            <a:ahLst/>
            <a:cxnLst/>
            <a:rect l="l" t="t" r="r" b="b"/>
            <a:pathLst>
              <a:path w="359092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590925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3590925" h="76200">
                <a:moveTo>
                  <a:pt x="359092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3590925" y="44450"/>
                </a:lnTo>
                <a:lnTo>
                  <a:pt x="359092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792979" y="2706623"/>
            <a:ext cx="2606040" cy="2607945"/>
          </a:xfrm>
          <a:custGeom>
            <a:avLst/>
            <a:gdLst/>
            <a:ahLst/>
            <a:cxnLst/>
            <a:rect l="l" t="t" r="r" b="b"/>
            <a:pathLst>
              <a:path w="2606040" h="2607945">
                <a:moveTo>
                  <a:pt x="0" y="1303782"/>
                </a:moveTo>
                <a:lnTo>
                  <a:pt x="1303020" y="0"/>
                </a:lnTo>
                <a:lnTo>
                  <a:pt x="2606040" y="1303782"/>
                </a:lnTo>
                <a:lnTo>
                  <a:pt x="1303020" y="2607564"/>
                </a:lnTo>
                <a:lnTo>
                  <a:pt x="0" y="1303782"/>
                </a:lnTo>
                <a:close/>
              </a:path>
            </a:pathLst>
          </a:custGeom>
          <a:ln w="12700">
            <a:solidFill>
              <a:srgbClr val="11AD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25111" y="1543811"/>
            <a:ext cx="3542029" cy="3542029"/>
          </a:xfrm>
          <a:custGeom>
            <a:avLst/>
            <a:gdLst/>
            <a:ahLst/>
            <a:cxnLst/>
            <a:rect l="l" t="t" r="r" b="b"/>
            <a:pathLst>
              <a:path w="3542029" h="3542029">
                <a:moveTo>
                  <a:pt x="0" y="1770888"/>
                </a:moveTo>
                <a:lnTo>
                  <a:pt x="1770888" y="0"/>
                </a:lnTo>
                <a:lnTo>
                  <a:pt x="3541776" y="1770888"/>
                </a:lnTo>
                <a:lnTo>
                  <a:pt x="1770888" y="3541776"/>
                </a:lnTo>
                <a:lnTo>
                  <a:pt x="0" y="1770888"/>
                </a:lnTo>
                <a:close/>
              </a:path>
            </a:pathLst>
          </a:custGeom>
          <a:ln w="12700">
            <a:solidFill>
              <a:srgbClr val="F59F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23259" y="127203"/>
            <a:ext cx="4745481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3197" y="1454048"/>
            <a:ext cx="11325605" cy="4692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13533" y="4258767"/>
            <a:ext cx="796417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14" b="1">
                <a:solidFill>
                  <a:srgbClr val="FFFFFF"/>
                </a:solidFill>
                <a:latin typeface="Tahoma"/>
                <a:cs typeface="Tahoma"/>
              </a:rPr>
              <a:t>ZOMATO</a:t>
            </a:r>
            <a:r>
              <a:rPr dirty="0" sz="6000" spc="-1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0" spc="-550" b="1">
                <a:solidFill>
                  <a:srgbClr val="FFFFFF"/>
                </a:solidFill>
                <a:latin typeface="Tahoma"/>
                <a:cs typeface="Tahoma"/>
              </a:rPr>
              <a:t>RESTAURANT</a:t>
            </a:r>
            <a:endParaRPr sz="60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18761" y="0"/>
            <a:ext cx="3554729" cy="4223385"/>
            <a:chOff x="4318761" y="0"/>
            <a:chExt cx="3554729" cy="4223385"/>
          </a:xfrm>
        </p:grpSpPr>
        <p:sp>
          <p:nvSpPr>
            <p:cNvPr id="5" name="object 5"/>
            <p:cNvSpPr/>
            <p:nvPr/>
          </p:nvSpPr>
          <p:spPr>
            <a:xfrm>
              <a:off x="4792979" y="0"/>
              <a:ext cx="2606040" cy="1999614"/>
            </a:xfrm>
            <a:custGeom>
              <a:avLst/>
              <a:gdLst/>
              <a:ahLst/>
              <a:cxnLst/>
              <a:rect l="l" t="t" r="r" b="b"/>
              <a:pathLst>
                <a:path w="2606040" h="1999614">
                  <a:moveTo>
                    <a:pt x="0" y="695705"/>
                  </a:moveTo>
                  <a:lnTo>
                    <a:pt x="695299" y="0"/>
                  </a:lnTo>
                </a:path>
                <a:path w="2606040" h="1999614">
                  <a:moveTo>
                    <a:pt x="1910740" y="0"/>
                  </a:moveTo>
                  <a:lnTo>
                    <a:pt x="2606040" y="695705"/>
                  </a:lnTo>
                  <a:lnTo>
                    <a:pt x="1303020" y="1999488"/>
                  </a:lnTo>
                  <a:lnTo>
                    <a:pt x="0" y="695705"/>
                  </a:lnTo>
                </a:path>
              </a:pathLst>
            </a:custGeom>
            <a:ln w="12700">
              <a:solidFill>
                <a:srgbClr val="11AD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325111" y="0"/>
              <a:ext cx="3542029" cy="1771014"/>
            </a:xfrm>
            <a:custGeom>
              <a:avLst/>
              <a:gdLst/>
              <a:ahLst/>
              <a:cxnLst/>
              <a:rect l="l" t="t" r="r" b="b"/>
              <a:pathLst>
                <a:path w="3542029" h="1771014">
                  <a:moveTo>
                    <a:pt x="3541776" y="0"/>
                  </a:moveTo>
                  <a:lnTo>
                    <a:pt x="1770888" y="1770888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F59F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50636" y="3724655"/>
              <a:ext cx="490855" cy="492759"/>
            </a:xfrm>
            <a:custGeom>
              <a:avLst/>
              <a:gdLst/>
              <a:ahLst/>
              <a:cxnLst/>
              <a:rect l="l" t="t" r="r" b="b"/>
              <a:pathLst>
                <a:path w="490854" h="492760">
                  <a:moveTo>
                    <a:pt x="490728" y="8128"/>
                  </a:moveTo>
                  <a:lnTo>
                    <a:pt x="490220" y="6604"/>
                  </a:lnTo>
                  <a:lnTo>
                    <a:pt x="490220" y="4318"/>
                  </a:lnTo>
                  <a:lnTo>
                    <a:pt x="489077" y="3302"/>
                  </a:lnTo>
                  <a:lnTo>
                    <a:pt x="488569" y="2159"/>
                  </a:lnTo>
                  <a:lnTo>
                    <a:pt x="487426" y="1143"/>
                  </a:lnTo>
                  <a:lnTo>
                    <a:pt x="485775" y="508"/>
                  </a:lnTo>
                  <a:lnTo>
                    <a:pt x="484759" y="0"/>
                  </a:lnTo>
                  <a:lnTo>
                    <a:pt x="441833" y="0"/>
                  </a:lnTo>
                  <a:lnTo>
                    <a:pt x="441833" y="57277"/>
                  </a:lnTo>
                  <a:lnTo>
                    <a:pt x="441833" y="270383"/>
                  </a:lnTo>
                  <a:lnTo>
                    <a:pt x="441325" y="272542"/>
                  </a:lnTo>
                  <a:lnTo>
                    <a:pt x="440690" y="273685"/>
                  </a:lnTo>
                  <a:lnTo>
                    <a:pt x="440182" y="275336"/>
                  </a:lnTo>
                  <a:lnTo>
                    <a:pt x="439039" y="276352"/>
                  </a:lnTo>
                  <a:lnTo>
                    <a:pt x="438023" y="277495"/>
                  </a:lnTo>
                  <a:lnTo>
                    <a:pt x="436880" y="278003"/>
                  </a:lnTo>
                  <a:lnTo>
                    <a:pt x="434721" y="278511"/>
                  </a:lnTo>
                  <a:lnTo>
                    <a:pt x="55372" y="278511"/>
                  </a:lnTo>
                  <a:lnTo>
                    <a:pt x="53848" y="278003"/>
                  </a:lnTo>
                  <a:lnTo>
                    <a:pt x="52705" y="277495"/>
                  </a:lnTo>
                  <a:lnTo>
                    <a:pt x="51689" y="276352"/>
                  </a:lnTo>
                  <a:lnTo>
                    <a:pt x="50546" y="275336"/>
                  </a:lnTo>
                  <a:lnTo>
                    <a:pt x="50038" y="273685"/>
                  </a:lnTo>
                  <a:lnTo>
                    <a:pt x="48895" y="272542"/>
                  </a:lnTo>
                  <a:lnTo>
                    <a:pt x="48895" y="175628"/>
                  </a:lnTo>
                  <a:lnTo>
                    <a:pt x="49911" y="177546"/>
                  </a:lnTo>
                  <a:lnTo>
                    <a:pt x="50419" y="178689"/>
                  </a:lnTo>
                  <a:lnTo>
                    <a:pt x="51435" y="179832"/>
                  </a:lnTo>
                  <a:lnTo>
                    <a:pt x="52578" y="180848"/>
                  </a:lnTo>
                  <a:lnTo>
                    <a:pt x="53594" y="181991"/>
                  </a:lnTo>
                  <a:lnTo>
                    <a:pt x="55245" y="181991"/>
                  </a:lnTo>
                  <a:lnTo>
                    <a:pt x="56896" y="182499"/>
                  </a:lnTo>
                  <a:lnTo>
                    <a:pt x="130683" y="182499"/>
                  </a:lnTo>
                  <a:lnTo>
                    <a:pt x="133985" y="181483"/>
                  </a:lnTo>
                  <a:lnTo>
                    <a:pt x="135001" y="180848"/>
                  </a:lnTo>
                  <a:lnTo>
                    <a:pt x="136144" y="179832"/>
                  </a:lnTo>
                  <a:lnTo>
                    <a:pt x="173609" y="140589"/>
                  </a:lnTo>
                  <a:lnTo>
                    <a:pt x="204978" y="219075"/>
                  </a:lnTo>
                  <a:lnTo>
                    <a:pt x="205613" y="220726"/>
                  </a:lnTo>
                  <a:lnTo>
                    <a:pt x="207137" y="222377"/>
                  </a:lnTo>
                  <a:lnTo>
                    <a:pt x="210947" y="224028"/>
                  </a:lnTo>
                  <a:lnTo>
                    <a:pt x="213741" y="224028"/>
                  </a:lnTo>
                  <a:lnTo>
                    <a:pt x="215392" y="223520"/>
                  </a:lnTo>
                  <a:lnTo>
                    <a:pt x="216408" y="222377"/>
                  </a:lnTo>
                  <a:lnTo>
                    <a:pt x="218567" y="221869"/>
                  </a:lnTo>
                  <a:lnTo>
                    <a:pt x="238544" y="201295"/>
                  </a:lnTo>
                  <a:lnTo>
                    <a:pt x="269621" y="169291"/>
                  </a:lnTo>
                  <a:lnTo>
                    <a:pt x="304292" y="204724"/>
                  </a:lnTo>
                  <a:lnTo>
                    <a:pt x="305435" y="205740"/>
                  </a:lnTo>
                  <a:lnTo>
                    <a:pt x="307594" y="206883"/>
                  </a:lnTo>
                  <a:lnTo>
                    <a:pt x="309245" y="207391"/>
                  </a:lnTo>
                  <a:lnTo>
                    <a:pt x="310769" y="207391"/>
                  </a:lnTo>
                  <a:lnTo>
                    <a:pt x="312420" y="206883"/>
                  </a:lnTo>
                  <a:lnTo>
                    <a:pt x="313563" y="206375"/>
                  </a:lnTo>
                  <a:lnTo>
                    <a:pt x="315722" y="205740"/>
                  </a:lnTo>
                  <a:lnTo>
                    <a:pt x="316738" y="204724"/>
                  </a:lnTo>
                  <a:lnTo>
                    <a:pt x="330923" y="186944"/>
                  </a:lnTo>
                  <a:lnTo>
                    <a:pt x="390017" y="112903"/>
                  </a:lnTo>
                  <a:lnTo>
                    <a:pt x="391160" y="111760"/>
                  </a:lnTo>
                  <a:lnTo>
                    <a:pt x="391668" y="109601"/>
                  </a:lnTo>
                  <a:lnTo>
                    <a:pt x="391668" y="105156"/>
                  </a:lnTo>
                  <a:lnTo>
                    <a:pt x="385699" y="99568"/>
                  </a:lnTo>
                  <a:lnTo>
                    <a:pt x="384556" y="99060"/>
                  </a:lnTo>
                  <a:lnTo>
                    <a:pt x="383032" y="99060"/>
                  </a:lnTo>
                  <a:lnTo>
                    <a:pt x="381381" y="99568"/>
                  </a:lnTo>
                  <a:lnTo>
                    <a:pt x="380238" y="100203"/>
                  </a:lnTo>
                  <a:lnTo>
                    <a:pt x="378079" y="100711"/>
                  </a:lnTo>
                  <a:lnTo>
                    <a:pt x="377063" y="101854"/>
                  </a:lnTo>
                  <a:lnTo>
                    <a:pt x="309753" y="186944"/>
                  </a:lnTo>
                  <a:lnTo>
                    <a:pt x="292671" y="169291"/>
                  </a:lnTo>
                  <a:lnTo>
                    <a:pt x="275590" y="151638"/>
                  </a:lnTo>
                  <a:lnTo>
                    <a:pt x="272288" y="149352"/>
                  </a:lnTo>
                  <a:lnTo>
                    <a:pt x="270637" y="149352"/>
                  </a:lnTo>
                  <a:lnTo>
                    <a:pt x="269621" y="148844"/>
                  </a:lnTo>
                  <a:lnTo>
                    <a:pt x="267970" y="149352"/>
                  </a:lnTo>
                  <a:lnTo>
                    <a:pt x="265811" y="149352"/>
                  </a:lnTo>
                  <a:lnTo>
                    <a:pt x="264668" y="150495"/>
                  </a:lnTo>
                  <a:lnTo>
                    <a:pt x="263652" y="151638"/>
                  </a:lnTo>
                  <a:lnTo>
                    <a:pt x="215392" y="201295"/>
                  </a:lnTo>
                  <a:lnTo>
                    <a:pt x="191185" y="140589"/>
                  </a:lnTo>
                  <a:lnTo>
                    <a:pt x="183896" y="122301"/>
                  </a:lnTo>
                  <a:lnTo>
                    <a:pt x="182753" y="120650"/>
                  </a:lnTo>
                  <a:lnTo>
                    <a:pt x="181102" y="118999"/>
                  </a:lnTo>
                  <a:lnTo>
                    <a:pt x="180086" y="117856"/>
                  </a:lnTo>
                  <a:lnTo>
                    <a:pt x="177292" y="117348"/>
                  </a:lnTo>
                  <a:lnTo>
                    <a:pt x="173609" y="117348"/>
                  </a:lnTo>
                  <a:lnTo>
                    <a:pt x="171958" y="118364"/>
                  </a:lnTo>
                  <a:lnTo>
                    <a:pt x="170307" y="120015"/>
                  </a:lnTo>
                  <a:lnTo>
                    <a:pt x="126873" y="165989"/>
                  </a:lnTo>
                  <a:lnTo>
                    <a:pt x="55245" y="165989"/>
                  </a:lnTo>
                  <a:lnTo>
                    <a:pt x="53594" y="166497"/>
                  </a:lnTo>
                  <a:lnTo>
                    <a:pt x="52578" y="167132"/>
                  </a:lnTo>
                  <a:lnTo>
                    <a:pt x="51435" y="168783"/>
                  </a:lnTo>
                  <a:lnTo>
                    <a:pt x="50419" y="169799"/>
                  </a:lnTo>
                  <a:lnTo>
                    <a:pt x="49911" y="170942"/>
                  </a:lnTo>
                  <a:lnTo>
                    <a:pt x="48895" y="172415"/>
                  </a:lnTo>
                  <a:lnTo>
                    <a:pt x="48895" y="55626"/>
                  </a:lnTo>
                  <a:lnTo>
                    <a:pt x="50038" y="54483"/>
                  </a:lnTo>
                  <a:lnTo>
                    <a:pt x="50546" y="52324"/>
                  </a:lnTo>
                  <a:lnTo>
                    <a:pt x="52705" y="50165"/>
                  </a:lnTo>
                  <a:lnTo>
                    <a:pt x="53848" y="49657"/>
                  </a:lnTo>
                  <a:lnTo>
                    <a:pt x="55372" y="49022"/>
                  </a:lnTo>
                  <a:lnTo>
                    <a:pt x="434721" y="49022"/>
                  </a:lnTo>
                  <a:lnTo>
                    <a:pt x="436880" y="49657"/>
                  </a:lnTo>
                  <a:lnTo>
                    <a:pt x="438023" y="50165"/>
                  </a:lnTo>
                  <a:lnTo>
                    <a:pt x="440182" y="52324"/>
                  </a:lnTo>
                  <a:lnTo>
                    <a:pt x="440690" y="54483"/>
                  </a:lnTo>
                  <a:lnTo>
                    <a:pt x="441325" y="55626"/>
                  </a:lnTo>
                  <a:lnTo>
                    <a:pt x="441833" y="57277"/>
                  </a:lnTo>
                  <a:lnTo>
                    <a:pt x="441833" y="0"/>
                  </a:lnTo>
                  <a:lnTo>
                    <a:pt x="6477" y="0"/>
                  </a:lnTo>
                  <a:lnTo>
                    <a:pt x="4953" y="508"/>
                  </a:lnTo>
                  <a:lnTo>
                    <a:pt x="3810" y="1143"/>
                  </a:lnTo>
                  <a:lnTo>
                    <a:pt x="2667" y="2159"/>
                  </a:lnTo>
                  <a:lnTo>
                    <a:pt x="1143" y="3302"/>
                  </a:lnTo>
                  <a:lnTo>
                    <a:pt x="508" y="4318"/>
                  </a:lnTo>
                  <a:lnTo>
                    <a:pt x="0" y="6604"/>
                  </a:lnTo>
                  <a:lnTo>
                    <a:pt x="0" y="321564"/>
                  </a:lnTo>
                  <a:lnTo>
                    <a:pt x="508" y="323215"/>
                  </a:lnTo>
                  <a:lnTo>
                    <a:pt x="1143" y="324358"/>
                  </a:lnTo>
                  <a:lnTo>
                    <a:pt x="2667" y="325501"/>
                  </a:lnTo>
                  <a:lnTo>
                    <a:pt x="3810" y="326517"/>
                  </a:lnTo>
                  <a:lnTo>
                    <a:pt x="4953" y="327660"/>
                  </a:lnTo>
                  <a:lnTo>
                    <a:pt x="6477" y="328168"/>
                  </a:lnTo>
                  <a:lnTo>
                    <a:pt x="237490" y="328168"/>
                  </a:lnTo>
                  <a:lnTo>
                    <a:pt x="237490" y="382143"/>
                  </a:lnTo>
                  <a:lnTo>
                    <a:pt x="141351" y="478028"/>
                  </a:lnTo>
                  <a:lnTo>
                    <a:pt x="140716" y="479171"/>
                  </a:lnTo>
                  <a:lnTo>
                    <a:pt x="139700" y="481330"/>
                  </a:lnTo>
                  <a:lnTo>
                    <a:pt x="139065" y="482473"/>
                  </a:lnTo>
                  <a:lnTo>
                    <a:pt x="139065" y="485648"/>
                  </a:lnTo>
                  <a:lnTo>
                    <a:pt x="139700" y="486791"/>
                  </a:lnTo>
                  <a:lnTo>
                    <a:pt x="140716" y="488950"/>
                  </a:lnTo>
                  <a:lnTo>
                    <a:pt x="141351" y="490093"/>
                  </a:lnTo>
                  <a:lnTo>
                    <a:pt x="142875" y="491109"/>
                  </a:lnTo>
                  <a:lnTo>
                    <a:pt x="144018" y="491744"/>
                  </a:lnTo>
                  <a:lnTo>
                    <a:pt x="145669" y="492252"/>
                  </a:lnTo>
                  <a:lnTo>
                    <a:pt x="148844" y="492252"/>
                  </a:lnTo>
                  <a:lnTo>
                    <a:pt x="150495" y="491744"/>
                  </a:lnTo>
                  <a:lnTo>
                    <a:pt x="151638" y="491109"/>
                  </a:lnTo>
                  <a:lnTo>
                    <a:pt x="245618" y="396875"/>
                  </a:lnTo>
                  <a:lnTo>
                    <a:pt x="337439" y="490093"/>
                  </a:lnTo>
                  <a:lnTo>
                    <a:pt x="338582" y="491109"/>
                  </a:lnTo>
                  <a:lnTo>
                    <a:pt x="340741" y="491744"/>
                  </a:lnTo>
                  <a:lnTo>
                    <a:pt x="341884" y="492252"/>
                  </a:lnTo>
                  <a:lnTo>
                    <a:pt x="345059" y="492252"/>
                  </a:lnTo>
                  <a:lnTo>
                    <a:pt x="346202" y="491744"/>
                  </a:lnTo>
                  <a:lnTo>
                    <a:pt x="348361" y="491109"/>
                  </a:lnTo>
                  <a:lnTo>
                    <a:pt x="350520" y="488950"/>
                  </a:lnTo>
                  <a:lnTo>
                    <a:pt x="351028" y="486791"/>
                  </a:lnTo>
                  <a:lnTo>
                    <a:pt x="351663" y="485648"/>
                  </a:lnTo>
                  <a:lnTo>
                    <a:pt x="351663" y="482473"/>
                  </a:lnTo>
                  <a:lnTo>
                    <a:pt x="351028" y="481330"/>
                  </a:lnTo>
                  <a:lnTo>
                    <a:pt x="350520" y="479171"/>
                  </a:lnTo>
                  <a:lnTo>
                    <a:pt x="268427" y="396875"/>
                  </a:lnTo>
                  <a:lnTo>
                    <a:pt x="253746" y="382143"/>
                  </a:lnTo>
                  <a:lnTo>
                    <a:pt x="253746" y="328168"/>
                  </a:lnTo>
                  <a:lnTo>
                    <a:pt x="484759" y="328168"/>
                  </a:lnTo>
                  <a:lnTo>
                    <a:pt x="485775" y="327660"/>
                  </a:lnTo>
                  <a:lnTo>
                    <a:pt x="487426" y="326517"/>
                  </a:lnTo>
                  <a:lnTo>
                    <a:pt x="488569" y="325501"/>
                  </a:lnTo>
                  <a:lnTo>
                    <a:pt x="489077" y="324358"/>
                  </a:lnTo>
                  <a:lnTo>
                    <a:pt x="490220" y="323215"/>
                  </a:lnTo>
                  <a:lnTo>
                    <a:pt x="490220" y="321564"/>
                  </a:lnTo>
                  <a:lnTo>
                    <a:pt x="490728" y="320040"/>
                  </a:lnTo>
                  <a:lnTo>
                    <a:pt x="490728" y="278511"/>
                  </a:lnTo>
                  <a:lnTo>
                    <a:pt x="490728" y="49022"/>
                  </a:lnTo>
                  <a:lnTo>
                    <a:pt x="490728" y="81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943983" y="5115864"/>
            <a:ext cx="5433695" cy="1342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95">
                <a:solidFill>
                  <a:srgbClr val="F59F25"/>
                </a:solidFill>
                <a:latin typeface="Verdana"/>
                <a:cs typeface="Verdana"/>
              </a:rPr>
              <a:t>ANALYSIS</a:t>
            </a:r>
            <a:endParaRPr sz="4000">
              <a:latin typeface="Verdana"/>
              <a:cs typeface="Verdana"/>
            </a:endParaRPr>
          </a:p>
          <a:p>
            <a:pPr marL="2790190">
              <a:lnSpc>
                <a:spcPct val="100000"/>
              </a:lnSpc>
              <a:spcBef>
                <a:spcPts val="2210"/>
              </a:spcBef>
            </a:pPr>
            <a:r>
              <a:rPr dirty="0" sz="2800" spc="-65">
                <a:solidFill>
                  <a:srgbClr val="FFFFFF"/>
                </a:solidFill>
                <a:latin typeface="Segoe UI Light"/>
                <a:cs typeface="Segoe UI Light"/>
              </a:rPr>
              <a:t>BY</a:t>
            </a:r>
            <a:r>
              <a:rPr dirty="0" sz="2800" spc="-6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Segoe UI Light"/>
                <a:cs typeface="Segoe UI Light"/>
              </a:rPr>
              <a:t>SUPARTH</a:t>
            </a:r>
            <a:r>
              <a:rPr dirty="0" sz="2800" spc="-8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2800" spc="-15">
                <a:solidFill>
                  <a:srgbClr val="FFFFFF"/>
                </a:solidFill>
                <a:latin typeface="Segoe UI Light"/>
                <a:cs typeface="Segoe UI Light"/>
              </a:rPr>
              <a:t>JAIN</a:t>
            </a:r>
            <a:endParaRPr sz="28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11752" y="1720595"/>
            <a:ext cx="3968750" cy="3968750"/>
          </a:xfrm>
          <a:custGeom>
            <a:avLst/>
            <a:gdLst/>
            <a:ahLst/>
            <a:cxnLst/>
            <a:rect l="l" t="t" r="r" b="b"/>
            <a:pathLst>
              <a:path w="3968750" h="3968750">
                <a:moveTo>
                  <a:pt x="0" y="1984247"/>
                </a:moveTo>
                <a:lnTo>
                  <a:pt x="574" y="1936037"/>
                </a:lnTo>
                <a:lnTo>
                  <a:pt x="2288" y="1888108"/>
                </a:lnTo>
                <a:lnTo>
                  <a:pt x="5128" y="1840474"/>
                </a:lnTo>
                <a:lnTo>
                  <a:pt x="9083" y="1793149"/>
                </a:lnTo>
                <a:lnTo>
                  <a:pt x="14138" y="1746145"/>
                </a:lnTo>
                <a:lnTo>
                  <a:pt x="20281" y="1699475"/>
                </a:lnTo>
                <a:lnTo>
                  <a:pt x="27499" y="1653153"/>
                </a:lnTo>
                <a:lnTo>
                  <a:pt x="35778" y="1607191"/>
                </a:lnTo>
                <a:lnTo>
                  <a:pt x="45106" y="1561601"/>
                </a:lnTo>
                <a:lnTo>
                  <a:pt x="55470" y="1516399"/>
                </a:lnTo>
                <a:lnTo>
                  <a:pt x="66857" y="1471595"/>
                </a:lnTo>
                <a:lnTo>
                  <a:pt x="79254" y="1427203"/>
                </a:lnTo>
                <a:lnTo>
                  <a:pt x="92647" y="1383237"/>
                </a:lnTo>
                <a:lnTo>
                  <a:pt x="107025" y="1339709"/>
                </a:lnTo>
                <a:lnTo>
                  <a:pt x="122373" y="1296632"/>
                </a:lnTo>
                <a:lnTo>
                  <a:pt x="138679" y="1254019"/>
                </a:lnTo>
                <a:lnTo>
                  <a:pt x="155930" y="1211883"/>
                </a:lnTo>
                <a:lnTo>
                  <a:pt x="174112" y="1170238"/>
                </a:lnTo>
                <a:lnTo>
                  <a:pt x="193214" y="1129095"/>
                </a:lnTo>
                <a:lnTo>
                  <a:pt x="213221" y="1088469"/>
                </a:lnTo>
                <a:lnTo>
                  <a:pt x="234122" y="1048371"/>
                </a:lnTo>
                <a:lnTo>
                  <a:pt x="255902" y="1008816"/>
                </a:lnTo>
                <a:lnTo>
                  <a:pt x="278549" y="969816"/>
                </a:lnTo>
                <a:lnTo>
                  <a:pt x="302050" y="931384"/>
                </a:lnTo>
                <a:lnTo>
                  <a:pt x="326392" y="893533"/>
                </a:lnTo>
                <a:lnTo>
                  <a:pt x="351562" y="856276"/>
                </a:lnTo>
                <a:lnTo>
                  <a:pt x="377547" y="819627"/>
                </a:lnTo>
                <a:lnTo>
                  <a:pt x="404334" y="783597"/>
                </a:lnTo>
                <a:lnTo>
                  <a:pt x="431909" y="748200"/>
                </a:lnTo>
                <a:lnTo>
                  <a:pt x="460261" y="713450"/>
                </a:lnTo>
                <a:lnTo>
                  <a:pt x="489376" y="679358"/>
                </a:lnTo>
                <a:lnTo>
                  <a:pt x="519240" y="645939"/>
                </a:lnTo>
                <a:lnTo>
                  <a:pt x="549842" y="613204"/>
                </a:lnTo>
                <a:lnTo>
                  <a:pt x="581167" y="581167"/>
                </a:lnTo>
                <a:lnTo>
                  <a:pt x="613204" y="549842"/>
                </a:lnTo>
                <a:lnTo>
                  <a:pt x="645939" y="519240"/>
                </a:lnTo>
                <a:lnTo>
                  <a:pt x="679358" y="489376"/>
                </a:lnTo>
                <a:lnTo>
                  <a:pt x="713450" y="460261"/>
                </a:lnTo>
                <a:lnTo>
                  <a:pt x="748200" y="431909"/>
                </a:lnTo>
                <a:lnTo>
                  <a:pt x="783597" y="404334"/>
                </a:lnTo>
                <a:lnTo>
                  <a:pt x="819627" y="377547"/>
                </a:lnTo>
                <a:lnTo>
                  <a:pt x="856276" y="351562"/>
                </a:lnTo>
                <a:lnTo>
                  <a:pt x="893533" y="326392"/>
                </a:lnTo>
                <a:lnTo>
                  <a:pt x="931384" y="302050"/>
                </a:lnTo>
                <a:lnTo>
                  <a:pt x="969816" y="278549"/>
                </a:lnTo>
                <a:lnTo>
                  <a:pt x="1008816" y="255902"/>
                </a:lnTo>
                <a:lnTo>
                  <a:pt x="1048371" y="234122"/>
                </a:lnTo>
                <a:lnTo>
                  <a:pt x="1088469" y="213221"/>
                </a:lnTo>
                <a:lnTo>
                  <a:pt x="1129095" y="193214"/>
                </a:lnTo>
                <a:lnTo>
                  <a:pt x="1170238" y="174112"/>
                </a:lnTo>
                <a:lnTo>
                  <a:pt x="1211883" y="155930"/>
                </a:lnTo>
                <a:lnTo>
                  <a:pt x="1254019" y="138679"/>
                </a:lnTo>
                <a:lnTo>
                  <a:pt x="1296632" y="122373"/>
                </a:lnTo>
                <a:lnTo>
                  <a:pt x="1339709" y="107025"/>
                </a:lnTo>
                <a:lnTo>
                  <a:pt x="1383237" y="92647"/>
                </a:lnTo>
                <a:lnTo>
                  <a:pt x="1427203" y="79254"/>
                </a:lnTo>
                <a:lnTo>
                  <a:pt x="1471595" y="66857"/>
                </a:lnTo>
                <a:lnTo>
                  <a:pt x="1516399" y="55470"/>
                </a:lnTo>
                <a:lnTo>
                  <a:pt x="1561601" y="45106"/>
                </a:lnTo>
                <a:lnTo>
                  <a:pt x="1607191" y="35778"/>
                </a:lnTo>
                <a:lnTo>
                  <a:pt x="1653153" y="27499"/>
                </a:lnTo>
                <a:lnTo>
                  <a:pt x="1699475" y="20281"/>
                </a:lnTo>
                <a:lnTo>
                  <a:pt x="1746145" y="14138"/>
                </a:lnTo>
                <a:lnTo>
                  <a:pt x="1793149" y="9083"/>
                </a:lnTo>
                <a:lnTo>
                  <a:pt x="1840474" y="5128"/>
                </a:lnTo>
                <a:lnTo>
                  <a:pt x="1888108" y="2288"/>
                </a:lnTo>
                <a:lnTo>
                  <a:pt x="1936037" y="574"/>
                </a:lnTo>
                <a:lnTo>
                  <a:pt x="1984248" y="0"/>
                </a:lnTo>
                <a:lnTo>
                  <a:pt x="2032458" y="574"/>
                </a:lnTo>
                <a:lnTo>
                  <a:pt x="2080387" y="2288"/>
                </a:lnTo>
                <a:lnTo>
                  <a:pt x="2128021" y="5128"/>
                </a:lnTo>
                <a:lnTo>
                  <a:pt x="2175346" y="9083"/>
                </a:lnTo>
                <a:lnTo>
                  <a:pt x="2222350" y="14138"/>
                </a:lnTo>
                <a:lnTo>
                  <a:pt x="2269020" y="20281"/>
                </a:lnTo>
                <a:lnTo>
                  <a:pt x="2315342" y="27499"/>
                </a:lnTo>
                <a:lnTo>
                  <a:pt x="2361304" y="35778"/>
                </a:lnTo>
                <a:lnTo>
                  <a:pt x="2406894" y="45106"/>
                </a:lnTo>
                <a:lnTo>
                  <a:pt x="2452096" y="55470"/>
                </a:lnTo>
                <a:lnTo>
                  <a:pt x="2496900" y="66857"/>
                </a:lnTo>
                <a:lnTo>
                  <a:pt x="2541292" y="79254"/>
                </a:lnTo>
                <a:lnTo>
                  <a:pt x="2585258" y="92647"/>
                </a:lnTo>
                <a:lnTo>
                  <a:pt x="2628786" y="107025"/>
                </a:lnTo>
                <a:lnTo>
                  <a:pt x="2671863" y="122373"/>
                </a:lnTo>
                <a:lnTo>
                  <a:pt x="2714476" y="138679"/>
                </a:lnTo>
                <a:lnTo>
                  <a:pt x="2756612" y="155930"/>
                </a:lnTo>
                <a:lnTo>
                  <a:pt x="2798257" y="174112"/>
                </a:lnTo>
                <a:lnTo>
                  <a:pt x="2839400" y="193214"/>
                </a:lnTo>
                <a:lnTo>
                  <a:pt x="2880026" y="213221"/>
                </a:lnTo>
                <a:lnTo>
                  <a:pt x="2920124" y="234122"/>
                </a:lnTo>
                <a:lnTo>
                  <a:pt x="2959679" y="255902"/>
                </a:lnTo>
                <a:lnTo>
                  <a:pt x="2998679" y="278549"/>
                </a:lnTo>
                <a:lnTo>
                  <a:pt x="3037111" y="302050"/>
                </a:lnTo>
                <a:lnTo>
                  <a:pt x="3074962" y="326392"/>
                </a:lnTo>
                <a:lnTo>
                  <a:pt x="3112219" y="351562"/>
                </a:lnTo>
                <a:lnTo>
                  <a:pt x="3148868" y="377547"/>
                </a:lnTo>
                <a:lnTo>
                  <a:pt x="3184898" y="404334"/>
                </a:lnTo>
                <a:lnTo>
                  <a:pt x="3220295" y="431909"/>
                </a:lnTo>
                <a:lnTo>
                  <a:pt x="3255045" y="460261"/>
                </a:lnTo>
                <a:lnTo>
                  <a:pt x="3289137" y="489376"/>
                </a:lnTo>
                <a:lnTo>
                  <a:pt x="3322556" y="519240"/>
                </a:lnTo>
                <a:lnTo>
                  <a:pt x="3355291" y="549842"/>
                </a:lnTo>
                <a:lnTo>
                  <a:pt x="3387328" y="581167"/>
                </a:lnTo>
                <a:lnTo>
                  <a:pt x="3418653" y="613204"/>
                </a:lnTo>
                <a:lnTo>
                  <a:pt x="3449255" y="645939"/>
                </a:lnTo>
                <a:lnTo>
                  <a:pt x="3479119" y="679358"/>
                </a:lnTo>
                <a:lnTo>
                  <a:pt x="3508234" y="713450"/>
                </a:lnTo>
                <a:lnTo>
                  <a:pt x="3536586" y="748200"/>
                </a:lnTo>
                <a:lnTo>
                  <a:pt x="3564161" y="783597"/>
                </a:lnTo>
                <a:lnTo>
                  <a:pt x="3590948" y="819627"/>
                </a:lnTo>
                <a:lnTo>
                  <a:pt x="3616933" y="856276"/>
                </a:lnTo>
                <a:lnTo>
                  <a:pt x="3642103" y="893533"/>
                </a:lnTo>
                <a:lnTo>
                  <a:pt x="3666445" y="931384"/>
                </a:lnTo>
                <a:lnTo>
                  <a:pt x="3689946" y="969816"/>
                </a:lnTo>
                <a:lnTo>
                  <a:pt x="3712593" y="1008816"/>
                </a:lnTo>
                <a:lnTo>
                  <a:pt x="3734373" y="1048371"/>
                </a:lnTo>
                <a:lnTo>
                  <a:pt x="3755274" y="1088469"/>
                </a:lnTo>
                <a:lnTo>
                  <a:pt x="3775281" y="1129095"/>
                </a:lnTo>
                <a:lnTo>
                  <a:pt x="3794383" y="1170238"/>
                </a:lnTo>
                <a:lnTo>
                  <a:pt x="3812565" y="1211883"/>
                </a:lnTo>
                <a:lnTo>
                  <a:pt x="3829816" y="1254019"/>
                </a:lnTo>
                <a:lnTo>
                  <a:pt x="3846122" y="1296632"/>
                </a:lnTo>
                <a:lnTo>
                  <a:pt x="3861470" y="1339709"/>
                </a:lnTo>
                <a:lnTo>
                  <a:pt x="3875848" y="1383237"/>
                </a:lnTo>
                <a:lnTo>
                  <a:pt x="3889241" y="1427203"/>
                </a:lnTo>
                <a:lnTo>
                  <a:pt x="3901638" y="1471595"/>
                </a:lnTo>
                <a:lnTo>
                  <a:pt x="3913025" y="1516399"/>
                </a:lnTo>
                <a:lnTo>
                  <a:pt x="3923389" y="1561601"/>
                </a:lnTo>
                <a:lnTo>
                  <a:pt x="3932717" y="1607191"/>
                </a:lnTo>
                <a:lnTo>
                  <a:pt x="3940996" y="1653153"/>
                </a:lnTo>
                <a:lnTo>
                  <a:pt x="3948214" y="1699475"/>
                </a:lnTo>
                <a:lnTo>
                  <a:pt x="3954357" y="1746145"/>
                </a:lnTo>
                <a:lnTo>
                  <a:pt x="3959412" y="1793149"/>
                </a:lnTo>
                <a:lnTo>
                  <a:pt x="3963367" y="1840474"/>
                </a:lnTo>
                <a:lnTo>
                  <a:pt x="3966207" y="1888108"/>
                </a:lnTo>
                <a:lnTo>
                  <a:pt x="3967921" y="1936037"/>
                </a:lnTo>
                <a:lnTo>
                  <a:pt x="3968496" y="1984247"/>
                </a:lnTo>
                <a:lnTo>
                  <a:pt x="3967921" y="2032458"/>
                </a:lnTo>
                <a:lnTo>
                  <a:pt x="3966207" y="2080387"/>
                </a:lnTo>
                <a:lnTo>
                  <a:pt x="3963367" y="2128021"/>
                </a:lnTo>
                <a:lnTo>
                  <a:pt x="3959412" y="2175346"/>
                </a:lnTo>
                <a:lnTo>
                  <a:pt x="3954357" y="2222350"/>
                </a:lnTo>
                <a:lnTo>
                  <a:pt x="3948214" y="2269020"/>
                </a:lnTo>
                <a:lnTo>
                  <a:pt x="3940996" y="2315342"/>
                </a:lnTo>
                <a:lnTo>
                  <a:pt x="3932717" y="2361304"/>
                </a:lnTo>
                <a:lnTo>
                  <a:pt x="3923389" y="2406894"/>
                </a:lnTo>
                <a:lnTo>
                  <a:pt x="3913025" y="2452096"/>
                </a:lnTo>
                <a:lnTo>
                  <a:pt x="3901638" y="2496900"/>
                </a:lnTo>
                <a:lnTo>
                  <a:pt x="3889241" y="2541292"/>
                </a:lnTo>
                <a:lnTo>
                  <a:pt x="3875848" y="2585258"/>
                </a:lnTo>
                <a:lnTo>
                  <a:pt x="3861470" y="2628786"/>
                </a:lnTo>
                <a:lnTo>
                  <a:pt x="3846122" y="2671863"/>
                </a:lnTo>
                <a:lnTo>
                  <a:pt x="3829816" y="2714476"/>
                </a:lnTo>
                <a:lnTo>
                  <a:pt x="3812565" y="2756612"/>
                </a:lnTo>
                <a:lnTo>
                  <a:pt x="3794383" y="2798257"/>
                </a:lnTo>
                <a:lnTo>
                  <a:pt x="3775281" y="2839400"/>
                </a:lnTo>
                <a:lnTo>
                  <a:pt x="3755274" y="2880026"/>
                </a:lnTo>
                <a:lnTo>
                  <a:pt x="3734373" y="2920124"/>
                </a:lnTo>
                <a:lnTo>
                  <a:pt x="3712593" y="2959679"/>
                </a:lnTo>
                <a:lnTo>
                  <a:pt x="3689946" y="2998679"/>
                </a:lnTo>
                <a:lnTo>
                  <a:pt x="3666445" y="3037111"/>
                </a:lnTo>
                <a:lnTo>
                  <a:pt x="3642103" y="3074962"/>
                </a:lnTo>
                <a:lnTo>
                  <a:pt x="3616933" y="3112219"/>
                </a:lnTo>
                <a:lnTo>
                  <a:pt x="3590948" y="3148868"/>
                </a:lnTo>
                <a:lnTo>
                  <a:pt x="3564161" y="3184898"/>
                </a:lnTo>
                <a:lnTo>
                  <a:pt x="3536586" y="3220295"/>
                </a:lnTo>
                <a:lnTo>
                  <a:pt x="3508234" y="3255045"/>
                </a:lnTo>
                <a:lnTo>
                  <a:pt x="3479119" y="3289137"/>
                </a:lnTo>
                <a:lnTo>
                  <a:pt x="3449255" y="3322556"/>
                </a:lnTo>
                <a:lnTo>
                  <a:pt x="3418653" y="3355291"/>
                </a:lnTo>
                <a:lnTo>
                  <a:pt x="3387328" y="3387328"/>
                </a:lnTo>
                <a:lnTo>
                  <a:pt x="3355291" y="3418653"/>
                </a:lnTo>
                <a:lnTo>
                  <a:pt x="3322556" y="3449255"/>
                </a:lnTo>
                <a:lnTo>
                  <a:pt x="3289137" y="3479119"/>
                </a:lnTo>
                <a:lnTo>
                  <a:pt x="3255045" y="3508234"/>
                </a:lnTo>
                <a:lnTo>
                  <a:pt x="3220295" y="3536586"/>
                </a:lnTo>
                <a:lnTo>
                  <a:pt x="3184898" y="3564161"/>
                </a:lnTo>
                <a:lnTo>
                  <a:pt x="3148868" y="3590948"/>
                </a:lnTo>
                <a:lnTo>
                  <a:pt x="3112219" y="3616933"/>
                </a:lnTo>
                <a:lnTo>
                  <a:pt x="3074962" y="3642103"/>
                </a:lnTo>
                <a:lnTo>
                  <a:pt x="3037111" y="3666445"/>
                </a:lnTo>
                <a:lnTo>
                  <a:pt x="2998679" y="3689946"/>
                </a:lnTo>
                <a:lnTo>
                  <a:pt x="2959679" y="3712593"/>
                </a:lnTo>
                <a:lnTo>
                  <a:pt x="2920124" y="3734373"/>
                </a:lnTo>
                <a:lnTo>
                  <a:pt x="2880026" y="3755274"/>
                </a:lnTo>
                <a:lnTo>
                  <a:pt x="2839400" y="3775281"/>
                </a:lnTo>
                <a:lnTo>
                  <a:pt x="2798257" y="3794383"/>
                </a:lnTo>
                <a:lnTo>
                  <a:pt x="2756612" y="3812565"/>
                </a:lnTo>
                <a:lnTo>
                  <a:pt x="2714476" y="3829816"/>
                </a:lnTo>
                <a:lnTo>
                  <a:pt x="2671863" y="3846122"/>
                </a:lnTo>
                <a:lnTo>
                  <a:pt x="2628786" y="3861470"/>
                </a:lnTo>
                <a:lnTo>
                  <a:pt x="2585258" y="3875848"/>
                </a:lnTo>
                <a:lnTo>
                  <a:pt x="2541292" y="3889241"/>
                </a:lnTo>
                <a:lnTo>
                  <a:pt x="2496900" y="3901638"/>
                </a:lnTo>
                <a:lnTo>
                  <a:pt x="2452096" y="3913025"/>
                </a:lnTo>
                <a:lnTo>
                  <a:pt x="2406894" y="3923389"/>
                </a:lnTo>
                <a:lnTo>
                  <a:pt x="2361304" y="3932717"/>
                </a:lnTo>
                <a:lnTo>
                  <a:pt x="2315342" y="3940996"/>
                </a:lnTo>
                <a:lnTo>
                  <a:pt x="2269020" y="3948214"/>
                </a:lnTo>
                <a:lnTo>
                  <a:pt x="2222350" y="3954357"/>
                </a:lnTo>
                <a:lnTo>
                  <a:pt x="2175346" y="3959412"/>
                </a:lnTo>
                <a:lnTo>
                  <a:pt x="2128021" y="3963367"/>
                </a:lnTo>
                <a:lnTo>
                  <a:pt x="2080387" y="3966207"/>
                </a:lnTo>
                <a:lnTo>
                  <a:pt x="2032458" y="3967921"/>
                </a:lnTo>
                <a:lnTo>
                  <a:pt x="1984248" y="3968495"/>
                </a:lnTo>
                <a:lnTo>
                  <a:pt x="1936037" y="3967921"/>
                </a:lnTo>
                <a:lnTo>
                  <a:pt x="1888108" y="3966207"/>
                </a:lnTo>
                <a:lnTo>
                  <a:pt x="1840474" y="3963367"/>
                </a:lnTo>
                <a:lnTo>
                  <a:pt x="1793149" y="3959412"/>
                </a:lnTo>
                <a:lnTo>
                  <a:pt x="1746145" y="3954357"/>
                </a:lnTo>
                <a:lnTo>
                  <a:pt x="1699475" y="3948214"/>
                </a:lnTo>
                <a:lnTo>
                  <a:pt x="1653153" y="3940996"/>
                </a:lnTo>
                <a:lnTo>
                  <a:pt x="1607191" y="3932717"/>
                </a:lnTo>
                <a:lnTo>
                  <a:pt x="1561601" y="3923389"/>
                </a:lnTo>
                <a:lnTo>
                  <a:pt x="1516399" y="3913025"/>
                </a:lnTo>
                <a:lnTo>
                  <a:pt x="1471595" y="3901638"/>
                </a:lnTo>
                <a:lnTo>
                  <a:pt x="1427203" y="3889241"/>
                </a:lnTo>
                <a:lnTo>
                  <a:pt x="1383237" y="3875848"/>
                </a:lnTo>
                <a:lnTo>
                  <a:pt x="1339709" y="3861470"/>
                </a:lnTo>
                <a:lnTo>
                  <a:pt x="1296632" y="3846122"/>
                </a:lnTo>
                <a:lnTo>
                  <a:pt x="1254019" y="3829816"/>
                </a:lnTo>
                <a:lnTo>
                  <a:pt x="1211883" y="3812565"/>
                </a:lnTo>
                <a:lnTo>
                  <a:pt x="1170238" y="3794383"/>
                </a:lnTo>
                <a:lnTo>
                  <a:pt x="1129095" y="3775281"/>
                </a:lnTo>
                <a:lnTo>
                  <a:pt x="1088469" y="3755274"/>
                </a:lnTo>
                <a:lnTo>
                  <a:pt x="1048371" y="3734373"/>
                </a:lnTo>
                <a:lnTo>
                  <a:pt x="1008816" y="3712593"/>
                </a:lnTo>
                <a:lnTo>
                  <a:pt x="969816" y="3689946"/>
                </a:lnTo>
                <a:lnTo>
                  <a:pt x="931384" y="3666445"/>
                </a:lnTo>
                <a:lnTo>
                  <a:pt x="893533" y="3642103"/>
                </a:lnTo>
                <a:lnTo>
                  <a:pt x="856276" y="3616933"/>
                </a:lnTo>
                <a:lnTo>
                  <a:pt x="819627" y="3590948"/>
                </a:lnTo>
                <a:lnTo>
                  <a:pt x="783597" y="3564161"/>
                </a:lnTo>
                <a:lnTo>
                  <a:pt x="748200" y="3536586"/>
                </a:lnTo>
                <a:lnTo>
                  <a:pt x="713450" y="3508234"/>
                </a:lnTo>
                <a:lnTo>
                  <a:pt x="679358" y="3479119"/>
                </a:lnTo>
                <a:lnTo>
                  <a:pt x="645939" y="3449255"/>
                </a:lnTo>
                <a:lnTo>
                  <a:pt x="613204" y="3418653"/>
                </a:lnTo>
                <a:lnTo>
                  <a:pt x="581167" y="3387328"/>
                </a:lnTo>
                <a:lnTo>
                  <a:pt x="549842" y="3355291"/>
                </a:lnTo>
                <a:lnTo>
                  <a:pt x="519240" y="3322556"/>
                </a:lnTo>
                <a:lnTo>
                  <a:pt x="489376" y="3289137"/>
                </a:lnTo>
                <a:lnTo>
                  <a:pt x="460261" y="3255045"/>
                </a:lnTo>
                <a:lnTo>
                  <a:pt x="431909" y="3220295"/>
                </a:lnTo>
                <a:lnTo>
                  <a:pt x="404334" y="3184898"/>
                </a:lnTo>
                <a:lnTo>
                  <a:pt x="377547" y="3148868"/>
                </a:lnTo>
                <a:lnTo>
                  <a:pt x="351562" y="3112219"/>
                </a:lnTo>
                <a:lnTo>
                  <a:pt x="326392" y="3074962"/>
                </a:lnTo>
                <a:lnTo>
                  <a:pt x="302050" y="3037111"/>
                </a:lnTo>
                <a:lnTo>
                  <a:pt x="278549" y="2998679"/>
                </a:lnTo>
                <a:lnTo>
                  <a:pt x="255902" y="2959679"/>
                </a:lnTo>
                <a:lnTo>
                  <a:pt x="234122" y="2920124"/>
                </a:lnTo>
                <a:lnTo>
                  <a:pt x="213221" y="2880026"/>
                </a:lnTo>
                <a:lnTo>
                  <a:pt x="193214" y="2839400"/>
                </a:lnTo>
                <a:lnTo>
                  <a:pt x="174112" y="2798257"/>
                </a:lnTo>
                <a:lnTo>
                  <a:pt x="155930" y="2756612"/>
                </a:lnTo>
                <a:lnTo>
                  <a:pt x="138679" y="2714476"/>
                </a:lnTo>
                <a:lnTo>
                  <a:pt x="122373" y="2671863"/>
                </a:lnTo>
                <a:lnTo>
                  <a:pt x="107025" y="2628786"/>
                </a:lnTo>
                <a:lnTo>
                  <a:pt x="92647" y="2585258"/>
                </a:lnTo>
                <a:lnTo>
                  <a:pt x="79254" y="2541292"/>
                </a:lnTo>
                <a:lnTo>
                  <a:pt x="66857" y="2496900"/>
                </a:lnTo>
                <a:lnTo>
                  <a:pt x="55470" y="2452096"/>
                </a:lnTo>
                <a:lnTo>
                  <a:pt x="45106" y="2406894"/>
                </a:lnTo>
                <a:lnTo>
                  <a:pt x="35778" y="2361304"/>
                </a:lnTo>
                <a:lnTo>
                  <a:pt x="27499" y="2315342"/>
                </a:lnTo>
                <a:lnTo>
                  <a:pt x="20281" y="2269020"/>
                </a:lnTo>
                <a:lnTo>
                  <a:pt x="14138" y="2222350"/>
                </a:lnTo>
                <a:lnTo>
                  <a:pt x="9083" y="2175346"/>
                </a:lnTo>
                <a:lnTo>
                  <a:pt x="5128" y="2128021"/>
                </a:lnTo>
                <a:lnTo>
                  <a:pt x="2288" y="2080387"/>
                </a:lnTo>
                <a:lnTo>
                  <a:pt x="574" y="2032458"/>
                </a:lnTo>
                <a:lnTo>
                  <a:pt x="0" y="1984247"/>
                </a:lnTo>
                <a:close/>
              </a:path>
            </a:pathLst>
          </a:custGeom>
          <a:ln w="12700">
            <a:solidFill>
              <a:srgbClr val="57575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555735" y="484631"/>
            <a:ext cx="3636645" cy="76200"/>
          </a:xfrm>
          <a:custGeom>
            <a:avLst/>
            <a:gdLst/>
            <a:ahLst/>
            <a:cxnLst/>
            <a:rect l="l" t="t" r="r" b="b"/>
            <a:pathLst>
              <a:path w="363664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636645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3636645" h="76200">
                <a:moveTo>
                  <a:pt x="363664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3636645" y="44450"/>
                </a:lnTo>
                <a:lnTo>
                  <a:pt x="363664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23259" y="127203"/>
            <a:ext cx="47472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Zomato</a:t>
            </a:r>
            <a:r>
              <a:rPr dirty="0" spc="-60"/>
              <a:t> </a:t>
            </a:r>
            <a:r>
              <a:rPr dirty="0" spc="-140"/>
              <a:t>Restaurant</a:t>
            </a:r>
            <a:r>
              <a:rPr dirty="0" spc="-65"/>
              <a:t> </a:t>
            </a:r>
            <a:r>
              <a:rPr dirty="0" spc="-70"/>
              <a:t>Analysis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484631"/>
            <a:ext cx="3602354" cy="76200"/>
          </a:xfrm>
          <a:custGeom>
            <a:avLst/>
            <a:gdLst/>
            <a:ahLst/>
            <a:cxnLst/>
            <a:rect l="l" t="t" r="r" b="b"/>
            <a:pathLst>
              <a:path w="3602354" h="76200">
                <a:moveTo>
                  <a:pt x="3564255" y="0"/>
                </a:moveTo>
                <a:lnTo>
                  <a:pt x="3549461" y="2988"/>
                </a:lnTo>
                <a:lnTo>
                  <a:pt x="3537346" y="11144"/>
                </a:lnTo>
                <a:lnTo>
                  <a:pt x="3529161" y="23252"/>
                </a:lnTo>
                <a:lnTo>
                  <a:pt x="3526155" y="38100"/>
                </a:lnTo>
                <a:lnTo>
                  <a:pt x="3529161" y="52947"/>
                </a:lnTo>
                <a:lnTo>
                  <a:pt x="3537346" y="65055"/>
                </a:lnTo>
                <a:lnTo>
                  <a:pt x="3549461" y="73211"/>
                </a:lnTo>
                <a:lnTo>
                  <a:pt x="3564255" y="76200"/>
                </a:lnTo>
                <a:lnTo>
                  <a:pt x="3579102" y="73211"/>
                </a:lnTo>
                <a:lnTo>
                  <a:pt x="3591210" y="65055"/>
                </a:lnTo>
                <a:lnTo>
                  <a:pt x="3599366" y="52947"/>
                </a:lnTo>
                <a:lnTo>
                  <a:pt x="3601076" y="44450"/>
                </a:lnTo>
                <a:lnTo>
                  <a:pt x="3564255" y="44450"/>
                </a:lnTo>
                <a:lnTo>
                  <a:pt x="3564255" y="31750"/>
                </a:lnTo>
                <a:lnTo>
                  <a:pt x="3601076" y="31750"/>
                </a:lnTo>
                <a:lnTo>
                  <a:pt x="3599366" y="23252"/>
                </a:lnTo>
                <a:lnTo>
                  <a:pt x="3591210" y="11144"/>
                </a:lnTo>
                <a:lnTo>
                  <a:pt x="3579102" y="2988"/>
                </a:lnTo>
                <a:lnTo>
                  <a:pt x="3564255" y="0"/>
                </a:lnTo>
                <a:close/>
              </a:path>
              <a:path w="3602354" h="76200">
                <a:moveTo>
                  <a:pt x="352744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27440" y="44450"/>
                </a:lnTo>
                <a:lnTo>
                  <a:pt x="3526155" y="38100"/>
                </a:lnTo>
                <a:lnTo>
                  <a:pt x="3527440" y="31750"/>
                </a:lnTo>
                <a:close/>
              </a:path>
              <a:path w="3602354" h="76200">
                <a:moveTo>
                  <a:pt x="3601076" y="31750"/>
                </a:moveTo>
                <a:lnTo>
                  <a:pt x="3564255" y="31750"/>
                </a:lnTo>
                <a:lnTo>
                  <a:pt x="3564255" y="44450"/>
                </a:lnTo>
                <a:lnTo>
                  <a:pt x="3601076" y="44450"/>
                </a:lnTo>
                <a:lnTo>
                  <a:pt x="3602355" y="38100"/>
                </a:lnTo>
                <a:lnTo>
                  <a:pt x="360107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943343" y="1613916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4">
                <a:moveTo>
                  <a:pt x="3290315" y="0"/>
                </a:moveTo>
                <a:lnTo>
                  <a:pt x="370331" y="0"/>
                </a:lnTo>
                <a:lnTo>
                  <a:pt x="323889" y="2886"/>
                </a:lnTo>
                <a:lnTo>
                  <a:pt x="279166" y="11313"/>
                </a:lnTo>
                <a:lnTo>
                  <a:pt x="236507" y="24934"/>
                </a:lnTo>
                <a:lnTo>
                  <a:pt x="196263" y="43401"/>
                </a:lnTo>
                <a:lnTo>
                  <a:pt x="158779" y="66367"/>
                </a:lnTo>
                <a:lnTo>
                  <a:pt x="124403" y="93483"/>
                </a:lnTo>
                <a:lnTo>
                  <a:pt x="93483" y="124403"/>
                </a:lnTo>
                <a:lnTo>
                  <a:pt x="66367" y="158779"/>
                </a:lnTo>
                <a:lnTo>
                  <a:pt x="43401" y="196263"/>
                </a:lnTo>
                <a:lnTo>
                  <a:pt x="24934" y="236507"/>
                </a:lnTo>
                <a:lnTo>
                  <a:pt x="11313" y="279166"/>
                </a:lnTo>
                <a:lnTo>
                  <a:pt x="2886" y="323889"/>
                </a:lnTo>
                <a:lnTo>
                  <a:pt x="0" y="370332"/>
                </a:lnTo>
                <a:lnTo>
                  <a:pt x="2886" y="416774"/>
                </a:lnTo>
                <a:lnTo>
                  <a:pt x="11313" y="461497"/>
                </a:lnTo>
                <a:lnTo>
                  <a:pt x="24934" y="504156"/>
                </a:lnTo>
                <a:lnTo>
                  <a:pt x="43401" y="544400"/>
                </a:lnTo>
                <a:lnTo>
                  <a:pt x="66367" y="581884"/>
                </a:lnTo>
                <a:lnTo>
                  <a:pt x="93483" y="616260"/>
                </a:lnTo>
                <a:lnTo>
                  <a:pt x="124403" y="647180"/>
                </a:lnTo>
                <a:lnTo>
                  <a:pt x="158779" y="674296"/>
                </a:lnTo>
                <a:lnTo>
                  <a:pt x="196263" y="697262"/>
                </a:lnTo>
                <a:lnTo>
                  <a:pt x="236507" y="715729"/>
                </a:lnTo>
                <a:lnTo>
                  <a:pt x="279166" y="729350"/>
                </a:lnTo>
                <a:lnTo>
                  <a:pt x="323889" y="737777"/>
                </a:lnTo>
                <a:lnTo>
                  <a:pt x="370331" y="740663"/>
                </a:lnTo>
                <a:lnTo>
                  <a:pt x="3290315" y="740663"/>
                </a:lnTo>
                <a:lnTo>
                  <a:pt x="3336758" y="737777"/>
                </a:lnTo>
                <a:lnTo>
                  <a:pt x="3381481" y="729350"/>
                </a:lnTo>
                <a:lnTo>
                  <a:pt x="3424140" y="715729"/>
                </a:lnTo>
                <a:lnTo>
                  <a:pt x="3464384" y="697262"/>
                </a:lnTo>
                <a:lnTo>
                  <a:pt x="3501868" y="674296"/>
                </a:lnTo>
                <a:lnTo>
                  <a:pt x="3536244" y="647180"/>
                </a:lnTo>
                <a:lnTo>
                  <a:pt x="3567164" y="616260"/>
                </a:lnTo>
                <a:lnTo>
                  <a:pt x="3594280" y="581884"/>
                </a:lnTo>
                <a:lnTo>
                  <a:pt x="3617246" y="544400"/>
                </a:lnTo>
                <a:lnTo>
                  <a:pt x="3635713" y="504156"/>
                </a:lnTo>
                <a:lnTo>
                  <a:pt x="3649334" y="461497"/>
                </a:lnTo>
                <a:lnTo>
                  <a:pt x="3657761" y="416774"/>
                </a:lnTo>
                <a:lnTo>
                  <a:pt x="3660648" y="370332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5" y="0"/>
                </a:lnTo>
                <a:close/>
              </a:path>
            </a:pathLst>
          </a:custGeom>
          <a:solidFill>
            <a:srgbClr val="F59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854442" y="1845691"/>
            <a:ext cx="18415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BUSINESS</a:t>
            </a:r>
            <a:r>
              <a:rPr dirty="0" sz="1600" spc="-1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 spc="-15">
                <a:solidFill>
                  <a:srgbClr val="FFFFFF"/>
                </a:solidFill>
                <a:latin typeface="Segoe UI Light"/>
                <a:cs typeface="Segoe UI Light"/>
              </a:rPr>
              <a:t>SOLUTION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93152" y="3334511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5">
                <a:moveTo>
                  <a:pt x="3290316" y="0"/>
                </a:moveTo>
                <a:lnTo>
                  <a:pt x="370331" y="0"/>
                </a:lnTo>
                <a:lnTo>
                  <a:pt x="323889" y="2886"/>
                </a:lnTo>
                <a:lnTo>
                  <a:pt x="279166" y="11313"/>
                </a:lnTo>
                <a:lnTo>
                  <a:pt x="236507" y="24934"/>
                </a:lnTo>
                <a:lnTo>
                  <a:pt x="196263" y="43401"/>
                </a:lnTo>
                <a:lnTo>
                  <a:pt x="158779" y="66367"/>
                </a:lnTo>
                <a:lnTo>
                  <a:pt x="124403" y="93483"/>
                </a:lnTo>
                <a:lnTo>
                  <a:pt x="93483" y="124403"/>
                </a:lnTo>
                <a:lnTo>
                  <a:pt x="66367" y="158779"/>
                </a:lnTo>
                <a:lnTo>
                  <a:pt x="43401" y="196263"/>
                </a:lnTo>
                <a:lnTo>
                  <a:pt x="24934" y="236507"/>
                </a:lnTo>
                <a:lnTo>
                  <a:pt x="11313" y="279166"/>
                </a:lnTo>
                <a:lnTo>
                  <a:pt x="2886" y="323889"/>
                </a:lnTo>
                <a:lnTo>
                  <a:pt x="0" y="370331"/>
                </a:lnTo>
                <a:lnTo>
                  <a:pt x="2886" y="416774"/>
                </a:lnTo>
                <a:lnTo>
                  <a:pt x="11313" y="461497"/>
                </a:lnTo>
                <a:lnTo>
                  <a:pt x="24934" y="504156"/>
                </a:lnTo>
                <a:lnTo>
                  <a:pt x="43401" y="544400"/>
                </a:lnTo>
                <a:lnTo>
                  <a:pt x="66367" y="581884"/>
                </a:lnTo>
                <a:lnTo>
                  <a:pt x="93483" y="616260"/>
                </a:lnTo>
                <a:lnTo>
                  <a:pt x="124403" y="647180"/>
                </a:lnTo>
                <a:lnTo>
                  <a:pt x="158779" y="674296"/>
                </a:lnTo>
                <a:lnTo>
                  <a:pt x="196263" y="697262"/>
                </a:lnTo>
                <a:lnTo>
                  <a:pt x="236507" y="715729"/>
                </a:lnTo>
                <a:lnTo>
                  <a:pt x="279166" y="729350"/>
                </a:lnTo>
                <a:lnTo>
                  <a:pt x="323889" y="737777"/>
                </a:lnTo>
                <a:lnTo>
                  <a:pt x="370331" y="740663"/>
                </a:lnTo>
                <a:lnTo>
                  <a:pt x="3290316" y="740663"/>
                </a:lnTo>
                <a:lnTo>
                  <a:pt x="3336758" y="737777"/>
                </a:lnTo>
                <a:lnTo>
                  <a:pt x="3381481" y="729350"/>
                </a:lnTo>
                <a:lnTo>
                  <a:pt x="3424140" y="715729"/>
                </a:lnTo>
                <a:lnTo>
                  <a:pt x="3464384" y="697262"/>
                </a:lnTo>
                <a:lnTo>
                  <a:pt x="3501868" y="674296"/>
                </a:lnTo>
                <a:lnTo>
                  <a:pt x="3536244" y="647180"/>
                </a:lnTo>
                <a:lnTo>
                  <a:pt x="3567164" y="616260"/>
                </a:lnTo>
                <a:lnTo>
                  <a:pt x="3594280" y="581884"/>
                </a:lnTo>
                <a:lnTo>
                  <a:pt x="3617246" y="544400"/>
                </a:lnTo>
                <a:lnTo>
                  <a:pt x="3635713" y="504156"/>
                </a:lnTo>
                <a:lnTo>
                  <a:pt x="3649334" y="461497"/>
                </a:lnTo>
                <a:lnTo>
                  <a:pt x="3657761" y="416774"/>
                </a:lnTo>
                <a:lnTo>
                  <a:pt x="3660648" y="370331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6" y="0"/>
                </a:lnTo>
                <a:close/>
              </a:path>
            </a:pathLst>
          </a:custGeom>
          <a:solidFill>
            <a:srgbClr val="11ADC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6832092" y="1514855"/>
            <a:ext cx="940435" cy="939165"/>
            <a:chOff x="6832092" y="1514855"/>
            <a:chExt cx="940435" cy="939165"/>
          </a:xfrm>
        </p:grpSpPr>
        <p:sp>
          <p:nvSpPr>
            <p:cNvPr id="10" name="object 10"/>
            <p:cNvSpPr/>
            <p:nvPr/>
          </p:nvSpPr>
          <p:spPr>
            <a:xfrm>
              <a:off x="6832092" y="1514855"/>
              <a:ext cx="940435" cy="939165"/>
            </a:xfrm>
            <a:custGeom>
              <a:avLst/>
              <a:gdLst/>
              <a:ahLst/>
              <a:cxnLst/>
              <a:rect l="l" t="t" r="r" b="b"/>
              <a:pathLst>
                <a:path w="940434" h="939164">
                  <a:moveTo>
                    <a:pt x="470153" y="0"/>
                  </a:moveTo>
                  <a:lnTo>
                    <a:pt x="422074" y="2423"/>
                  </a:lnTo>
                  <a:lnTo>
                    <a:pt x="375385" y="9537"/>
                  </a:lnTo>
                  <a:lnTo>
                    <a:pt x="330323" y="21105"/>
                  </a:lnTo>
                  <a:lnTo>
                    <a:pt x="287125" y="36891"/>
                  </a:lnTo>
                  <a:lnTo>
                    <a:pt x="246025" y="56659"/>
                  </a:lnTo>
                  <a:lnTo>
                    <a:pt x="207261" y="80172"/>
                  </a:lnTo>
                  <a:lnTo>
                    <a:pt x="171069" y="107196"/>
                  </a:lnTo>
                  <a:lnTo>
                    <a:pt x="137683" y="137493"/>
                  </a:lnTo>
                  <a:lnTo>
                    <a:pt x="107342" y="170827"/>
                  </a:lnTo>
                  <a:lnTo>
                    <a:pt x="80280" y="206964"/>
                  </a:lnTo>
                  <a:lnTo>
                    <a:pt x="56733" y="245665"/>
                  </a:lnTo>
                  <a:lnTo>
                    <a:pt x="36939" y="286696"/>
                  </a:lnTo>
                  <a:lnTo>
                    <a:pt x="21132" y="329820"/>
                  </a:lnTo>
                  <a:lnTo>
                    <a:pt x="9549" y="374802"/>
                  </a:lnTo>
                  <a:lnTo>
                    <a:pt x="2426" y="421404"/>
                  </a:lnTo>
                  <a:lnTo>
                    <a:pt x="0" y="469392"/>
                  </a:lnTo>
                  <a:lnTo>
                    <a:pt x="2426" y="517379"/>
                  </a:lnTo>
                  <a:lnTo>
                    <a:pt x="9549" y="563981"/>
                  </a:lnTo>
                  <a:lnTo>
                    <a:pt x="21132" y="608963"/>
                  </a:lnTo>
                  <a:lnTo>
                    <a:pt x="36939" y="652087"/>
                  </a:lnTo>
                  <a:lnTo>
                    <a:pt x="56733" y="693118"/>
                  </a:lnTo>
                  <a:lnTo>
                    <a:pt x="80280" y="731819"/>
                  </a:lnTo>
                  <a:lnTo>
                    <a:pt x="107342" y="767956"/>
                  </a:lnTo>
                  <a:lnTo>
                    <a:pt x="137683" y="801290"/>
                  </a:lnTo>
                  <a:lnTo>
                    <a:pt x="171069" y="831587"/>
                  </a:lnTo>
                  <a:lnTo>
                    <a:pt x="207261" y="858611"/>
                  </a:lnTo>
                  <a:lnTo>
                    <a:pt x="246025" y="882124"/>
                  </a:lnTo>
                  <a:lnTo>
                    <a:pt x="287125" y="901892"/>
                  </a:lnTo>
                  <a:lnTo>
                    <a:pt x="330323" y="917678"/>
                  </a:lnTo>
                  <a:lnTo>
                    <a:pt x="375385" y="929246"/>
                  </a:lnTo>
                  <a:lnTo>
                    <a:pt x="422074" y="936360"/>
                  </a:lnTo>
                  <a:lnTo>
                    <a:pt x="470153" y="938784"/>
                  </a:lnTo>
                  <a:lnTo>
                    <a:pt x="518233" y="936360"/>
                  </a:lnTo>
                  <a:lnTo>
                    <a:pt x="564922" y="929246"/>
                  </a:lnTo>
                  <a:lnTo>
                    <a:pt x="609984" y="917678"/>
                  </a:lnTo>
                  <a:lnTo>
                    <a:pt x="653182" y="901892"/>
                  </a:lnTo>
                  <a:lnTo>
                    <a:pt x="694282" y="882124"/>
                  </a:lnTo>
                  <a:lnTo>
                    <a:pt x="733046" y="858611"/>
                  </a:lnTo>
                  <a:lnTo>
                    <a:pt x="769238" y="831587"/>
                  </a:lnTo>
                  <a:lnTo>
                    <a:pt x="802624" y="801290"/>
                  </a:lnTo>
                  <a:lnTo>
                    <a:pt x="832965" y="767956"/>
                  </a:lnTo>
                  <a:lnTo>
                    <a:pt x="860027" y="731819"/>
                  </a:lnTo>
                  <a:lnTo>
                    <a:pt x="883574" y="693118"/>
                  </a:lnTo>
                  <a:lnTo>
                    <a:pt x="903368" y="652087"/>
                  </a:lnTo>
                  <a:lnTo>
                    <a:pt x="919175" y="608963"/>
                  </a:lnTo>
                  <a:lnTo>
                    <a:pt x="930758" y="563981"/>
                  </a:lnTo>
                  <a:lnTo>
                    <a:pt x="937881" y="517379"/>
                  </a:lnTo>
                  <a:lnTo>
                    <a:pt x="940307" y="469392"/>
                  </a:lnTo>
                  <a:lnTo>
                    <a:pt x="937881" y="421404"/>
                  </a:lnTo>
                  <a:lnTo>
                    <a:pt x="930758" y="374802"/>
                  </a:lnTo>
                  <a:lnTo>
                    <a:pt x="919175" y="329820"/>
                  </a:lnTo>
                  <a:lnTo>
                    <a:pt x="903368" y="286696"/>
                  </a:lnTo>
                  <a:lnTo>
                    <a:pt x="883574" y="245665"/>
                  </a:lnTo>
                  <a:lnTo>
                    <a:pt x="860027" y="206964"/>
                  </a:lnTo>
                  <a:lnTo>
                    <a:pt x="832965" y="170827"/>
                  </a:lnTo>
                  <a:lnTo>
                    <a:pt x="802624" y="137493"/>
                  </a:lnTo>
                  <a:lnTo>
                    <a:pt x="769238" y="107196"/>
                  </a:lnTo>
                  <a:lnTo>
                    <a:pt x="733046" y="80172"/>
                  </a:lnTo>
                  <a:lnTo>
                    <a:pt x="694282" y="56659"/>
                  </a:lnTo>
                  <a:lnTo>
                    <a:pt x="653182" y="36891"/>
                  </a:lnTo>
                  <a:lnTo>
                    <a:pt x="609984" y="21105"/>
                  </a:lnTo>
                  <a:lnTo>
                    <a:pt x="564922" y="9537"/>
                  </a:lnTo>
                  <a:lnTo>
                    <a:pt x="518233" y="2423"/>
                  </a:lnTo>
                  <a:lnTo>
                    <a:pt x="470153" y="0"/>
                  </a:lnTo>
                  <a:close/>
                </a:path>
              </a:pathLst>
            </a:custGeom>
            <a:solidFill>
              <a:srgbClr val="CA790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129272" y="1812035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340232" y="0"/>
                  </a:moveTo>
                  <a:lnTo>
                    <a:pt x="5714" y="0"/>
                  </a:lnTo>
                  <a:lnTo>
                    <a:pt x="3809" y="1015"/>
                  </a:lnTo>
                  <a:lnTo>
                    <a:pt x="1397" y="2412"/>
                  </a:lnTo>
                  <a:lnTo>
                    <a:pt x="507" y="3810"/>
                  </a:lnTo>
                  <a:lnTo>
                    <a:pt x="0" y="6223"/>
                  </a:lnTo>
                  <a:lnTo>
                    <a:pt x="0" y="340233"/>
                  </a:lnTo>
                  <a:lnTo>
                    <a:pt x="507" y="343026"/>
                  </a:lnTo>
                  <a:lnTo>
                    <a:pt x="1397" y="344550"/>
                  </a:lnTo>
                  <a:lnTo>
                    <a:pt x="3809" y="345948"/>
                  </a:lnTo>
                  <a:lnTo>
                    <a:pt x="342137" y="345948"/>
                  </a:lnTo>
                  <a:lnTo>
                    <a:pt x="344550" y="344550"/>
                  </a:lnTo>
                  <a:lnTo>
                    <a:pt x="345439" y="343026"/>
                  </a:lnTo>
                  <a:lnTo>
                    <a:pt x="345948" y="340233"/>
                  </a:lnTo>
                  <a:lnTo>
                    <a:pt x="345948" y="273812"/>
                  </a:lnTo>
                  <a:lnTo>
                    <a:pt x="78867" y="273812"/>
                  </a:lnTo>
                  <a:lnTo>
                    <a:pt x="76073" y="273303"/>
                  </a:lnTo>
                  <a:lnTo>
                    <a:pt x="74549" y="271906"/>
                  </a:lnTo>
                  <a:lnTo>
                    <a:pt x="45211" y="242950"/>
                  </a:lnTo>
                  <a:lnTo>
                    <a:pt x="44323" y="241553"/>
                  </a:lnTo>
                  <a:lnTo>
                    <a:pt x="43814" y="239140"/>
                  </a:lnTo>
                  <a:lnTo>
                    <a:pt x="44323" y="237236"/>
                  </a:lnTo>
                  <a:lnTo>
                    <a:pt x="45211" y="234823"/>
                  </a:lnTo>
                  <a:lnTo>
                    <a:pt x="47117" y="233806"/>
                  </a:lnTo>
                  <a:lnTo>
                    <a:pt x="49529" y="233299"/>
                  </a:lnTo>
                  <a:lnTo>
                    <a:pt x="105214" y="233299"/>
                  </a:lnTo>
                  <a:lnTo>
                    <a:pt x="147193" y="191008"/>
                  </a:lnTo>
                  <a:lnTo>
                    <a:pt x="148717" y="189991"/>
                  </a:lnTo>
                  <a:lnTo>
                    <a:pt x="151129" y="189611"/>
                  </a:lnTo>
                  <a:lnTo>
                    <a:pt x="345948" y="189611"/>
                  </a:lnTo>
                  <a:lnTo>
                    <a:pt x="345948" y="135636"/>
                  </a:lnTo>
                  <a:lnTo>
                    <a:pt x="76073" y="135636"/>
                  </a:lnTo>
                  <a:lnTo>
                    <a:pt x="74549" y="134238"/>
                  </a:lnTo>
                  <a:lnTo>
                    <a:pt x="45211" y="104901"/>
                  </a:lnTo>
                  <a:lnTo>
                    <a:pt x="44323" y="102997"/>
                  </a:lnTo>
                  <a:lnTo>
                    <a:pt x="43814" y="100584"/>
                  </a:lnTo>
                  <a:lnTo>
                    <a:pt x="44323" y="98678"/>
                  </a:lnTo>
                  <a:lnTo>
                    <a:pt x="45211" y="96774"/>
                  </a:lnTo>
                  <a:lnTo>
                    <a:pt x="47117" y="95250"/>
                  </a:lnTo>
                  <a:lnTo>
                    <a:pt x="49529" y="94741"/>
                  </a:lnTo>
                  <a:lnTo>
                    <a:pt x="105918" y="94741"/>
                  </a:lnTo>
                  <a:lnTo>
                    <a:pt x="147193" y="53466"/>
                  </a:lnTo>
                  <a:lnTo>
                    <a:pt x="148717" y="52450"/>
                  </a:lnTo>
                  <a:lnTo>
                    <a:pt x="151129" y="51942"/>
                  </a:lnTo>
                  <a:lnTo>
                    <a:pt x="345948" y="51942"/>
                  </a:lnTo>
                  <a:lnTo>
                    <a:pt x="345948" y="6223"/>
                  </a:lnTo>
                  <a:lnTo>
                    <a:pt x="345439" y="3810"/>
                  </a:lnTo>
                  <a:lnTo>
                    <a:pt x="344550" y="2412"/>
                  </a:lnTo>
                  <a:lnTo>
                    <a:pt x="342137" y="1015"/>
                  </a:lnTo>
                  <a:lnTo>
                    <a:pt x="340232" y="0"/>
                  </a:lnTo>
                  <a:close/>
                </a:path>
                <a:path w="346075" h="346075">
                  <a:moveTo>
                    <a:pt x="345948" y="189611"/>
                  </a:moveTo>
                  <a:lnTo>
                    <a:pt x="151129" y="189611"/>
                  </a:lnTo>
                  <a:lnTo>
                    <a:pt x="153034" y="189991"/>
                  </a:lnTo>
                  <a:lnTo>
                    <a:pt x="155448" y="191515"/>
                  </a:lnTo>
                  <a:lnTo>
                    <a:pt x="156336" y="192912"/>
                  </a:lnTo>
                  <a:lnTo>
                    <a:pt x="156845" y="195325"/>
                  </a:lnTo>
                  <a:lnTo>
                    <a:pt x="156336" y="197230"/>
                  </a:lnTo>
                  <a:lnTo>
                    <a:pt x="155448" y="199136"/>
                  </a:lnTo>
                  <a:lnTo>
                    <a:pt x="82296" y="271906"/>
                  </a:lnTo>
                  <a:lnTo>
                    <a:pt x="80772" y="273303"/>
                  </a:lnTo>
                  <a:lnTo>
                    <a:pt x="78867" y="273812"/>
                  </a:lnTo>
                  <a:lnTo>
                    <a:pt x="345948" y="273812"/>
                  </a:lnTo>
                  <a:lnTo>
                    <a:pt x="345948" y="254000"/>
                  </a:lnTo>
                  <a:lnTo>
                    <a:pt x="179958" y="254000"/>
                  </a:lnTo>
                  <a:lnTo>
                    <a:pt x="178053" y="253618"/>
                  </a:lnTo>
                  <a:lnTo>
                    <a:pt x="176149" y="252602"/>
                  </a:lnTo>
                  <a:lnTo>
                    <a:pt x="174625" y="250698"/>
                  </a:lnTo>
                  <a:lnTo>
                    <a:pt x="174117" y="248285"/>
                  </a:lnTo>
                  <a:lnTo>
                    <a:pt x="174625" y="246379"/>
                  </a:lnTo>
                  <a:lnTo>
                    <a:pt x="176149" y="243966"/>
                  </a:lnTo>
                  <a:lnTo>
                    <a:pt x="178053" y="242950"/>
                  </a:lnTo>
                  <a:lnTo>
                    <a:pt x="179958" y="242442"/>
                  </a:lnTo>
                  <a:lnTo>
                    <a:pt x="345948" y="242442"/>
                  </a:lnTo>
                  <a:lnTo>
                    <a:pt x="345948" y="189611"/>
                  </a:lnTo>
                  <a:close/>
                </a:path>
                <a:path w="346075" h="346075">
                  <a:moveTo>
                    <a:pt x="105214" y="233299"/>
                  </a:moveTo>
                  <a:lnTo>
                    <a:pt x="49529" y="233299"/>
                  </a:lnTo>
                  <a:lnTo>
                    <a:pt x="51434" y="233806"/>
                  </a:lnTo>
                  <a:lnTo>
                    <a:pt x="53467" y="234823"/>
                  </a:lnTo>
                  <a:lnTo>
                    <a:pt x="78867" y="259841"/>
                  </a:lnTo>
                  <a:lnTo>
                    <a:pt x="105214" y="233299"/>
                  </a:lnTo>
                  <a:close/>
                </a:path>
                <a:path w="346075" h="346075">
                  <a:moveTo>
                    <a:pt x="345948" y="242442"/>
                  </a:moveTo>
                  <a:lnTo>
                    <a:pt x="296418" y="242442"/>
                  </a:lnTo>
                  <a:lnTo>
                    <a:pt x="298830" y="242950"/>
                  </a:lnTo>
                  <a:lnTo>
                    <a:pt x="300735" y="243966"/>
                  </a:lnTo>
                  <a:lnTo>
                    <a:pt x="301625" y="246379"/>
                  </a:lnTo>
                  <a:lnTo>
                    <a:pt x="302132" y="248285"/>
                  </a:lnTo>
                  <a:lnTo>
                    <a:pt x="301625" y="250698"/>
                  </a:lnTo>
                  <a:lnTo>
                    <a:pt x="300735" y="252602"/>
                  </a:lnTo>
                  <a:lnTo>
                    <a:pt x="298830" y="253618"/>
                  </a:lnTo>
                  <a:lnTo>
                    <a:pt x="296418" y="254000"/>
                  </a:lnTo>
                  <a:lnTo>
                    <a:pt x="345948" y="254000"/>
                  </a:lnTo>
                  <a:lnTo>
                    <a:pt x="345948" y="242442"/>
                  </a:lnTo>
                  <a:close/>
                </a:path>
                <a:path w="346075" h="346075">
                  <a:moveTo>
                    <a:pt x="345948" y="51942"/>
                  </a:moveTo>
                  <a:lnTo>
                    <a:pt x="151129" y="51942"/>
                  </a:lnTo>
                  <a:lnTo>
                    <a:pt x="153034" y="52450"/>
                  </a:lnTo>
                  <a:lnTo>
                    <a:pt x="155448" y="53466"/>
                  </a:lnTo>
                  <a:lnTo>
                    <a:pt x="156336" y="54863"/>
                  </a:lnTo>
                  <a:lnTo>
                    <a:pt x="156845" y="57276"/>
                  </a:lnTo>
                  <a:lnTo>
                    <a:pt x="156336" y="59689"/>
                  </a:lnTo>
                  <a:lnTo>
                    <a:pt x="155448" y="61087"/>
                  </a:lnTo>
                  <a:lnTo>
                    <a:pt x="82296" y="134238"/>
                  </a:lnTo>
                  <a:lnTo>
                    <a:pt x="80772" y="135636"/>
                  </a:lnTo>
                  <a:lnTo>
                    <a:pt x="345948" y="135636"/>
                  </a:lnTo>
                  <a:lnTo>
                    <a:pt x="345948" y="128524"/>
                  </a:lnTo>
                  <a:lnTo>
                    <a:pt x="179958" y="128524"/>
                  </a:lnTo>
                  <a:lnTo>
                    <a:pt x="176149" y="126491"/>
                  </a:lnTo>
                  <a:lnTo>
                    <a:pt x="174625" y="125094"/>
                  </a:lnTo>
                  <a:lnTo>
                    <a:pt x="174117" y="122174"/>
                  </a:lnTo>
                  <a:lnTo>
                    <a:pt x="174625" y="120268"/>
                  </a:lnTo>
                  <a:lnTo>
                    <a:pt x="176149" y="118872"/>
                  </a:lnTo>
                  <a:lnTo>
                    <a:pt x="178053" y="117348"/>
                  </a:lnTo>
                  <a:lnTo>
                    <a:pt x="179958" y="116966"/>
                  </a:lnTo>
                  <a:lnTo>
                    <a:pt x="345948" y="116966"/>
                  </a:lnTo>
                  <a:lnTo>
                    <a:pt x="345948" y="51942"/>
                  </a:lnTo>
                  <a:close/>
                </a:path>
                <a:path w="346075" h="346075">
                  <a:moveTo>
                    <a:pt x="345948" y="116966"/>
                  </a:moveTo>
                  <a:lnTo>
                    <a:pt x="296418" y="116966"/>
                  </a:lnTo>
                  <a:lnTo>
                    <a:pt x="298830" y="117348"/>
                  </a:lnTo>
                  <a:lnTo>
                    <a:pt x="300735" y="118872"/>
                  </a:lnTo>
                  <a:lnTo>
                    <a:pt x="301625" y="120268"/>
                  </a:lnTo>
                  <a:lnTo>
                    <a:pt x="302132" y="122174"/>
                  </a:lnTo>
                  <a:lnTo>
                    <a:pt x="301625" y="125094"/>
                  </a:lnTo>
                  <a:lnTo>
                    <a:pt x="300735" y="126491"/>
                  </a:lnTo>
                  <a:lnTo>
                    <a:pt x="298830" y="127508"/>
                  </a:lnTo>
                  <a:lnTo>
                    <a:pt x="296418" y="128524"/>
                  </a:lnTo>
                  <a:lnTo>
                    <a:pt x="345948" y="128524"/>
                  </a:lnTo>
                  <a:lnTo>
                    <a:pt x="345948" y="116966"/>
                  </a:lnTo>
                  <a:close/>
                </a:path>
                <a:path w="346075" h="346075">
                  <a:moveTo>
                    <a:pt x="105918" y="94741"/>
                  </a:moveTo>
                  <a:lnTo>
                    <a:pt x="49529" y="94741"/>
                  </a:lnTo>
                  <a:lnTo>
                    <a:pt x="51434" y="95250"/>
                  </a:lnTo>
                  <a:lnTo>
                    <a:pt x="53467" y="96774"/>
                  </a:lnTo>
                  <a:lnTo>
                    <a:pt x="78867" y="121792"/>
                  </a:lnTo>
                  <a:lnTo>
                    <a:pt x="105918" y="947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466835" y="3566922"/>
            <a:ext cx="21158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5">
                <a:solidFill>
                  <a:srgbClr val="FFFFFF"/>
                </a:solidFill>
                <a:latin typeface="Segoe UI Light"/>
                <a:cs typeface="Segoe UI Light"/>
              </a:rPr>
              <a:t>DASHBOARD</a:t>
            </a:r>
            <a:r>
              <a:rPr dirty="0" sz="1600" spc="-2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Segoe UI Light"/>
                <a:cs typeface="Segoe UI Light"/>
              </a:rPr>
              <a:t>CREATION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43343" y="5155691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5">
                <a:moveTo>
                  <a:pt x="3290315" y="0"/>
                </a:moveTo>
                <a:lnTo>
                  <a:pt x="370331" y="0"/>
                </a:lnTo>
                <a:lnTo>
                  <a:pt x="323889" y="2886"/>
                </a:lnTo>
                <a:lnTo>
                  <a:pt x="279166" y="11313"/>
                </a:lnTo>
                <a:lnTo>
                  <a:pt x="236507" y="24934"/>
                </a:lnTo>
                <a:lnTo>
                  <a:pt x="196263" y="43401"/>
                </a:lnTo>
                <a:lnTo>
                  <a:pt x="158779" y="66367"/>
                </a:lnTo>
                <a:lnTo>
                  <a:pt x="124403" y="93483"/>
                </a:lnTo>
                <a:lnTo>
                  <a:pt x="93483" y="124403"/>
                </a:lnTo>
                <a:lnTo>
                  <a:pt x="66367" y="158779"/>
                </a:lnTo>
                <a:lnTo>
                  <a:pt x="43401" y="196263"/>
                </a:lnTo>
                <a:lnTo>
                  <a:pt x="24934" y="236507"/>
                </a:lnTo>
                <a:lnTo>
                  <a:pt x="11313" y="279166"/>
                </a:lnTo>
                <a:lnTo>
                  <a:pt x="2886" y="323889"/>
                </a:lnTo>
                <a:lnTo>
                  <a:pt x="0" y="370331"/>
                </a:lnTo>
                <a:lnTo>
                  <a:pt x="2886" y="416786"/>
                </a:lnTo>
                <a:lnTo>
                  <a:pt x="11313" y="461518"/>
                </a:lnTo>
                <a:lnTo>
                  <a:pt x="24934" y="504182"/>
                </a:lnTo>
                <a:lnTo>
                  <a:pt x="43401" y="544429"/>
                </a:lnTo>
                <a:lnTo>
                  <a:pt x="66367" y="581912"/>
                </a:lnTo>
                <a:lnTo>
                  <a:pt x="93483" y="616286"/>
                </a:lnTo>
                <a:lnTo>
                  <a:pt x="124403" y="647202"/>
                </a:lnTo>
                <a:lnTo>
                  <a:pt x="158779" y="674314"/>
                </a:lnTo>
                <a:lnTo>
                  <a:pt x="196263" y="697274"/>
                </a:lnTo>
                <a:lnTo>
                  <a:pt x="236507" y="715737"/>
                </a:lnTo>
                <a:lnTo>
                  <a:pt x="279166" y="729354"/>
                </a:lnTo>
                <a:lnTo>
                  <a:pt x="323889" y="737778"/>
                </a:lnTo>
                <a:lnTo>
                  <a:pt x="370331" y="740663"/>
                </a:lnTo>
                <a:lnTo>
                  <a:pt x="3290315" y="740663"/>
                </a:lnTo>
                <a:lnTo>
                  <a:pt x="3336758" y="737778"/>
                </a:lnTo>
                <a:lnTo>
                  <a:pt x="3381481" y="729354"/>
                </a:lnTo>
                <a:lnTo>
                  <a:pt x="3424140" y="715737"/>
                </a:lnTo>
                <a:lnTo>
                  <a:pt x="3464384" y="697274"/>
                </a:lnTo>
                <a:lnTo>
                  <a:pt x="3501868" y="674314"/>
                </a:lnTo>
                <a:lnTo>
                  <a:pt x="3536244" y="647202"/>
                </a:lnTo>
                <a:lnTo>
                  <a:pt x="3567164" y="616286"/>
                </a:lnTo>
                <a:lnTo>
                  <a:pt x="3594280" y="581912"/>
                </a:lnTo>
                <a:lnTo>
                  <a:pt x="3617246" y="544429"/>
                </a:lnTo>
                <a:lnTo>
                  <a:pt x="3635713" y="504182"/>
                </a:lnTo>
                <a:lnTo>
                  <a:pt x="3649334" y="461518"/>
                </a:lnTo>
                <a:lnTo>
                  <a:pt x="3657761" y="416786"/>
                </a:lnTo>
                <a:lnTo>
                  <a:pt x="3660648" y="370331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5" y="0"/>
                </a:lnTo>
                <a:close/>
              </a:path>
            </a:pathLst>
          </a:custGeom>
          <a:solidFill>
            <a:srgbClr val="F59F2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7490459" y="3235451"/>
            <a:ext cx="940435" cy="940435"/>
            <a:chOff x="7490459" y="3235451"/>
            <a:chExt cx="940435" cy="940435"/>
          </a:xfrm>
        </p:grpSpPr>
        <p:sp>
          <p:nvSpPr>
            <p:cNvPr id="15" name="object 15"/>
            <p:cNvSpPr/>
            <p:nvPr/>
          </p:nvSpPr>
          <p:spPr>
            <a:xfrm>
              <a:off x="7490459" y="3235451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4" h="940435">
                  <a:moveTo>
                    <a:pt x="470154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4"/>
                  </a:lnTo>
                  <a:lnTo>
                    <a:pt x="2426" y="518233"/>
                  </a:lnTo>
                  <a:lnTo>
                    <a:pt x="9549" y="564922"/>
                  </a:lnTo>
                  <a:lnTo>
                    <a:pt x="21132" y="609984"/>
                  </a:lnTo>
                  <a:lnTo>
                    <a:pt x="36939" y="653182"/>
                  </a:lnTo>
                  <a:lnTo>
                    <a:pt x="56733" y="694282"/>
                  </a:lnTo>
                  <a:lnTo>
                    <a:pt x="80280" y="733046"/>
                  </a:lnTo>
                  <a:lnTo>
                    <a:pt x="107342" y="769238"/>
                  </a:lnTo>
                  <a:lnTo>
                    <a:pt x="137683" y="802624"/>
                  </a:lnTo>
                  <a:lnTo>
                    <a:pt x="171069" y="832965"/>
                  </a:lnTo>
                  <a:lnTo>
                    <a:pt x="207261" y="860027"/>
                  </a:lnTo>
                  <a:lnTo>
                    <a:pt x="246025" y="883574"/>
                  </a:lnTo>
                  <a:lnTo>
                    <a:pt x="287125" y="903368"/>
                  </a:lnTo>
                  <a:lnTo>
                    <a:pt x="330323" y="919175"/>
                  </a:lnTo>
                  <a:lnTo>
                    <a:pt x="375385" y="930758"/>
                  </a:lnTo>
                  <a:lnTo>
                    <a:pt x="422074" y="937881"/>
                  </a:lnTo>
                  <a:lnTo>
                    <a:pt x="470154" y="940308"/>
                  </a:lnTo>
                  <a:lnTo>
                    <a:pt x="518233" y="937881"/>
                  </a:lnTo>
                  <a:lnTo>
                    <a:pt x="564922" y="930758"/>
                  </a:lnTo>
                  <a:lnTo>
                    <a:pt x="609984" y="919175"/>
                  </a:lnTo>
                  <a:lnTo>
                    <a:pt x="653182" y="903368"/>
                  </a:lnTo>
                  <a:lnTo>
                    <a:pt x="694282" y="883574"/>
                  </a:lnTo>
                  <a:lnTo>
                    <a:pt x="733046" y="860027"/>
                  </a:lnTo>
                  <a:lnTo>
                    <a:pt x="769238" y="832965"/>
                  </a:lnTo>
                  <a:lnTo>
                    <a:pt x="802624" y="802624"/>
                  </a:lnTo>
                  <a:lnTo>
                    <a:pt x="832965" y="769238"/>
                  </a:lnTo>
                  <a:lnTo>
                    <a:pt x="860027" y="733046"/>
                  </a:lnTo>
                  <a:lnTo>
                    <a:pt x="883574" y="694282"/>
                  </a:lnTo>
                  <a:lnTo>
                    <a:pt x="903368" y="653182"/>
                  </a:lnTo>
                  <a:lnTo>
                    <a:pt x="919175" y="609984"/>
                  </a:lnTo>
                  <a:lnTo>
                    <a:pt x="930758" y="564922"/>
                  </a:lnTo>
                  <a:lnTo>
                    <a:pt x="937881" y="518233"/>
                  </a:lnTo>
                  <a:lnTo>
                    <a:pt x="940308" y="470154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0D82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877555" y="353110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241046" y="0"/>
                  </a:moveTo>
                  <a:lnTo>
                    <a:pt x="234061" y="0"/>
                  </a:lnTo>
                  <a:lnTo>
                    <a:pt x="224027" y="2286"/>
                  </a:lnTo>
                  <a:lnTo>
                    <a:pt x="220979" y="4190"/>
                  </a:lnTo>
                  <a:lnTo>
                    <a:pt x="217932" y="5714"/>
                  </a:lnTo>
                  <a:lnTo>
                    <a:pt x="215646" y="7746"/>
                  </a:lnTo>
                  <a:lnTo>
                    <a:pt x="212978" y="9651"/>
                  </a:lnTo>
                  <a:lnTo>
                    <a:pt x="208661" y="14986"/>
                  </a:lnTo>
                  <a:lnTo>
                    <a:pt x="206755" y="18033"/>
                  </a:lnTo>
                  <a:lnTo>
                    <a:pt x="205613" y="21208"/>
                  </a:lnTo>
                  <a:lnTo>
                    <a:pt x="204089" y="24256"/>
                  </a:lnTo>
                  <a:lnTo>
                    <a:pt x="203326" y="27686"/>
                  </a:lnTo>
                  <a:lnTo>
                    <a:pt x="202946" y="31114"/>
                  </a:lnTo>
                  <a:lnTo>
                    <a:pt x="202946" y="34670"/>
                  </a:lnTo>
                  <a:lnTo>
                    <a:pt x="203326" y="40386"/>
                  </a:lnTo>
                  <a:lnTo>
                    <a:pt x="204470" y="45465"/>
                  </a:lnTo>
                  <a:lnTo>
                    <a:pt x="206375" y="50418"/>
                  </a:lnTo>
                  <a:lnTo>
                    <a:pt x="209423" y="54609"/>
                  </a:lnTo>
                  <a:lnTo>
                    <a:pt x="149098" y="114680"/>
                  </a:lnTo>
                  <a:lnTo>
                    <a:pt x="145669" y="112775"/>
                  </a:lnTo>
                  <a:lnTo>
                    <a:pt x="141859" y="111251"/>
                  </a:lnTo>
                  <a:lnTo>
                    <a:pt x="137541" y="110108"/>
                  </a:lnTo>
                  <a:lnTo>
                    <a:pt x="133350" y="109727"/>
                  </a:lnTo>
                  <a:lnTo>
                    <a:pt x="127253" y="110489"/>
                  </a:lnTo>
                  <a:lnTo>
                    <a:pt x="122174" y="112394"/>
                  </a:lnTo>
                  <a:lnTo>
                    <a:pt x="119507" y="113156"/>
                  </a:lnTo>
                  <a:lnTo>
                    <a:pt x="114935" y="116585"/>
                  </a:lnTo>
                  <a:lnTo>
                    <a:pt x="113029" y="118490"/>
                  </a:lnTo>
                  <a:lnTo>
                    <a:pt x="110744" y="120395"/>
                  </a:lnTo>
                  <a:lnTo>
                    <a:pt x="106425" y="127761"/>
                  </a:lnTo>
                  <a:lnTo>
                    <a:pt x="104140" y="135889"/>
                  </a:lnTo>
                  <a:lnTo>
                    <a:pt x="104140" y="138937"/>
                  </a:lnTo>
                  <a:lnTo>
                    <a:pt x="105664" y="147319"/>
                  </a:lnTo>
                  <a:lnTo>
                    <a:pt x="106807" y="151256"/>
                  </a:lnTo>
                  <a:lnTo>
                    <a:pt x="109220" y="155066"/>
                  </a:lnTo>
                  <a:lnTo>
                    <a:pt x="51562" y="212851"/>
                  </a:lnTo>
                  <a:lnTo>
                    <a:pt x="47625" y="210438"/>
                  </a:lnTo>
                  <a:lnTo>
                    <a:pt x="39243" y="208914"/>
                  </a:lnTo>
                  <a:lnTo>
                    <a:pt x="34925" y="208533"/>
                  </a:lnTo>
                  <a:lnTo>
                    <a:pt x="31496" y="208533"/>
                  </a:lnTo>
                  <a:lnTo>
                    <a:pt x="21463" y="210819"/>
                  </a:lnTo>
                  <a:lnTo>
                    <a:pt x="18415" y="212851"/>
                  </a:lnTo>
                  <a:lnTo>
                    <a:pt x="15367" y="214375"/>
                  </a:lnTo>
                  <a:lnTo>
                    <a:pt x="12700" y="216280"/>
                  </a:lnTo>
                  <a:lnTo>
                    <a:pt x="10033" y="218566"/>
                  </a:lnTo>
                  <a:lnTo>
                    <a:pt x="6096" y="223519"/>
                  </a:lnTo>
                  <a:lnTo>
                    <a:pt x="4572" y="226694"/>
                  </a:lnTo>
                  <a:lnTo>
                    <a:pt x="2667" y="229742"/>
                  </a:lnTo>
                  <a:lnTo>
                    <a:pt x="1143" y="236219"/>
                  </a:lnTo>
                  <a:lnTo>
                    <a:pt x="0" y="239775"/>
                  </a:lnTo>
                  <a:lnTo>
                    <a:pt x="0" y="246633"/>
                  </a:lnTo>
                  <a:lnTo>
                    <a:pt x="1143" y="250062"/>
                  </a:lnTo>
                  <a:lnTo>
                    <a:pt x="2667" y="256666"/>
                  </a:lnTo>
                  <a:lnTo>
                    <a:pt x="4572" y="259714"/>
                  </a:lnTo>
                  <a:lnTo>
                    <a:pt x="31496" y="277875"/>
                  </a:lnTo>
                  <a:lnTo>
                    <a:pt x="38480" y="277875"/>
                  </a:lnTo>
                  <a:lnTo>
                    <a:pt x="63373" y="262762"/>
                  </a:lnTo>
                  <a:lnTo>
                    <a:pt x="65404" y="259714"/>
                  </a:lnTo>
                  <a:lnTo>
                    <a:pt x="66928" y="256666"/>
                  </a:lnTo>
                  <a:lnTo>
                    <a:pt x="68072" y="253618"/>
                  </a:lnTo>
                  <a:lnTo>
                    <a:pt x="69596" y="246633"/>
                  </a:lnTo>
                  <a:lnTo>
                    <a:pt x="69596" y="239775"/>
                  </a:lnTo>
                  <a:lnTo>
                    <a:pt x="69215" y="236600"/>
                  </a:lnTo>
                  <a:lnTo>
                    <a:pt x="68452" y="233552"/>
                  </a:lnTo>
                  <a:lnTo>
                    <a:pt x="66928" y="230504"/>
                  </a:lnTo>
                  <a:lnTo>
                    <a:pt x="65786" y="227456"/>
                  </a:lnTo>
                  <a:lnTo>
                    <a:pt x="64516" y="225043"/>
                  </a:lnTo>
                  <a:lnTo>
                    <a:pt x="62611" y="222376"/>
                  </a:lnTo>
                  <a:lnTo>
                    <a:pt x="60325" y="219709"/>
                  </a:lnTo>
                  <a:lnTo>
                    <a:pt x="117221" y="163194"/>
                  </a:lnTo>
                  <a:lnTo>
                    <a:pt x="121412" y="165480"/>
                  </a:lnTo>
                  <a:lnTo>
                    <a:pt x="126111" y="166623"/>
                  </a:lnTo>
                  <a:lnTo>
                    <a:pt x="120650" y="175894"/>
                  </a:lnTo>
                  <a:lnTo>
                    <a:pt x="107188" y="218566"/>
                  </a:lnTo>
                  <a:lnTo>
                    <a:pt x="104140" y="254761"/>
                  </a:lnTo>
                  <a:lnTo>
                    <a:pt x="104140" y="289813"/>
                  </a:lnTo>
                  <a:lnTo>
                    <a:pt x="85725" y="289813"/>
                  </a:lnTo>
                  <a:lnTo>
                    <a:pt x="83820" y="290575"/>
                  </a:lnTo>
                  <a:lnTo>
                    <a:pt x="82296" y="292480"/>
                  </a:lnTo>
                  <a:lnTo>
                    <a:pt x="81534" y="294004"/>
                  </a:lnTo>
                  <a:lnTo>
                    <a:pt x="81534" y="342899"/>
                  </a:lnTo>
                  <a:lnTo>
                    <a:pt x="82296" y="344804"/>
                  </a:lnTo>
                  <a:lnTo>
                    <a:pt x="83820" y="346709"/>
                  </a:lnTo>
                  <a:lnTo>
                    <a:pt x="85725" y="347471"/>
                  </a:lnTo>
                  <a:lnTo>
                    <a:pt x="134112" y="347471"/>
                  </a:lnTo>
                  <a:lnTo>
                    <a:pt x="136398" y="346709"/>
                  </a:lnTo>
                  <a:lnTo>
                    <a:pt x="137160" y="345566"/>
                  </a:lnTo>
                  <a:lnTo>
                    <a:pt x="138429" y="344804"/>
                  </a:lnTo>
                  <a:lnTo>
                    <a:pt x="139192" y="342899"/>
                  </a:lnTo>
                  <a:lnTo>
                    <a:pt x="139192" y="294004"/>
                  </a:lnTo>
                  <a:lnTo>
                    <a:pt x="138429" y="292480"/>
                  </a:lnTo>
                  <a:lnTo>
                    <a:pt x="136398" y="290575"/>
                  </a:lnTo>
                  <a:lnTo>
                    <a:pt x="134112" y="289813"/>
                  </a:lnTo>
                  <a:lnTo>
                    <a:pt x="116077" y="289813"/>
                  </a:lnTo>
                  <a:lnTo>
                    <a:pt x="116077" y="254761"/>
                  </a:lnTo>
                  <a:lnTo>
                    <a:pt x="121793" y="206628"/>
                  </a:lnTo>
                  <a:lnTo>
                    <a:pt x="131825" y="180466"/>
                  </a:lnTo>
                  <a:lnTo>
                    <a:pt x="133730" y="175894"/>
                  </a:lnTo>
                  <a:lnTo>
                    <a:pt x="136398" y="171576"/>
                  </a:lnTo>
                  <a:lnTo>
                    <a:pt x="139573" y="167004"/>
                  </a:lnTo>
                  <a:lnTo>
                    <a:pt x="143383" y="165861"/>
                  </a:lnTo>
                  <a:lnTo>
                    <a:pt x="147193" y="163956"/>
                  </a:lnTo>
                  <a:lnTo>
                    <a:pt x="161798" y="143128"/>
                  </a:lnTo>
                  <a:lnTo>
                    <a:pt x="176022" y="133857"/>
                  </a:lnTo>
                  <a:lnTo>
                    <a:pt x="214884" y="119633"/>
                  </a:lnTo>
                  <a:lnTo>
                    <a:pt x="227965" y="117728"/>
                  </a:lnTo>
                  <a:lnTo>
                    <a:pt x="234442" y="116585"/>
                  </a:lnTo>
                  <a:lnTo>
                    <a:pt x="247903" y="115823"/>
                  </a:lnTo>
                  <a:lnTo>
                    <a:pt x="289814" y="115823"/>
                  </a:lnTo>
                  <a:lnTo>
                    <a:pt x="289814" y="133857"/>
                  </a:lnTo>
                  <a:lnTo>
                    <a:pt x="290195" y="135508"/>
                  </a:lnTo>
                  <a:lnTo>
                    <a:pt x="290575" y="136270"/>
                  </a:lnTo>
                  <a:lnTo>
                    <a:pt x="292480" y="138175"/>
                  </a:lnTo>
                  <a:lnTo>
                    <a:pt x="294004" y="138937"/>
                  </a:lnTo>
                  <a:lnTo>
                    <a:pt x="342900" y="138937"/>
                  </a:lnTo>
                  <a:lnTo>
                    <a:pt x="344804" y="138175"/>
                  </a:lnTo>
                  <a:lnTo>
                    <a:pt x="345567" y="137032"/>
                  </a:lnTo>
                  <a:lnTo>
                    <a:pt x="346710" y="136270"/>
                  </a:lnTo>
                  <a:lnTo>
                    <a:pt x="347091" y="135508"/>
                  </a:lnTo>
                  <a:lnTo>
                    <a:pt x="347472" y="133095"/>
                  </a:lnTo>
                  <a:lnTo>
                    <a:pt x="347472" y="85470"/>
                  </a:lnTo>
                  <a:lnTo>
                    <a:pt x="346710" y="83438"/>
                  </a:lnTo>
                  <a:lnTo>
                    <a:pt x="344804" y="81914"/>
                  </a:lnTo>
                  <a:lnTo>
                    <a:pt x="342900" y="81152"/>
                  </a:lnTo>
                  <a:lnTo>
                    <a:pt x="341757" y="81152"/>
                  </a:lnTo>
                  <a:lnTo>
                    <a:pt x="294004" y="81152"/>
                  </a:lnTo>
                  <a:lnTo>
                    <a:pt x="291338" y="82676"/>
                  </a:lnTo>
                  <a:lnTo>
                    <a:pt x="290575" y="83438"/>
                  </a:lnTo>
                  <a:lnTo>
                    <a:pt x="289814" y="85470"/>
                  </a:lnTo>
                  <a:lnTo>
                    <a:pt x="289814" y="104266"/>
                  </a:lnTo>
                  <a:lnTo>
                    <a:pt x="254889" y="104266"/>
                  </a:lnTo>
                  <a:lnTo>
                    <a:pt x="241046" y="104647"/>
                  </a:lnTo>
                  <a:lnTo>
                    <a:pt x="221361" y="106552"/>
                  </a:lnTo>
                  <a:lnTo>
                    <a:pt x="215646" y="108076"/>
                  </a:lnTo>
                  <a:lnTo>
                    <a:pt x="203326" y="110489"/>
                  </a:lnTo>
                  <a:lnTo>
                    <a:pt x="197230" y="112394"/>
                  </a:lnTo>
                  <a:lnTo>
                    <a:pt x="191389" y="114680"/>
                  </a:lnTo>
                  <a:lnTo>
                    <a:pt x="186054" y="116204"/>
                  </a:lnTo>
                  <a:lnTo>
                    <a:pt x="175641" y="121157"/>
                  </a:lnTo>
                  <a:lnTo>
                    <a:pt x="170307" y="124332"/>
                  </a:lnTo>
                  <a:lnTo>
                    <a:pt x="165608" y="126618"/>
                  </a:lnTo>
                  <a:lnTo>
                    <a:pt x="160654" y="129666"/>
                  </a:lnTo>
                  <a:lnTo>
                    <a:pt x="159512" y="126237"/>
                  </a:lnTo>
                  <a:lnTo>
                    <a:pt x="157225" y="122808"/>
                  </a:lnTo>
                  <a:lnTo>
                    <a:pt x="217170" y="62737"/>
                  </a:lnTo>
                  <a:lnTo>
                    <a:pt x="226822" y="67690"/>
                  </a:lnTo>
                  <a:lnTo>
                    <a:pt x="229489" y="68452"/>
                  </a:lnTo>
                  <a:lnTo>
                    <a:pt x="234442" y="69214"/>
                  </a:lnTo>
                  <a:lnTo>
                    <a:pt x="241046" y="69214"/>
                  </a:lnTo>
                  <a:lnTo>
                    <a:pt x="247523" y="67690"/>
                  </a:lnTo>
                  <a:lnTo>
                    <a:pt x="250951" y="66547"/>
                  </a:lnTo>
                  <a:lnTo>
                    <a:pt x="254126" y="65024"/>
                  </a:lnTo>
                  <a:lnTo>
                    <a:pt x="256794" y="63118"/>
                  </a:lnTo>
                  <a:lnTo>
                    <a:pt x="259842" y="61594"/>
                  </a:lnTo>
                  <a:lnTo>
                    <a:pt x="264033" y="56514"/>
                  </a:lnTo>
                  <a:lnTo>
                    <a:pt x="266319" y="54228"/>
                  </a:lnTo>
                  <a:lnTo>
                    <a:pt x="269494" y="48132"/>
                  </a:lnTo>
                  <a:lnTo>
                    <a:pt x="270637" y="44957"/>
                  </a:lnTo>
                  <a:lnTo>
                    <a:pt x="271399" y="41528"/>
                  </a:lnTo>
                  <a:lnTo>
                    <a:pt x="271779" y="38100"/>
                  </a:lnTo>
                  <a:lnTo>
                    <a:pt x="272542" y="34670"/>
                  </a:lnTo>
                  <a:lnTo>
                    <a:pt x="271779" y="31114"/>
                  </a:lnTo>
                  <a:lnTo>
                    <a:pt x="271399" y="27686"/>
                  </a:lnTo>
                  <a:lnTo>
                    <a:pt x="270637" y="24256"/>
                  </a:lnTo>
                  <a:lnTo>
                    <a:pt x="250951" y="2286"/>
                  </a:lnTo>
                  <a:lnTo>
                    <a:pt x="2410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846821" y="5387441"/>
            <a:ext cx="18573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solidFill>
                  <a:srgbClr val="FFFFFF"/>
                </a:solidFill>
                <a:latin typeface="Segoe UI Light"/>
                <a:cs typeface="Segoe UI Light"/>
              </a:rPr>
              <a:t>D</a:t>
            </a:r>
            <a:r>
              <a:rPr dirty="0" sz="1600" spc="-17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dirty="0" sz="1600" spc="-190">
                <a:solidFill>
                  <a:srgbClr val="FFFFFF"/>
                </a:solidFill>
                <a:latin typeface="Segoe UI Light"/>
                <a:cs typeface="Segoe UI Light"/>
              </a:rPr>
              <a:t>T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Segoe UI Light"/>
                <a:cs typeface="Segoe UI Light"/>
              </a:rPr>
              <a:t>V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dirty="0" sz="1600" spc="-10">
                <a:solidFill>
                  <a:srgbClr val="FFFFFF"/>
                </a:solidFill>
                <a:latin typeface="Segoe UI Light"/>
                <a:cs typeface="Segoe UI Light"/>
              </a:rPr>
              <a:t>S</a:t>
            </a:r>
            <a:r>
              <a:rPr dirty="0" sz="1600" spc="-55">
                <a:solidFill>
                  <a:srgbClr val="FFFFFF"/>
                </a:solidFill>
                <a:latin typeface="Segoe UI Light"/>
                <a:cs typeface="Segoe UI Light"/>
              </a:rPr>
              <a:t>U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ALIZ</a:t>
            </a:r>
            <a:r>
              <a:rPr dirty="0" sz="1600" spc="-175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dirty="0" sz="1600" spc="-10">
                <a:solidFill>
                  <a:srgbClr val="FFFFFF"/>
                </a:solidFill>
                <a:latin typeface="Segoe UI Light"/>
                <a:cs typeface="Segoe UI Light"/>
              </a:rPr>
              <a:t>TI</a:t>
            </a:r>
            <a:r>
              <a:rPr dirty="0" sz="1600" spc="-15">
                <a:solidFill>
                  <a:srgbClr val="FFFFFF"/>
                </a:solidFill>
                <a:latin typeface="Segoe UI Light"/>
                <a:cs typeface="Segoe UI Light"/>
              </a:rPr>
              <a:t>O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N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88008" y="1613916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4">
                <a:moveTo>
                  <a:pt x="3290316" y="0"/>
                </a:moveTo>
                <a:lnTo>
                  <a:pt x="370331" y="0"/>
                </a:lnTo>
                <a:lnTo>
                  <a:pt x="323889" y="2886"/>
                </a:lnTo>
                <a:lnTo>
                  <a:pt x="279166" y="11313"/>
                </a:lnTo>
                <a:lnTo>
                  <a:pt x="236507" y="24934"/>
                </a:lnTo>
                <a:lnTo>
                  <a:pt x="196263" y="43401"/>
                </a:lnTo>
                <a:lnTo>
                  <a:pt x="158779" y="66367"/>
                </a:lnTo>
                <a:lnTo>
                  <a:pt x="124403" y="93483"/>
                </a:lnTo>
                <a:lnTo>
                  <a:pt x="93483" y="124403"/>
                </a:lnTo>
                <a:lnTo>
                  <a:pt x="66367" y="158779"/>
                </a:lnTo>
                <a:lnTo>
                  <a:pt x="43401" y="196263"/>
                </a:lnTo>
                <a:lnTo>
                  <a:pt x="24934" y="236507"/>
                </a:lnTo>
                <a:lnTo>
                  <a:pt x="11313" y="279166"/>
                </a:lnTo>
                <a:lnTo>
                  <a:pt x="2886" y="323889"/>
                </a:lnTo>
                <a:lnTo>
                  <a:pt x="0" y="370332"/>
                </a:lnTo>
                <a:lnTo>
                  <a:pt x="2886" y="416774"/>
                </a:lnTo>
                <a:lnTo>
                  <a:pt x="11313" y="461497"/>
                </a:lnTo>
                <a:lnTo>
                  <a:pt x="24934" y="504156"/>
                </a:lnTo>
                <a:lnTo>
                  <a:pt x="43401" y="544400"/>
                </a:lnTo>
                <a:lnTo>
                  <a:pt x="66367" y="581884"/>
                </a:lnTo>
                <a:lnTo>
                  <a:pt x="93483" y="616260"/>
                </a:lnTo>
                <a:lnTo>
                  <a:pt x="124403" y="647180"/>
                </a:lnTo>
                <a:lnTo>
                  <a:pt x="158779" y="674296"/>
                </a:lnTo>
                <a:lnTo>
                  <a:pt x="196263" y="697262"/>
                </a:lnTo>
                <a:lnTo>
                  <a:pt x="236507" y="715729"/>
                </a:lnTo>
                <a:lnTo>
                  <a:pt x="279166" y="729350"/>
                </a:lnTo>
                <a:lnTo>
                  <a:pt x="323889" y="737777"/>
                </a:lnTo>
                <a:lnTo>
                  <a:pt x="370331" y="740663"/>
                </a:lnTo>
                <a:lnTo>
                  <a:pt x="3290316" y="740663"/>
                </a:lnTo>
                <a:lnTo>
                  <a:pt x="3336758" y="737777"/>
                </a:lnTo>
                <a:lnTo>
                  <a:pt x="3381481" y="729350"/>
                </a:lnTo>
                <a:lnTo>
                  <a:pt x="3424140" y="715729"/>
                </a:lnTo>
                <a:lnTo>
                  <a:pt x="3464384" y="697262"/>
                </a:lnTo>
                <a:lnTo>
                  <a:pt x="3501868" y="674296"/>
                </a:lnTo>
                <a:lnTo>
                  <a:pt x="3536244" y="647180"/>
                </a:lnTo>
                <a:lnTo>
                  <a:pt x="3567164" y="616260"/>
                </a:lnTo>
                <a:lnTo>
                  <a:pt x="3594280" y="581884"/>
                </a:lnTo>
                <a:lnTo>
                  <a:pt x="3617246" y="544400"/>
                </a:lnTo>
                <a:lnTo>
                  <a:pt x="3635713" y="504156"/>
                </a:lnTo>
                <a:lnTo>
                  <a:pt x="3649334" y="461497"/>
                </a:lnTo>
                <a:lnTo>
                  <a:pt x="3657761" y="416774"/>
                </a:lnTo>
                <a:lnTo>
                  <a:pt x="3660647" y="370332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6" y="0"/>
                </a:lnTo>
                <a:close/>
              </a:path>
            </a:pathLst>
          </a:custGeom>
          <a:solidFill>
            <a:srgbClr val="11ADC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6832092" y="5055108"/>
            <a:ext cx="940435" cy="940435"/>
            <a:chOff x="6832092" y="5055108"/>
            <a:chExt cx="940435" cy="940435"/>
          </a:xfrm>
        </p:grpSpPr>
        <p:sp>
          <p:nvSpPr>
            <p:cNvPr id="20" name="object 20"/>
            <p:cNvSpPr/>
            <p:nvPr/>
          </p:nvSpPr>
          <p:spPr>
            <a:xfrm>
              <a:off x="6832092" y="5055108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4" h="940435">
                  <a:moveTo>
                    <a:pt x="470153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4"/>
                  </a:lnTo>
                  <a:lnTo>
                    <a:pt x="2426" y="518225"/>
                  </a:lnTo>
                  <a:lnTo>
                    <a:pt x="9549" y="564907"/>
                  </a:lnTo>
                  <a:lnTo>
                    <a:pt x="21132" y="609965"/>
                  </a:lnTo>
                  <a:lnTo>
                    <a:pt x="36939" y="653161"/>
                  </a:lnTo>
                  <a:lnTo>
                    <a:pt x="56733" y="694259"/>
                  </a:lnTo>
                  <a:lnTo>
                    <a:pt x="80280" y="733023"/>
                  </a:lnTo>
                  <a:lnTo>
                    <a:pt x="107342" y="769217"/>
                  </a:lnTo>
                  <a:lnTo>
                    <a:pt x="137683" y="802605"/>
                  </a:lnTo>
                  <a:lnTo>
                    <a:pt x="171069" y="832949"/>
                  </a:lnTo>
                  <a:lnTo>
                    <a:pt x="207261" y="860014"/>
                  </a:lnTo>
                  <a:lnTo>
                    <a:pt x="246025" y="883564"/>
                  </a:lnTo>
                  <a:lnTo>
                    <a:pt x="287125" y="903361"/>
                  </a:lnTo>
                  <a:lnTo>
                    <a:pt x="330323" y="919171"/>
                  </a:lnTo>
                  <a:lnTo>
                    <a:pt x="375385" y="930756"/>
                  </a:lnTo>
                  <a:lnTo>
                    <a:pt x="422074" y="937880"/>
                  </a:lnTo>
                  <a:lnTo>
                    <a:pt x="470153" y="940308"/>
                  </a:lnTo>
                  <a:lnTo>
                    <a:pt x="518233" y="937880"/>
                  </a:lnTo>
                  <a:lnTo>
                    <a:pt x="564922" y="930756"/>
                  </a:lnTo>
                  <a:lnTo>
                    <a:pt x="609984" y="919171"/>
                  </a:lnTo>
                  <a:lnTo>
                    <a:pt x="653182" y="903361"/>
                  </a:lnTo>
                  <a:lnTo>
                    <a:pt x="694282" y="883564"/>
                  </a:lnTo>
                  <a:lnTo>
                    <a:pt x="733046" y="860014"/>
                  </a:lnTo>
                  <a:lnTo>
                    <a:pt x="769238" y="832949"/>
                  </a:lnTo>
                  <a:lnTo>
                    <a:pt x="802624" y="802605"/>
                  </a:lnTo>
                  <a:lnTo>
                    <a:pt x="832965" y="769217"/>
                  </a:lnTo>
                  <a:lnTo>
                    <a:pt x="860027" y="733023"/>
                  </a:lnTo>
                  <a:lnTo>
                    <a:pt x="883574" y="694259"/>
                  </a:lnTo>
                  <a:lnTo>
                    <a:pt x="903368" y="653161"/>
                  </a:lnTo>
                  <a:lnTo>
                    <a:pt x="919175" y="609965"/>
                  </a:lnTo>
                  <a:lnTo>
                    <a:pt x="930758" y="564907"/>
                  </a:lnTo>
                  <a:lnTo>
                    <a:pt x="937881" y="518225"/>
                  </a:lnTo>
                  <a:lnTo>
                    <a:pt x="940307" y="470154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3" y="0"/>
                  </a:lnTo>
                  <a:close/>
                </a:path>
              </a:pathLst>
            </a:custGeom>
            <a:solidFill>
              <a:srgbClr val="CA790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133844" y="5355336"/>
              <a:ext cx="220979" cy="288290"/>
            </a:xfrm>
            <a:custGeom>
              <a:avLst/>
              <a:gdLst/>
              <a:ahLst/>
              <a:cxnLst/>
              <a:rect l="l" t="t" r="r" b="b"/>
              <a:pathLst>
                <a:path w="220979" h="288289">
                  <a:moveTo>
                    <a:pt x="156463" y="0"/>
                  </a:moveTo>
                  <a:lnTo>
                    <a:pt x="140080" y="0"/>
                  </a:lnTo>
                  <a:lnTo>
                    <a:pt x="132841" y="1015"/>
                  </a:lnTo>
                  <a:lnTo>
                    <a:pt x="125222" y="2920"/>
                  </a:lnTo>
                  <a:lnTo>
                    <a:pt x="117982" y="4317"/>
                  </a:lnTo>
                  <a:lnTo>
                    <a:pt x="111251" y="7619"/>
                  </a:lnTo>
                  <a:lnTo>
                    <a:pt x="104901" y="10540"/>
                  </a:lnTo>
                  <a:lnTo>
                    <a:pt x="98171" y="17271"/>
                  </a:lnTo>
                  <a:lnTo>
                    <a:pt x="96774" y="20065"/>
                  </a:lnTo>
                  <a:lnTo>
                    <a:pt x="93345" y="20065"/>
                  </a:lnTo>
                  <a:lnTo>
                    <a:pt x="90042" y="20573"/>
                  </a:lnTo>
                  <a:lnTo>
                    <a:pt x="74675" y="35940"/>
                  </a:lnTo>
                  <a:lnTo>
                    <a:pt x="74675" y="46862"/>
                  </a:lnTo>
                  <a:lnTo>
                    <a:pt x="76580" y="57403"/>
                  </a:lnTo>
                  <a:lnTo>
                    <a:pt x="78994" y="66039"/>
                  </a:lnTo>
                  <a:lnTo>
                    <a:pt x="78994" y="66547"/>
                  </a:lnTo>
                  <a:lnTo>
                    <a:pt x="76580" y="68960"/>
                  </a:lnTo>
                  <a:lnTo>
                    <a:pt x="74167" y="72262"/>
                  </a:lnTo>
                  <a:lnTo>
                    <a:pt x="72644" y="74675"/>
                  </a:lnTo>
                  <a:lnTo>
                    <a:pt x="71754" y="81279"/>
                  </a:lnTo>
                  <a:lnTo>
                    <a:pt x="71754" y="88010"/>
                  </a:lnTo>
                  <a:lnTo>
                    <a:pt x="72262" y="91439"/>
                  </a:lnTo>
                  <a:lnTo>
                    <a:pt x="72644" y="93725"/>
                  </a:lnTo>
                  <a:lnTo>
                    <a:pt x="74167" y="96138"/>
                  </a:lnTo>
                  <a:lnTo>
                    <a:pt x="75056" y="98551"/>
                  </a:lnTo>
                  <a:lnTo>
                    <a:pt x="76580" y="100456"/>
                  </a:lnTo>
                  <a:lnTo>
                    <a:pt x="78485" y="102361"/>
                  </a:lnTo>
                  <a:lnTo>
                    <a:pt x="80390" y="103377"/>
                  </a:lnTo>
                  <a:lnTo>
                    <a:pt x="80899" y="108584"/>
                  </a:lnTo>
                  <a:lnTo>
                    <a:pt x="81406" y="113410"/>
                  </a:lnTo>
                  <a:lnTo>
                    <a:pt x="82803" y="117728"/>
                  </a:lnTo>
                  <a:lnTo>
                    <a:pt x="83820" y="122047"/>
                  </a:lnTo>
                  <a:lnTo>
                    <a:pt x="86232" y="129666"/>
                  </a:lnTo>
                  <a:lnTo>
                    <a:pt x="90042" y="136778"/>
                  </a:lnTo>
                  <a:lnTo>
                    <a:pt x="93852" y="142112"/>
                  </a:lnTo>
                  <a:lnTo>
                    <a:pt x="97789" y="146430"/>
                  </a:lnTo>
                  <a:lnTo>
                    <a:pt x="101091" y="150240"/>
                  </a:lnTo>
                  <a:lnTo>
                    <a:pt x="103504" y="152653"/>
                  </a:lnTo>
                  <a:lnTo>
                    <a:pt x="103504" y="174116"/>
                  </a:lnTo>
                  <a:lnTo>
                    <a:pt x="96774" y="176529"/>
                  </a:lnTo>
                  <a:lnTo>
                    <a:pt x="89534" y="179450"/>
                  </a:lnTo>
                  <a:lnTo>
                    <a:pt x="82296" y="182244"/>
                  </a:lnTo>
                  <a:lnTo>
                    <a:pt x="74675" y="183769"/>
                  </a:lnTo>
                  <a:lnTo>
                    <a:pt x="51053" y="191897"/>
                  </a:lnTo>
                  <a:lnTo>
                    <a:pt x="40004" y="196214"/>
                  </a:lnTo>
                  <a:lnTo>
                    <a:pt x="22098" y="204723"/>
                  </a:lnTo>
                  <a:lnTo>
                    <a:pt x="15366" y="209550"/>
                  </a:lnTo>
                  <a:lnTo>
                    <a:pt x="12953" y="212470"/>
                  </a:lnTo>
                  <a:lnTo>
                    <a:pt x="10540" y="214883"/>
                  </a:lnTo>
                  <a:lnTo>
                    <a:pt x="1015" y="258368"/>
                  </a:lnTo>
                  <a:lnTo>
                    <a:pt x="0" y="274154"/>
                  </a:lnTo>
                  <a:lnTo>
                    <a:pt x="0" y="281813"/>
                  </a:lnTo>
                  <a:lnTo>
                    <a:pt x="507" y="284213"/>
                  </a:lnTo>
                  <a:lnTo>
                    <a:pt x="1904" y="286118"/>
                  </a:lnTo>
                  <a:lnTo>
                    <a:pt x="3428" y="287083"/>
                  </a:lnTo>
                  <a:lnTo>
                    <a:pt x="5333" y="288035"/>
                  </a:lnTo>
                  <a:lnTo>
                    <a:pt x="168528" y="288035"/>
                  </a:lnTo>
                  <a:lnTo>
                    <a:pt x="166624" y="284213"/>
                  </a:lnTo>
                  <a:lnTo>
                    <a:pt x="166115" y="281813"/>
                  </a:lnTo>
                  <a:lnTo>
                    <a:pt x="166115" y="279895"/>
                  </a:lnTo>
                  <a:lnTo>
                    <a:pt x="167512" y="277990"/>
                  </a:lnTo>
                  <a:lnTo>
                    <a:pt x="169417" y="276072"/>
                  </a:lnTo>
                  <a:lnTo>
                    <a:pt x="183006" y="267944"/>
                  </a:lnTo>
                  <a:lnTo>
                    <a:pt x="182499" y="263156"/>
                  </a:lnTo>
                  <a:lnTo>
                    <a:pt x="182499" y="253580"/>
                  </a:lnTo>
                  <a:lnTo>
                    <a:pt x="183006" y="248323"/>
                  </a:lnTo>
                  <a:lnTo>
                    <a:pt x="169417" y="240664"/>
                  </a:lnTo>
                  <a:lnTo>
                    <a:pt x="167512" y="238747"/>
                  </a:lnTo>
                  <a:lnTo>
                    <a:pt x="166115" y="236842"/>
                  </a:lnTo>
                  <a:lnTo>
                    <a:pt x="166115" y="234441"/>
                  </a:lnTo>
                  <a:lnTo>
                    <a:pt x="166624" y="232536"/>
                  </a:lnTo>
                  <a:lnTo>
                    <a:pt x="191134" y="191388"/>
                  </a:lnTo>
                  <a:lnTo>
                    <a:pt x="192150" y="189991"/>
                  </a:lnTo>
                  <a:lnTo>
                    <a:pt x="194055" y="188975"/>
                  </a:lnTo>
                  <a:lnTo>
                    <a:pt x="213051" y="188975"/>
                  </a:lnTo>
                  <a:lnTo>
                    <a:pt x="204088" y="185673"/>
                  </a:lnTo>
                  <a:lnTo>
                    <a:pt x="198374" y="183769"/>
                  </a:lnTo>
                  <a:lnTo>
                    <a:pt x="192531" y="181355"/>
                  </a:lnTo>
                  <a:lnTo>
                    <a:pt x="187325" y="179450"/>
                  </a:lnTo>
                  <a:lnTo>
                    <a:pt x="180975" y="177037"/>
                  </a:lnTo>
                  <a:lnTo>
                    <a:pt x="177164" y="176022"/>
                  </a:lnTo>
                  <a:lnTo>
                    <a:pt x="173735" y="174116"/>
                  </a:lnTo>
                  <a:lnTo>
                    <a:pt x="173735" y="146938"/>
                  </a:lnTo>
                  <a:lnTo>
                    <a:pt x="176149" y="144525"/>
                  </a:lnTo>
                  <a:lnTo>
                    <a:pt x="179070" y="142112"/>
                  </a:lnTo>
                  <a:lnTo>
                    <a:pt x="182499" y="137794"/>
                  </a:lnTo>
                  <a:lnTo>
                    <a:pt x="193548" y="103377"/>
                  </a:lnTo>
                  <a:lnTo>
                    <a:pt x="195452" y="102361"/>
                  </a:lnTo>
                  <a:lnTo>
                    <a:pt x="201295" y="91439"/>
                  </a:lnTo>
                  <a:lnTo>
                    <a:pt x="202069" y="88010"/>
                  </a:lnTo>
                  <a:lnTo>
                    <a:pt x="202183" y="78485"/>
                  </a:lnTo>
                  <a:lnTo>
                    <a:pt x="200278" y="72770"/>
                  </a:lnTo>
                  <a:lnTo>
                    <a:pt x="198374" y="68960"/>
                  </a:lnTo>
                  <a:lnTo>
                    <a:pt x="195452" y="65531"/>
                  </a:lnTo>
                  <a:lnTo>
                    <a:pt x="198374" y="57911"/>
                  </a:lnTo>
                  <a:lnTo>
                    <a:pt x="200786" y="48386"/>
                  </a:lnTo>
                  <a:lnTo>
                    <a:pt x="202183" y="42544"/>
                  </a:lnTo>
                  <a:lnTo>
                    <a:pt x="202183" y="31114"/>
                  </a:lnTo>
                  <a:lnTo>
                    <a:pt x="200786" y="25400"/>
                  </a:lnTo>
                  <a:lnTo>
                    <a:pt x="199771" y="21589"/>
                  </a:lnTo>
                  <a:lnTo>
                    <a:pt x="198374" y="18668"/>
                  </a:lnTo>
                  <a:lnTo>
                    <a:pt x="195960" y="16255"/>
                  </a:lnTo>
                  <a:lnTo>
                    <a:pt x="194055" y="12953"/>
                  </a:lnTo>
                  <a:lnTo>
                    <a:pt x="191134" y="11429"/>
                  </a:lnTo>
                  <a:lnTo>
                    <a:pt x="187705" y="8635"/>
                  </a:lnTo>
                  <a:lnTo>
                    <a:pt x="183896" y="7238"/>
                  </a:lnTo>
                  <a:lnTo>
                    <a:pt x="180975" y="5714"/>
                  </a:lnTo>
                  <a:lnTo>
                    <a:pt x="172847" y="3301"/>
                  </a:lnTo>
                  <a:lnTo>
                    <a:pt x="164210" y="1396"/>
                  </a:lnTo>
                  <a:lnTo>
                    <a:pt x="156463" y="0"/>
                  </a:lnTo>
                  <a:close/>
                </a:path>
                <a:path w="220979" h="288289">
                  <a:moveTo>
                    <a:pt x="213051" y="188975"/>
                  </a:moveTo>
                  <a:lnTo>
                    <a:pt x="196469" y="188975"/>
                  </a:lnTo>
                  <a:lnTo>
                    <a:pt x="198881" y="189483"/>
                  </a:lnTo>
                  <a:lnTo>
                    <a:pt x="212344" y="197611"/>
                  </a:lnTo>
                  <a:lnTo>
                    <a:pt x="216661" y="194309"/>
                  </a:lnTo>
                  <a:lnTo>
                    <a:pt x="220979" y="191897"/>
                  </a:lnTo>
                  <a:lnTo>
                    <a:pt x="213051" y="1889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2152" y="5533644"/>
              <a:ext cx="160020" cy="16154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695701" y="1845691"/>
            <a:ext cx="14458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solidFill>
                  <a:srgbClr val="FFFFFF"/>
                </a:solidFill>
                <a:latin typeface="Segoe UI Light"/>
                <a:cs typeface="Segoe UI Light"/>
              </a:rPr>
              <a:t>D</a:t>
            </a:r>
            <a:r>
              <a:rPr dirty="0" sz="1600" spc="-17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dirty="0" sz="1600" spc="-190">
                <a:solidFill>
                  <a:srgbClr val="FFFFFF"/>
                </a:solidFill>
                <a:latin typeface="Segoe UI Light"/>
                <a:cs typeface="Segoe UI Light"/>
              </a:rPr>
              <a:t>T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Segoe UI Light"/>
                <a:cs typeface="Segoe UI Light"/>
              </a:rPr>
              <a:t>CL</a:t>
            </a:r>
            <a:r>
              <a:rPr dirty="0" sz="1600">
                <a:solidFill>
                  <a:srgbClr val="FFFFFF"/>
                </a:solidFill>
                <a:latin typeface="Segoe UI Light"/>
                <a:cs typeface="Segoe UI Light"/>
              </a:rPr>
              <a:t>E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ANI</a:t>
            </a:r>
            <a:r>
              <a:rPr dirty="0" sz="1600" spc="-15">
                <a:solidFill>
                  <a:srgbClr val="FFFFFF"/>
                </a:solidFill>
                <a:latin typeface="Segoe UI Light"/>
                <a:cs typeface="Segoe UI Light"/>
              </a:rPr>
              <a:t>N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G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52272" y="3345179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5">
                <a:moveTo>
                  <a:pt x="3290316" y="0"/>
                </a:moveTo>
                <a:lnTo>
                  <a:pt x="370331" y="0"/>
                </a:lnTo>
                <a:lnTo>
                  <a:pt x="323877" y="2886"/>
                </a:lnTo>
                <a:lnTo>
                  <a:pt x="279145" y="11313"/>
                </a:lnTo>
                <a:lnTo>
                  <a:pt x="236481" y="24934"/>
                </a:lnTo>
                <a:lnTo>
                  <a:pt x="196234" y="43401"/>
                </a:lnTo>
                <a:lnTo>
                  <a:pt x="158751" y="66367"/>
                </a:lnTo>
                <a:lnTo>
                  <a:pt x="124377" y="93483"/>
                </a:lnTo>
                <a:lnTo>
                  <a:pt x="93461" y="124403"/>
                </a:lnTo>
                <a:lnTo>
                  <a:pt x="66349" y="158779"/>
                </a:lnTo>
                <a:lnTo>
                  <a:pt x="43389" y="196263"/>
                </a:lnTo>
                <a:lnTo>
                  <a:pt x="24926" y="236507"/>
                </a:lnTo>
                <a:lnTo>
                  <a:pt x="11309" y="279166"/>
                </a:lnTo>
                <a:lnTo>
                  <a:pt x="2885" y="323889"/>
                </a:lnTo>
                <a:lnTo>
                  <a:pt x="0" y="370332"/>
                </a:lnTo>
                <a:lnTo>
                  <a:pt x="2885" y="416774"/>
                </a:lnTo>
                <a:lnTo>
                  <a:pt x="11309" y="461497"/>
                </a:lnTo>
                <a:lnTo>
                  <a:pt x="24926" y="504156"/>
                </a:lnTo>
                <a:lnTo>
                  <a:pt x="43389" y="544400"/>
                </a:lnTo>
                <a:lnTo>
                  <a:pt x="66349" y="581884"/>
                </a:lnTo>
                <a:lnTo>
                  <a:pt x="93461" y="616260"/>
                </a:lnTo>
                <a:lnTo>
                  <a:pt x="124377" y="647180"/>
                </a:lnTo>
                <a:lnTo>
                  <a:pt x="158751" y="674296"/>
                </a:lnTo>
                <a:lnTo>
                  <a:pt x="196234" y="697262"/>
                </a:lnTo>
                <a:lnTo>
                  <a:pt x="236481" y="715729"/>
                </a:lnTo>
                <a:lnTo>
                  <a:pt x="279145" y="729350"/>
                </a:lnTo>
                <a:lnTo>
                  <a:pt x="323877" y="737777"/>
                </a:lnTo>
                <a:lnTo>
                  <a:pt x="370331" y="740664"/>
                </a:lnTo>
                <a:lnTo>
                  <a:pt x="3290316" y="740664"/>
                </a:lnTo>
                <a:lnTo>
                  <a:pt x="3336758" y="737777"/>
                </a:lnTo>
                <a:lnTo>
                  <a:pt x="3381481" y="729350"/>
                </a:lnTo>
                <a:lnTo>
                  <a:pt x="3424140" y="715729"/>
                </a:lnTo>
                <a:lnTo>
                  <a:pt x="3464384" y="697262"/>
                </a:lnTo>
                <a:lnTo>
                  <a:pt x="3501868" y="674296"/>
                </a:lnTo>
                <a:lnTo>
                  <a:pt x="3536244" y="647180"/>
                </a:lnTo>
                <a:lnTo>
                  <a:pt x="3567164" y="616260"/>
                </a:lnTo>
                <a:lnTo>
                  <a:pt x="3594280" y="581884"/>
                </a:lnTo>
                <a:lnTo>
                  <a:pt x="3617246" y="544400"/>
                </a:lnTo>
                <a:lnTo>
                  <a:pt x="3635713" y="504156"/>
                </a:lnTo>
                <a:lnTo>
                  <a:pt x="3649334" y="461497"/>
                </a:lnTo>
                <a:lnTo>
                  <a:pt x="3657761" y="416774"/>
                </a:lnTo>
                <a:lnTo>
                  <a:pt x="3660648" y="370332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6" y="0"/>
                </a:lnTo>
                <a:close/>
              </a:path>
            </a:pathLst>
          </a:custGeom>
          <a:solidFill>
            <a:srgbClr val="F59F2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4419600" y="1514855"/>
            <a:ext cx="940435" cy="939165"/>
            <a:chOff x="4419600" y="1514855"/>
            <a:chExt cx="940435" cy="939165"/>
          </a:xfrm>
        </p:grpSpPr>
        <p:sp>
          <p:nvSpPr>
            <p:cNvPr id="26" name="object 26"/>
            <p:cNvSpPr/>
            <p:nvPr/>
          </p:nvSpPr>
          <p:spPr>
            <a:xfrm>
              <a:off x="4419600" y="1514855"/>
              <a:ext cx="940435" cy="939165"/>
            </a:xfrm>
            <a:custGeom>
              <a:avLst/>
              <a:gdLst/>
              <a:ahLst/>
              <a:cxnLst/>
              <a:rect l="l" t="t" r="r" b="b"/>
              <a:pathLst>
                <a:path w="940435" h="939164">
                  <a:moveTo>
                    <a:pt x="470153" y="0"/>
                  </a:moveTo>
                  <a:lnTo>
                    <a:pt x="422074" y="2423"/>
                  </a:lnTo>
                  <a:lnTo>
                    <a:pt x="375385" y="9537"/>
                  </a:lnTo>
                  <a:lnTo>
                    <a:pt x="330323" y="21105"/>
                  </a:lnTo>
                  <a:lnTo>
                    <a:pt x="287125" y="36891"/>
                  </a:lnTo>
                  <a:lnTo>
                    <a:pt x="246025" y="56659"/>
                  </a:lnTo>
                  <a:lnTo>
                    <a:pt x="207261" y="80172"/>
                  </a:lnTo>
                  <a:lnTo>
                    <a:pt x="171069" y="107196"/>
                  </a:lnTo>
                  <a:lnTo>
                    <a:pt x="137683" y="137493"/>
                  </a:lnTo>
                  <a:lnTo>
                    <a:pt x="107342" y="170827"/>
                  </a:lnTo>
                  <a:lnTo>
                    <a:pt x="80280" y="206964"/>
                  </a:lnTo>
                  <a:lnTo>
                    <a:pt x="56733" y="245665"/>
                  </a:lnTo>
                  <a:lnTo>
                    <a:pt x="36939" y="286696"/>
                  </a:lnTo>
                  <a:lnTo>
                    <a:pt x="21132" y="329820"/>
                  </a:lnTo>
                  <a:lnTo>
                    <a:pt x="9549" y="374802"/>
                  </a:lnTo>
                  <a:lnTo>
                    <a:pt x="2426" y="421404"/>
                  </a:lnTo>
                  <a:lnTo>
                    <a:pt x="0" y="469392"/>
                  </a:lnTo>
                  <a:lnTo>
                    <a:pt x="2426" y="517379"/>
                  </a:lnTo>
                  <a:lnTo>
                    <a:pt x="9549" y="563981"/>
                  </a:lnTo>
                  <a:lnTo>
                    <a:pt x="21132" y="608963"/>
                  </a:lnTo>
                  <a:lnTo>
                    <a:pt x="36939" y="652087"/>
                  </a:lnTo>
                  <a:lnTo>
                    <a:pt x="56733" y="693118"/>
                  </a:lnTo>
                  <a:lnTo>
                    <a:pt x="80280" y="731819"/>
                  </a:lnTo>
                  <a:lnTo>
                    <a:pt x="107342" y="767956"/>
                  </a:lnTo>
                  <a:lnTo>
                    <a:pt x="137683" y="801290"/>
                  </a:lnTo>
                  <a:lnTo>
                    <a:pt x="171069" y="831587"/>
                  </a:lnTo>
                  <a:lnTo>
                    <a:pt x="207261" y="858611"/>
                  </a:lnTo>
                  <a:lnTo>
                    <a:pt x="246025" y="882124"/>
                  </a:lnTo>
                  <a:lnTo>
                    <a:pt x="287125" y="901892"/>
                  </a:lnTo>
                  <a:lnTo>
                    <a:pt x="330323" y="917678"/>
                  </a:lnTo>
                  <a:lnTo>
                    <a:pt x="375385" y="929246"/>
                  </a:lnTo>
                  <a:lnTo>
                    <a:pt x="422074" y="936360"/>
                  </a:lnTo>
                  <a:lnTo>
                    <a:pt x="470153" y="938784"/>
                  </a:lnTo>
                  <a:lnTo>
                    <a:pt x="518233" y="936360"/>
                  </a:lnTo>
                  <a:lnTo>
                    <a:pt x="564922" y="929246"/>
                  </a:lnTo>
                  <a:lnTo>
                    <a:pt x="609984" y="917678"/>
                  </a:lnTo>
                  <a:lnTo>
                    <a:pt x="653182" y="901892"/>
                  </a:lnTo>
                  <a:lnTo>
                    <a:pt x="694282" y="882124"/>
                  </a:lnTo>
                  <a:lnTo>
                    <a:pt x="733046" y="858611"/>
                  </a:lnTo>
                  <a:lnTo>
                    <a:pt x="769238" y="831587"/>
                  </a:lnTo>
                  <a:lnTo>
                    <a:pt x="802624" y="801290"/>
                  </a:lnTo>
                  <a:lnTo>
                    <a:pt x="832965" y="767956"/>
                  </a:lnTo>
                  <a:lnTo>
                    <a:pt x="860027" y="731819"/>
                  </a:lnTo>
                  <a:lnTo>
                    <a:pt x="883574" y="693118"/>
                  </a:lnTo>
                  <a:lnTo>
                    <a:pt x="903368" y="652087"/>
                  </a:lnTo>
                  <a:lnTo>
                    <a:pt x="919175" y="608963"/>
                  </a:lnTo>
                  <a:lnTo>
                    <a:pt x="930758" y="563981"/>
                  </a:lnTo>
                  <a:lnTo>
                    <a:pt x="937881" y="517379"/>
                  </a:lnTo>
                  <a:lnTo>
                    <a:pt x="940308" y="469392"/>
                  </a:lnTo>
                  <a:lnTo>
                    <a:pt x="937881" y="421404"/>
                  </a:lnTo>
                  <a:lnTo>
                    <a:pt x="930758" y="374802"/>
                  </a:lnTo>
                  <a:lnTo>
                    <a:pt x="919175" y="329820"/>
                  </a:lnTo>
                  <a:lnTo>
                    <a:pt x="903368" y="286696"/>
                  </a:lnTo>
                  <a:lnTo>
                    <a:pt x="883574" y="245665"/>
                  </a:lnTo>
                  <a:lnTo>
                    <a:pt x="860027" y="206964"/>
                  </a:lnTo>
                  <a:lnTo>
                    <a:pt x="832965" y="170827"/>
                  </a:lnTo>
                  <a:lnTo>
                    <a:pt x="802624" y="137493"/>
                  </a:lnTo>
                  <a:lnTo>
                    <a:pt x="769238" y="107196"/>
                  </a:lnTo>
                  <a:lnTo>
                    <a:pt x="733046" y="80172"/>
                  </a:lnTo>
                  <a:lnTo>
                    <a:pt x="694282" y="56659"/>
                  </a:lnTo>
                  <a:lnTo>
                    <a:pt x="653182" y="36891"/>
                  </a:lnTo>
                  <a:lnTo>
                    <a:pt x="609984" y="21105"/>
                  </a:lnTo>
                  <a:lnTo>
                    <a:pt x="564922" y="9537"/>
                  </a:lnTo>
                  <a:lnTo>
                    <a:pt x="518233" y="2423"/>
                  </a:lnTo>
                  <a:lnTo>
                    <a:pt x="470153" y="0"/>
                  </a:lnTo>
                  <a:close/>
                </a:path>
              </a:pathLst>
            </a:custGeom>
            <a:solidFill>
              <a:srgbClr val="0D82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715256" y="1810511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329184" y="20701"/>
                  </a:moveTo>
                  <a:lnTo>
                    <a:pt x="328422" y="16129"/>
                  </a:lnTo>
                  <a:lnTo>
                    <a:pt x="327279" y="14224"/>
                  </a:lnTo>
                  <a:lnTo>
                    <a:pt x="326517" y="11938"/>
                  </a:lnTo>
                  <a:lnTo>
                    <a:pt x="324231" y="8382"/>
                  </a:lnTo>
                  <a:lnTo>
                    <a:pt x="322707" y="6477"/>
                  </a:lnTo>
                  <a:lnTo>
                    <a:pt x="320675" y="5334"/>
                  </a:lnTo>
                  <a:lnTo>
                    <a:pt x="319151" y="3810"/>
                  </a:lnTo>
                  <a:lnTo>
                    <a:pt x="314960" y="1905"/>
                  </a:lnTo>
                  <a:lnTo>
                    <a:pt x="313055" y="762"/>
                  </a:lnTo>
                  <a:lnTo>
                    <a:pt x="308483" y="0"/>
                  </a:lnTo>
                  <a:lnTo>
                    <a:pt x="303784" y="0"/>
                  </a:lnTo>
                  <a:lnTo>
                    <a:pt x="299212" y="762"/>
                  </a:lnTo>
                  <a:lnTo>
                    <a:pt x="296926" y="1905"/>
                  </a:lnTo>
                  <a:lnTo>
                    <a:pt x="295402" y="3048"/>
                  </a:lnTo>
                  <a:lnTo>
                    <a:pt x="293116" y="3810"/>
                  </a:lnTo>
                  <a:lnTo>
                    <a:pt x="289941" y="6477"/>
                  </a:lnTo>
                  <a:lnTo>
                    <a:pt x="285750" y="11938"/>
                  </a:lnTo>
                  <a:lnTo>
                    <a:pt x="283464" y="18415"/>
                  </a:lnTo>
                  <a:lnTo>
                    <a:pt x="283083" y="20701"/>
                  </a:lnTo>
                  <a:lnTo>
                    <a:pt x="283083" y="22987"/>
                  </a:lnTo>
                  <a:lnTo>
                    <a:pt x="283464" y="26797"/>
                  </a:lnTo>
                  <a:lnTo>
                    <a:pt x="284226" y="30226"/>
                  </a:lnTo>
                  <a:lnTo>
                    <a:pt x="285369" y="33401"/>
                  </a:lnTo>
                  <a:lnTo>
                    <a:pt x="287274" y="36830"/>
                  </a:lnTo>
                  <a:lnTo>
                    <a:pt x="229235" y="106172"/>
                  </a:lnTo>
                  <a:lnTo>
                    <a:pt x="224282" y="104648"/>
                  </a:lnTo>
                  <a:lnTo>
                    <a:pt x="219202" y="103886"/>
                  </a:lnTo>
                  <a:lnTo>
                    <a:pt x="213487" y="104648"/>
                  </a:lnTo>
                  <a:lnTo>
                    <a:pt x="211201" y="105410"/>
                  </a:lnTo>
                  <a:lnTo>
                    <a:pt x="206629" y="107696"/>
                  </a:lnTo>
                  <a:lnTo>
                    <a:pt x="204216" y="109601"/>
                  </a:lnTo>
                  <a:lnTo>
                    <a:pt x="200787" y="113030"/>
                  </a:lnTo>
                  <a:lnTo>
                    <a:pt x="155448" y="94996"/>
                  </a:lnTo>
                  <a:lnTo>
                    <a:pt x="155448" y="90043"/>
                  </a:lnTo>
                  <a:lnTo>
                    <a:pt x="154686" y="85471"/>
                  </a:lnTo>
                  <a:lnTo>
                    <a:pt x="153162" y="81661"/>
                  </a:lnTo>
                  <a:lnTo>
                    <a:pt x="152019" y="79375"/>
                  </a:lnTo>
                  <a:lnTo>
                    <a:pt x="148971" y="76327"/>
                  </a:lnTo>
                  <a:lnTo>
                    <a:pt x="147447" y="74422"/>
                  </a:lnTo>
                  <a:lnTo>
                    <a:pt x="143510" y="72009"/>
                  </a:lnTo>
                  <a:lnTo>
                    <a:pt x="139319" y="70485"/>
                  </a:lnTo>
                  <a:lnTo>
                    <a:pt x="137414" y="69342"/>
                  </a:lnTo>
                  <a:lnTo>
                    <a:pt x="135128" y="69342"/>
                  </a:lnTo>
                  <a:lnTo>
                    <a:pt x="132461" y="68961"/>
                  </a:lnTo>
                  <a:lnTo>
                    <a:pt x="130429" y="69342"/>
                  </a:lnTo>
                  <a:lnTo>
                    <a:pt x="127762" y="69342"/>
                  </a:lnTo>
                  <a:lnTo>
                    <a:pt x="125857" y="70485"/>
                  </a:lnTo>
                  <a:lnTo>
                    <a:pt x="121666" y="72009"/>
                  </a:lnTo>
                  <a:lnTo>
                    <a:pt x="109347" y="90043"/>
                  </a:lnTo>
                  <a:lnTo>
                    <a:pt x="109347" y="91948"/>
                  </a:lnTo>
                  <a:lnTo>
                    <a:pt x="110109" y="97409"/>
                  </a:lnTo>
                  <a:lnTo>
                    <a:pt x="111633" y="102362"/>
                  </a:lnTo>
                  <a:lnTo>
                    <a:pt x="58928" y="148336"/>
                  </a:lnTo>
                  <a:lnTo>
                    <a:pt x="55880" y="146431"/>
                  </a:lnTo>
                  <a:lnTo>
                    <a:pt x="52832" y="145288"/>
                  </a:lnTo>
                  <a:lnTo>
                    <a:pt x="49022" y="144526"/>
                  </a:lnTo>
                  <a:lnTo>
                    <a:pt x="43180" y="144526"/>
                  </a:lnTo>
                  <a:lnTo>
                    <a:pt x="38989" y="145288"/>
                  </a:lnTo>
                  <a:lnTo>
                    <a:pt x="34798" y="146812"/>
                  </a:lnTo>
                  <a:lnTo>
                    <a:pt x="32893" y="147955"/>
                  </a:lnTo>
                  <a:lnTo>
                    <a:pt x="30988" y="149860"/>
                  </a:lnTo>
                  <a:lnTo>
                    <a:pt x="29337" y="151003"/>
                  </a:lnTo>
                  <a:lnTo>
                    <a:pt x="26289" y="154051"/>
                  </a:lnTo>
                  <a:lnTo>
                    <a:pt x="24384" y="158242"/>
                  </a:lnTo>
                  <a:lnTo>
                    <a:pt x="23622" y="160655"/>
                  </a:lnTo>
                  <a:lnTo>
                    <a:pt x="22860" y="164846"/>
                  </a:lnTo>
                  <a:lnTo>
                    <a:pt x="22860" y="169799"/>
                  </a:lnTo>
                  <a:lnTo>
                    <a:pt x="23622" y="174371"/>
                  </a:lnTo>
                  <a:lnTo>
                    <a:pt x="25146" y="178562"/>
                  </a:lnTo>
                  <a:lnTo>
                    <a:pt x="29337" y="184023"/>
                  </a:lnTo>
                  <a:lnTo>
                    <a:pt x="34798" y="187452"/>
                  </a:lnTo>
                  <a:lnTo>
                    <a:pt x="36703" y="188976"/>
                  </a:lnTo>
                  <a:lnTo>
                    <a:pt x="38989" y="189357"/>
                  </a:lnTo>
                  <a:lnTo>
                    <a:pt x="40894" y="190119"/>
                  </a:lnTo>
                  <a:lnTo>
                    <a:pt x="43180" y="190500"/>
                  </a:lnTo>
                  <a:lnTo>
                    <a:pt x="45974" y="190500"/>
                  </a:lnTo>
                  <a:lnTo>
                    <a:pt x="47879" y="190500"/>
                  </a:lnTo>
                  <a:lnTo>
                    <a:pt x="50546" y="190119"/>
                  </a:lnTo>
                  <a:lnTo>
                    <a:pt x="52451" y="189357"/>
                  </a:lnTo>
                  <a:lnTo>
                    <a:pt x="54737" y="188976"/>
                  </a:lnTo>
                  <a:lnTo>
                    <a:pt x="62103" y="184023"/>
                  </a:lnTo>
                  <a:lnTo>
                    <a:pt x="68961" y="169799"/>
                  </a:lnTo>
                  <a:lnTo>
                    <a:pt x="68961" y="167513"/>
                  </a:lnTo>
                  <a:lnTo>
                    <a:pt x="68199" y="162179"/>
                  </a:lnTo>
                  <a:lnTo>
                    <a:pt x="66675" y="157099"/>
                  </a:lnTo>
                  <a:lnTo>
                    <a:pt x="119380" y="111125"/>
                  </a:lnTo>
                  <a:lnTo>
                    <a:pt x="122428" y="113030"/>
                  </a:lnTo>
                  <a:lnTo>
                    <a:pt x="129286" y="115316"/>
                  </a:lnTo>
                  <a:lnTo>
                    <a:pt x="132461" y="115697"/>
                  </a:lnTo>
                  <a:lnTo>
                    <a:pt x="135509" y="115316"/>
                  </a:lnTo>
                  <a:lnTo>
                    <a:pt x="140843" y="113792"/>
                  </a:lnTo>
                  <a:lnTo>
                    <a:pt x="147828" y="109982"/>
                  </a:lnTo>
                  <a:lnTo>
                    <a:pt x="150876" y="106172"/>
                  </a:lnTo>
                  <a:lnTo>
                    <a:pt x="196215" y="124206"/>
                  </a:lnTo>
                  <a:lnTo>
                    <a:pt x="196215" y="129159"/>
                  </a:lnTo>
                  <a:lnTo>
                    <a:pt x="196596" y="131445"/>
                  </a:lnTo>
                  <a:lnTo>
                    <a:pt x="210439" y="147955"/>
                  </a:lnTo>
                  <a:lnTo>
                    <a:pt x="212344" y="149098"/>
                  </a:lnTo>
                  <a:lnTo>
                    <a:pt x="214630" y="149860"/>
                  </a:lnTo>
                  <a:lnTo>
                    <a:pt x="216916" y="149860"/>
                  </a:lnTo>
                  <a:lnTo>
                    <a:pt x="219202" y="150241"/>
                  </a:lnTo>
                  <a:lnTo>
                    <a:pt x="221996" y="149860"/>
                  </a:lnTo>
                  <a:lnTo>
                    <a:pt x="223901" y="149860"/>
                  </a:lnTo>
                  <a:lnTo>
                    <a:pt x="226187" y="149098"/>
                  </a:lnTo>
                  <a:lnTo>
                    <a:pt x="241173" y="133731"/>
                  </a:lnTo>
                  <a:lnTo>
                    <a:pt x="241935" y="131445"/>
                  </a:lnTo>
                  <a:lnTo>
                    <a:pt x="242316" y="129159"/>
                  </a:lnTo>
                  <a:lnTo>
                    <a:pt x="241935" y="123444"/>
                  </a:lnTo>
                  <a:lnTo>
                    <a:pt x="241173" y="119634"/>
                  </a:lnTo>
                  <a:lnTo>
                    <a:pt x="240030" y="116586"/>
                  </a:lnTo>
                  <a:lnTo>
                    <a:pt x="238125" y="113411"/>
                  </a:lnTo>
                  <a:lnTo>
                    <a:pt x="296164" y="43688"/>
                  </a:lnTo>
                  <a:lnTo>
                    <a:pt x="298450" y="44831"/>
                  </a:lnTo>
                  <a:lnTo>
                    <a:pt x="301117" y="45593"/>
                  </a:lnTo>
                  <a:lnTo>
                    <a:pt x="303403" y="45974"/>
                  </a:lnTo>
                  <a:lnTo>
                    <a:pt x="308483" y="45974"/>
                  </a:lnTo>
                  <a:lnTo>
                    <a:pt x="313055" y="45212"/>
                  </a:lnTo>
                  <a:lnTo>
                    <a:pt x="317246" y="43307"/>
                  </a:lnTo>
                  <a:lnTo>
                    <a:pt x="319151" y="42164"/>
                  </a:lnTo>
                  <a:lnTo>
                    <a:pt x="320675" y="40640"/>
                  </a:lnTo>
                  <a:lnTo>
                    <a:pt x="322707" y="39497"/>
                  </a:lnTo>
                  <a:lnTo>
                    <a:pt x="324231" y="37973"/>
                  </a:lnTo>
                  <a:lnTo>
                    <a:pt x="326517" y="34163"/>
                  </a:lnTo>
                  <a:lnTo>
                    <a:pt x="327279" y="32258"/>
                  </a:lnTo>
                  <a:lnTo>
                    <a:pt x="328422" y="30226"/>
                  </a:lnTo>
                  <a:lnTo>
                    <a:pt x="329184" y="25654"/>
                  </a:lnTo>
                  <a:lnTo>
                    <a:pt x="329184" y="20701"/>
                  </a:lnTo>
                  <a:close/>
                </a:path>
                <a:path w="347979" h="347980">
                  <a:moveTo>
                    <a:pt x="347472" y="341757"/>
                  </a:moveTo>
                  <a:lnTo>
                    <a:pt x="346329" y="338582"/>
                  </a:lnTo>
                  <a:lnTo>
                    <a:pt x="343662" y="336296"/>
                  </a:lnTo>
                  <a:lnTo>
                    <a:pt x="342519" y="335915"/>
                  </a:lnTo>
                  <a:lnTo>
                    <a:pt x="341757" y="335915"/>
                  </a:lnTo>
                  <a:lnTo>
                    <a:pt x="323977" y="335915"/>
                  </a:lnTo>
                  <a:lnTo>
                    <a:pt x="323977" y="120396"/>
                  </a:lnTo>
                  <a:lnTo>
                    <a:pt x="323215" y="118491"/>
                  </a:lnTo>
                  <a:lnTo>
                    <a:pt x="321310" y="116967"/>
                  </a:lnTo>
                  <a:lnTo>
                    <a:pt x="319405" y="116205"/>
                  </a:lnTo>
                  <a:lnTo>
                    <a:pt x="272161" y="115824"/>
                  </a:lnTo>
                  <a:lnTo>
                    <a:pt x="268732" y="116967"/>
                  </a:lnTo>
                  <a:lnTo>
                    <a:pt x="267081" y="118491"/>
                  </a:lnTo>
                  <a:lnTo>
                    <a:pt x="266319" y="120396"/>
                  </a:lnTo>
                  <a:lnTo>
                    <a:pt x="266319" y="335915"/>
                  </a:lnTo>
                  <a:lnTo>
                    <a:pt x="242951" y="335915"/>
                  </a:lnTo>
                  <a:lnTo>
                    <a:pt x="242951" y="224663"/>
                  </a:lnTo>
                  <a:lnTo>
                    <a:pt x="242189" y="222377"/>
                  </a:lnTo>
                  <a:lnTo>
                    <a:pt x="241427" y="221615"/>
                  </a:lnTo>
                  <a:lnTo>
                    <a:pt x="238633" y="220091"/>
                  </a:lnTo>
                  <a:lnTo>
                    <a:pt x="189865" y="220091"/>
                  </a:lnTo>
                  <a:lnTo>
                    <a:pt x="188722" y="220472"/>
                  </a:lnTo>
                  <a:lnTo>
                    <a:pt x="187960" y="221234"/>
                  </a:lnTo>
                  <a:lnTo>
                    <a:pt x="186055" y="222377"/>
                  </a:lnTo>
                  <a:lnTo>
                    <a:pt x="185293" y="224663"/>
                  </a:lnTo>
                  <a:lnTo>
                    <a:pt x="185293" y="335915"/>
                  </a:lnTo>
                  <a:lnTo>
                    <a:pt x="161798" y="335915"/>
                  </a:lnTo>
                  <a:lnTo>
                    <a:pt x="161798" y="190119"/>
                  </a:lnTo>
                  <a:lnTo>
                    <a:pt x="161036" y="187833"/>
                  </a:lnTo>
                  <a:lnTo>
                    <a:pt x="159512" y="186182"/>
                  </a:lnTo>
                  <a:lnTo>
                    <a:pt x="157226" y="185420"/>
                  </a:lnTo>
                  <a:lnTo>
                    <a:pt x="108839" y="185420"/>
                  </a:lnTo>
                  <a:lnTo>
                    <a:pt x="106426" y="186182"/>
                  </a:lnTo>
                  <a:lnTo>
                    <a:pt x="104902" y="187833"/>
                  </a:lnTo>
                  <a:lnTo>
                    <a:pt x="104140" y="190119"/>
                  </a:lnTo>
                  <a:lnTo>
                    <a:pt x="104140" y="335915"/>
                  </a:lnTo>
                  <a:lnTo>
                    <a:pt x="81153" y="335915"/>
                  </a:lnTo>
                  <a:lnTo>
                    <a:pt x="81153" y="271272"/>
                  </a:lnTo>
                  <a:lnTo>
                    <a:pt x="80391" y="269367"/>
                  </a:lnTo>
                  <a:lnTo>
                    <a:pt x="78740" y="267462"/>
                  </a:lnTo>
                  <a:lnTo>
                    <a:pt x="75311" y="266319"/>
                  </a:lnTo>
                  <a:lnTo>
                    <a:pt x="29210" y="266319"/>
                  </a:lnTo>
                  <a:lnTo>
                    <a:pt x="28067" y="266700"/>
                  </a:lnTo>
                  <a:lnTo>
                    <a:pt x="26543" y="266700"/>
                  </a:lnTo>
                  <a:lnTo>
                    <a:pt x="25019" y="268224"/>
                  </a:lnTo>
                  <a:lnTo>
                    <a:pt x="23876" y="270129"/>
                  </a:lnTo>
                  <a:lnTo>
                    <a:pt x="23495" y="271272"/>
                  </a:lnTo>
                  <a:lnTo>
                    <a:pt x="23495" y="335915"/>
                  </a:lnTo>
                  <a:lnTo>
                    <a:pt x="4953" y="335915"/>
                  </a:lnTo>
                  <a:lnTo>
                    <a:pt x="3429" y="336296"/>
                  </a:lnTo>
                  <a:lnTo>
                    <a:pt x="1143" y="338582"/>
                  </a:lnTo>
                  <a:lnTo>
                    <a:pt x="0" y="341757"/>
                  </a:lnTo>
                  <a:lnTo>
                    <a:pt x="1143" y="345186"/>
                  </a:lnTo>
                  <a:lnTo>
                    <a:pt x="2667" y="346710"/>
                  </a:lnTo>
                  <a:lnTo>
                    <a:pt x="4953" y="347472"/>
                  </a:lnTo>
                  <a:lnTo>
                    <a:pt x="342519" y="347472"/>
                  </a:lnTo>
                  <a:lnTo>
                    <a:pt x="344424" y="346710"/>
                  </a:lnTo>
                  <a:lnTo>
                    <a:pt x="346329" y="345186"/>
                  </a:lnTo>
                  <a:lnTo>
                    <a:pt x="347472" y="3417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382394" y="3576269"/>
            <a:ext cx="22015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solidFill>
                  <a:srgbClr val="FFFFFF"/>
                </a:solidFill>
                <a:latin typeface="Segoe UI Light"/>
                <a:cs typeface="Segoe UI Light"/>
              </a:rPr>
              <a:t>D</a:t>
            </a:r>
            <a:r>
              <a:rPr dirty="0" sz="1600" spc="-17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dirty="0" sz="1600" spc="-190">
                <a:solidFill>
                  <a:srgbClr val="FFFFFF"/>
                </a:solidFill>
                <a:latin typeface="Segoe UI Light"/>
                <a:cs typeface="Segoe UI Light"/>
              </a:rPr>
              <a:t>T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dirty="0" sz="160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Segoe UI Light"/>
                <a:cs typeface="Segoe UI Light"/>
              </a:rPr>
              <a:t>TRA</a:t>
            </a:r>
            <a:r>
              <a:rPr dirty="0" sz="1600" spc="-15">
                <a:solidFill>
                  <a:srgbClr val="FFFFFF"/>
                </a:solidFill>
                <a:latin typeface="Segoe UI Light"/>
                <a:cs typeface="Segoe UI Light"/>
              </a:rPr>
              <a:t>N</a:t>
            </a:r>
            <a:r>
              <a:rPr dirty="0" sz="1600" spc="-10">
                <a:solidFill>
                  <a:srgbClr val="FFFFFF"/>
                </a:solidFill>
                <a:latin typeface="Segoe UI Light"/>
                <a:cs typeface="Segoe UI Light"/>
              </a:rPr>
              <a:t>SF</a:t>
            </a:r>
            <a:r>
              <a:rPr dirty="0" sz="1600" spc="-15">
                <a:solidFill>
                  <a:srgbClr val="FFFFFF"/>
                </a:solidFill>
                <a:latin typeface="Segoe UI Light"/>
                <a:cs typeface="Segoe UI Light"/>
              </a:rPr>
              <a:t>O</a:t>
            </a:r>
            <a:r>
              <a:rPr dirty="0" sz="1600" spc="-10">
                <a:solidFill>
                  <a:srgbClr val="FFFFFF"/>
                </a:solidFill>
                <a:latin typeface="Segoe UI Light"/>
                <a:cs typeface="Segoe UI Light"/>
              </a:rPr>
              <a:t>RM</a:t>
            </a:r>
            <a:r>
              <a:rPr dirty="0" sz="1600" spc="-17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dirty="0" sz="1600" spc="-10">
                <a:solidFill>
                  <a:srgbClr val="FFFFFF"/>
                </a:solidFill>
                <a:latin typeface="Segoe UI Light"/>
                <a:cs typeface="Segoe UI Light"/>
              </a:rPr>
              <a:t>T</a:t>
            </a:r>
            <a:r>
              <a:rPr dirty="0" sz="1600" spc="-15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dirty="0" sz="1600" spc="-10">
                <a:solidFill>
                  <a:srgbClr val="FFFFFF"/>
                </a:solidFill>
                <a:latin typeface="Segoe UI Light"/>
                <a:cs typeface="Segoe UI Light"/>
              </a:rPr>
              <a:t>ON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588008" y="5155691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5">
                <a:moveTo>
                  <a:pt x="3290316" y="0"/>
                </a:moveTo>
                <a:lnTo>
                  <a:pt x="370331" y="0"/>
                </a:lnTo>
                <a:lnTo>
                  <a:pt x="323889" y="2886"/>
                </a:lnTo>
                <a:lnTo>
                  <a:pt x="279166" y="11313"/>
                </a:lnTo>
                <a:lnTo>
                  <a:pt x="236507" y="24934"/>
                </a:lnTo>
                <a:lnTo>
                  <a:pt x="196263" y="43401"/>
                </a:lnTo>
                <a:lnTo>
                  <a:pt x="158779" y="66367"/>
                </a:lnTo>
                <a:lnTo>
                  <a:pt x="124403" y="93483"/>
                </a:lnTo>
                <a:lnTo>
                  <a:pt x="93483" y="124403"/>
                </a:lnTo>
                <a:lnTo>
                  <a:pt x="66367" y="158779"/>
                </a:lnTo>
                <a:lnTo>
                  <a:pt x="43401" y="196263"/>
                </a:lnTo>
                <a:lnTo>
                  <a:pt x="24934" y="236507"/>
                </a:lnTo>
                <a:lnTo>
                  <a:pt x="11313" y="279166"/>
                </a:lnTo>
                <a:lnTo>
                  <a:pt x="2886" y="323889"/>
                </a:lnTo>
                <a:lnTo>
                  <a:pt x="0" y="370331"/>
                </a:lnTo>
                <a:lnTo>
                  <a:pt x="2886" y="416786"/>
                </a:lnTo>
                <a:lnTo>
                  <a:pt x="11313" y="461518"/>
                </a:lnTo>
                <a:lnTo>
                  <a:pt x="24934" y="504182"/>
                </a:lnTo>
                <a:lnTo>
                  <a:pt x="43401" y="544429"/>
                </a:lnTo>
                <a:lnTo>
                  <a:pt x="66367" y="581912"/>
                </a:lnTo>
                <a:lnTo>
                  <a:pt x="93483" y="616286"/>
                </a:lnTo>
                <a:lnTo>
                  <a:pt x="124403" y="647202"/>
                </a:lnTo>
                <a:lnTo>
                  <a:pt x="158779" y="674314"/>
                </a:lnTo>
                <a:lnTo>
                  <a:pt x="196263" y="697274"/>
                </a:lnTo>
                <a:lnTo>
                  <a:pt x="236507" y="715737"/>
                </a:lnTo>
                <a:lnTo>
                  <a:pt x="279166" y="729354"/>
                </a:lnTo>
                <a:lnTo>
                  <a:pt x="323889" y="737778"/>
                </a:lnTo>
                <a:lnTo>
                  <a:pt x="370331" y="740663"/>
                </a:lnTo>
                <a:lnTo>
                  <a:pt x="3290316" y="740663"/>
                </a:lnTo>
                <a:lnTo>
                  <a:pt x="3336758" y="737778"/>
                </a:lnTo>
                <a:lnTo>
                  <a:pt x="3381481" y="729354"/>
                </a:lnTo>
                <a:lnTo>
                  <a:pt x="3424140" y="715737"/>
                </a:lnTo>
                <a:lnTo>
                  <a:pt x="3464384" y="697274"/>
                </a:lnTo>
                <a:lnTo>
                  <a:pt x="3501868" y="674314"/>
                </a:lnTo>
                <a:lnTo>
                  <a:pt x="3536244" y="647202"/>
                </a:lnTo>
                <a:lnTo>
                  <a:pt x="3567164" y="616286"/>
                </a:lnTo>
                <a:lnTo>
                  <a:pt x="3594280" y="581912"/>
                </a:lnTo>
                <a:lnTo>
                  <a:pt x="3617246" y="544429"/>
                </a:lnTo>
                <a:lnTo>
                  <a:pt x="3635713" y="504182"/>
                </a:lnTo>
                <a:lnTo>
                  <a:pt x="3649334" y="461518"/>
                </a:lnTo>
                <a:lnTo>
                  <a:pt x="3657761" y="416786"/>
                </a:lnTo>
                <a:lnTo>
                  <a:pt x="3660647" y="370331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6" y="0"/>
                </a:lnTo>
                <a:close/>
              </a:path>
            </a:pathLst>
          </a:custGeom>
          <a:solidFill>
            <a:srgbClr val="11ADC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3669791" y="3235451"/>
            <a:ext cx="940435" cy="940435"/>
            <a:chOff x="3669791" y="3235451"/>
            <a:chExt cx="940435" cy="940435"/>
          </a:xfrm>
        </p:grpSpPr>
        <p:sp>
          <p:nvSpPr>
            <p:cNvPr id="31" name="object 31"/>
            <p:cNvSpPr/>
            <p:nvPr/>
          </p:nvSpPr>
          <p:spPr>
            <a:xfrm>
              <a:off x="3669791" y="3235451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5" h="940435">
                  <a:moveTo>
                    <a:pt x="470154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4"/>
                  </a:lnTo>
                  <a:lnTo>
                    <a:pt x="2426" y="518233"/>
                  </a:lnTo>
                  <a:lnTo>
                    <a:pt x="9549" y="564922"/>
                  </a:lnTo>
                  <a:lnTo>
                    <a:pt x="21132" y="609984"/>
                  </a:lnTo>
                  <a:lnTo>
                    <a:pt x="36939" y="653182"/>
                  </a:lnTo>
                  <a:lnTo>
                    <a:pt x="56733" y="694282"/>
                  </a:lnTo>
                  <a:lnTo>
                    <a:pt x="80280" y="733046"/>
                  </a:lnTo>
                  <a:lnTo>
                    <a:pt x="107342" y="769238"/>
                  </a:lnTo>
                  <a:lnTo>
                    <a:pt x="137683" y="802624"/>
                  </a:lnTo>
                  <a:lnTo>
                    <a:pt x="171069" y="832965"/>
                  </a:lnTo>
                  <a:lnTo>
                    <a:pt x="207261" y="860027"/>
                  </a:lnTo>
                  <a:lnTo>
                    <a:pt x="246025" y="883574"/>
                  </a:lnTo>
                  <a:lnTo>
                    <a:pt x="287125" y="903368"/>
                  </a:lnTo>
                  <a:lnTo>
                    <a:pt x="330323" y="919175"/>
                  </a:lnTo>
                  <a:lnTo>
                    <a:pt x="375385" y="930758"/>
                  </a:lnTo>
                  <a:lnTo>
                    <a:pt x="422074" y="937881"/>
                  </a:lnTo>
                  <a:lnTo>
                    <a:pt x="470154" y="940308"/>
                  </a:lnTo>
                  <a:lnTo>
                    <a:pt x="518233" y="937881"/>
                  </a:lnTo>
                  <a:lnTo>
                    <a:pt x="564922" y="930758"/>
                  </a:lnTo>
                  <a:lnTo>
                    <a:pt x="609984" y="919175"/>
                  </a:lnTo>
                  <a:lnTo>
                    <a:pt x="653182" y="903368"/>
                  </a:lnTo>
                  <a:lnTo>
                    <a:pt x="694282" y="883574"/>
                  </a:lnTo>
                  <a:lnTo>
                    <a:pt x="733046" y="860027"/>
                  </a:lnTo>
                  <a:lnTo>
                    <a:pt x="769238" y="832965"/>
                  </a:lnTo>
                  <a:lnTo>
                    <a:pt x="802624" y="802624"/>
                  </a:lnTo>
                  <a:lnTo>
                    <a:pt x="832965" y="769238"/>
                  </a:lnTo>
                  <a:lnTo>
                    <a:pt x="860027" y="733046"/>
                  </a:lnTo>
                  <a:lnTo>
                    <a:pt x="883574" y="694282"/>
                  </a:lnTo>
                  <a:lnTo>
                    <a:pt x="903368" y="653182"/>
                  </a:lnTo>
                  <a:lnTo>
                    <a:pt x="919175" y="609984"/>
                  </a:lnTo>
                  <a:lnTo>
                    <a:pt x="930758" y="564922"/>
                  </a:lnTo>
                  <a:lnTo>
                    <a:pt x="937881" y="518233"/>
                  </a:lnTo>
                  <a:lnTo>
                    <a:pt x="940308" y="470154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CA790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966971" y="3533139"/>
              <a:ext cx="346075" cy="345440"/>
            </a:xfrm>
            <a:custGeom>
              <a:avLst/>
              <a:gdLst/>
              <a:ahLst/>
              <a:cxnLst/>
              <a:rect l="l" t="t" r="r" b="b"/>
              <a:pathLst>
                <a:path w="346075" h="345439">
                  <a:moveTo>
                    <a:pt x="344424" y="344170"/>
                  </a:moveTo>
                  <a:lnTo>
                    <a:pt x="2286" y="344170"/>
                  </a:lnTo>
                  <a:lnTo>
                    <a:pt x="3048" y="345440"/>
                  </a:lnTo>
                  <a:lnTo>
                    <a:pt x="342138" y="345440"/>
                  </a:lnTo>
                  <a:lnTo>
                    <a:pt x="344424" y="344170"/>
                  </a:lnTo>
                  <a:close/>
                </a:path>
                <a:path w="346075" h="345439">
                  <a:moveTo>
                    <a:pt x="345566" y="341630"/>
                  </a:moveTo>
                  <a:lnTo>
                    <a:pt x="762" y="341630"/>
                  </a:lnTo>
                  <a:lnTo>
                    <a:pt x="1142" y="344170"/>
                  </a:lnTo>
                  <a:lnTo>
                    <a:pt x="345186" y="344170"/>
                  </a:lnTo>
                  <a:lnTo>
                    <a:pt x="345566" y="341630"/>
                  </a:lnTo>
                  <a:close/>
                </a:path>
                <a:path w="346075" h="345439">
                  <a:moveTo>
                    <a:pt x="343662" y="1270"/>
                  </a:moveTo>
                  <a:lnTo>
                    <a:pt x="3048" y="1270"/>
                  </a:lnTo>
                  <a:lnTo>
                    <a:pt x="2286" y="2539"/>
                  </a:lnTo>
                  <a:lnTo>
                    <a:pt x="1142" y="2539"/>
                  </a:lnTo>
                  <a:lnTo>
                    <a:pt x="0" y="6350"/>
                  </a:lnTo>
                  <a:lnTo>
                    <a:pt x="0" y="340360"/>
                  </a:lnTo>
                  <a:lnTo>
                    <a:pt x="380" y="341630"/>
                  </a:lnTo>
                  <a:lnTo>
                    <a:pt x="345948" y="341630"/>
                  </a:lnTo>
                  <a:lnTo>
                    <a:pt x="345948" y="294640"/>
                  </a:lnTo>
                  <a:lnTo>
                    <a:pt x="98298" y="294640"/>
                  </a:lnTo>
                  <a:lnTo>
                    <a:pt x="95885" y="293370"/>
                  </a:lnTo>
                  <a:lnTo>
                    <a:pt x="93599" y="293370"/>
                  </a:lnTo>
                  <a:lnTo>
                    <a:pt x="89026" y="292100"/>
                  </a:lnTo>
                  <a:lnTo>
                    <a:pt x="87122" y="290830"/>
                  </a:lnTo>
                  <a:lnTo>
                    <a:pt x="85470" y="289560"/>
                  </a:lnTo>
                  <a:lnTo>
                    <a:pt x="83185" y="288290"/>
                  </a:lnTo>
                  <a:lnTo>
                    <a:pt x="81661" y="287020"/>
                  </a:lnTo>
                  <a:lnTo>
                    <a:pt x="79375" y="284480"/>
                  </a:lnTo>
                  <a:lnTo>
                    <a:pt x="78231" y="281940"/>
                  </a:lnTo>
                  <a:lnTo>
                    <a:pt x="77088" y="280670"/>
                  </a:lnTo>
                  <a:lnTo>
                    <a:pt x="76326" y="276860"/>
                  </a:lnTo>
                  <a:lnTo>
                    <a:pt x="75564" y="275590"/>
                  </a:lnTo>
                  <a:lnTo>
                    <a:pt x="75183" y="273050"/>
                  </a:lnTo>
                  <a:lnTo>
                    <a:pt x="75183" y="269240"/>
                  </a:lnTo>
                  <a:lnTo>
                    <a:pt x="75564" y="266700"/>
                  </a:lnTo>
                  <a:lnTo>
                    <a:pt x="77088" y="261620"/>
                  </a:lnTo>
                  <a:lnTo>
                    <a:pt x="78231" y="260350"/>
                  </a:lnTo>
                  <a:lnTo>
                    <a:pt x="79375" y="257810"/>
                  </a:lnTo>
                  <a:lnTo>
                    <a:pt x="81661" y="255270"/>
                  </a:lnTo>
                  <a:lnTo>
                    <a:pt x="83185" y="252730"/>
                  </a:lnTo>
                  <a:lnTo>
                    <a:pt x="85470" y="251460"/>
                  </a:lnTo>
                  <a:lnTo>
                    <a:pt x="87122" y="251460"/>
                  </a:lnTo>
                  <a:lnTo>
                    <a:pt x="89026" y="250190"/>
                  </a:lnTo>
                  <a:lnTo>
                    <a:pt x="91312" y="248920"/>
                  </a:lnTo>
                  <a:lnTo>
                    <a:pt x="93599" y="248920"/>
                  </a:lnTo>
                  <a:lnTo>
                    <a:pt x="95885" y="247650"/>
                  </a:lnTo>
                  <a:lnTo>
                    <a:pt x="345948" y="247650"/>
                  </a:lnTo>
                  <a:lnTo>
                    <a:pt x="345948" y="214630"/>
                  </a:lnTo>
                  <a:lnTo>
                    <a:pt x="94741" y="214630"/>
                  </a:lnTo>
                  <a:lnTo>
                    <a:pt x="93217" y="212090"/>
                  </a:lnTo>
                  <a:lnTo>
                    <a:pt x="92837" y="212090"/>
                  </a:lnTo>
                  <a:lnTo>
                    <a:pt x="92455" y="210820"/>
                  </a:lnTo>
                  <a:lnTo>
                    <a:pt x="92455" y="161290"/>
                  </a:lnTo>
                  <a:lnTo>
                    <a:pt x="71627" y="161290"/>
                  </a:lnTo>
                  <a:lnTo>
                    <a:pt x="70865" y="160020"/>
                  </a:lnTo>
                  <a:lnTo>
                    <a:pt x="70485" y="158750"/>
                  </a:lnTo>
                  <a:lnTo>
                    <a:pt x="69723" y="157480"/>
                  </a:lnTo>
                  <a:lnTo>
                    <a:pt x="69341" y="157480"/>
                  </a:lnTo>
                  <a:lnTo>
                    <a:pt x="69341" y="132080"/>
                  </a:lnTo>
                  <a:lnTo>
                    <a:pt x="69723" y="130810"/>
                  </a:lnTo>
                  <a:lnTo>
                    <a:pt x="70485" y="129540"/>
                  </a:lnTo>
                  <a:lnTo>
                    <a:pt x="70865" y="128270"/>
                  </a:lnTo>
                  <a:lnTo>
                    <a:pt x="71627" y="128270"/>
                  </a:lnTo>
                  <a:lnTo>
                    <a:pt x="73151" y="127000"/>
                  </a:lnTo>
                  <a:lnTo>
                    <a:pt x="92455" y="127000"/>
                  </a:lnTo>
                  <a:lnTo>
                    <a:pt x="92455" y="48260"/>
                  </a:lnTo>
                  <a:lnTo>
                    <a:pt x="92837" y="46989"/>
                  </a:lnTo>
                  <a:lnTo>
                    <a:pt x="93217" y="46989"/>
                  </a:lnTo>
                  <a:lnTo>
                    <a:pt x="93979" y="45720"/>
                  </a:lnTo>
                  <a:lnTo>
                    <a:pt x="97027" y="44450"/>
                  </a:lnTo>
                  <a:lnTo>
                    <a:pt x="345948" y="44450"/>
                  </a:lnTo>
                  <a:lnTo>
                    <a:pt x="345948" y="5080"/>
                  </a:lnTo>
                  <a:lnTo>
                    <a:pt x="345186" y="2539"/>
                  </a:lnTo>
                  <a:lnTo>
                    <a:pt x="343662" y="1270"/>
                  </a:lnTo>
                  <a:close/>
                </a:path>
                <a:path w="346075" h="345439">
                  <a:moveTo>
                    <a:pt x="176402" y="293370"/>
                  </a:moveTo>
                  <a:lnTo>
                    <a:pt x="100583" y="293370"/>
                  </a:lnTo>
                  <a:lnTo>
                    <a:pt x="98298" y="294640"/>
                  </a:lnTo>
                  <a:lnTo>
                    <a:pt x="179197" y="294640"/>
                  </a:lnTo>
                  <a:lnTo>
                    <a:pt x="176402" y="293370"/>
                  </a:lnTo>
                  <a:close/>
                </a:path>
                <a:path w="346075" h="345439">
                  <a:moveTo>
                    <a:pt x="245744" y="293370"/>
                  </a:moveTo>
                  <a:lnTo>
                    <a:pt x="181101" y="293370"/>
                  </a:lnTo>
                  <a:lnTo>
                    <a:pt x="179197" y="294640"/>
                  </a:lnTo>
                  <a:lnTo>
                    <a:pt x="247650" y="294640"/>
                  </a:lnTo>
                  <a:lnTo>
                    <a:pt x="245744" y="293370"/>
                  </a:lnTo>
                  <a:close/>
                </a:path>
                <a:path w="346075" h="345439">
                  <a:moveTo>
                    <a:pt x="345948" y="247650"/>
                  </a:moveTo>
                  <a:lnTo>
                    <a:pt x="250443" y="247650"/>
                  </a:lnTo>
                  <a:lnTo>
                    <a:pt x="252729" y="248920"/>
                  </a:lnTo>
                  <a:lnTo>
                    <a:pt x="255015" y="248920"/>
                  </a:lnTo>
                  <a:lnTo>
                    <a:pt x="258825" y="251460"/>
                  </a:lnTo>
                  <a:lnTo>
                    <a:pt x="261238" y="251460"/>
                  </a:lnTo>
                  <a:lnTo>
                    <a:pt x="265811" y="256540"/>
                  </a:lnTo>
                  <a:lnTo>
                    <a:pt x="267335" y="257810"/>
                  </a:lnTo>
                  <a:lnTo>
                    <a:pt x="268477" y="260350"/>
                  </a:lnTo>
                  <a:lnTo>
                    <a:pt x="269239" y="261620"/>
                  </a:lnTo>
                  <a:lnTo>
                    <a:pt x="270001" y="264160"/>
                  </a:lnTo>
                  <a:lnTo>
                    <a:pt x="270763" y="269240"/>
                  </a:lnTo>
                  <a:lnTo>
                    <a:pt x="270763" y="273050"/>
                  </a:lnTo>
                  <a:lnTo>
                    <a:pt x="269239" y="280670"/>
                  </a:lnTo>
                  <a:lnTo>
                    <a:pt x="268477" y="281940"/>
                  </a:lnTo>
                  <a:lnTo>
                    <a:pt x="267335" y="284480"/>
                  </a:lnTo>
                  <a:lnTo>
                    <a:pt x="261238" y="289560"/>
                  </a:lnTo>
                  <a:lnTo>
                    <a:pt x="258825" y="290830"/>
                  </a:lnTo>
                  <a:lnTo>
                    <a:pt x="255015" y="293370"/>
                  </a:lnTo>
                  <a:lnTo>
                    <a:pt x="250443" y="293370"/>
                  </a:lnTo>
                  <a:lnTo>
                    <a:pt x="247650" y="294640"/>
                  </a:lnTo>
                  <a:lnTo>
                    <a:pt x="345948" y="294640"/>
                  </a:lnTo>
                  <a:lnTo>
                    <a:pt x="345948" y="247650"/>
                  </a:lnTo>
                  <a:close/>
                </a:path>
                <a:path w="346075" h="345439">
                  <a:moveTo>
                    <a:pt x="165607" y="251460"/>
                  </a:moveTo>
                  <a:lnTo>
                    <a:pt x="110998" y="251460"/>
                  </a:lnTo>
                  <a:lnTo>
                    <a:pt x="114807" y="255270"/>
                  </a:lnTo>
                  <a:lnTo>
                    <a:pt x="117093" y="257810"/>
                  </a:lnTo>
                  <a:lnTo>
                    <a:pt x="118237" y="260350"/>
                  </a:lnTo>
                  <a:lnTo>
                    <a:pt x="119761" y="261620"/>
                  </a:lnTo>
                  <a:lnTo>
                    <a:pt x="120141" y="264160"/>
                  </a:lnTo>
                  <a:lnTo>
                    <a:pt x="120903" y="266700"/>
                  </a:lnTo>
                  <a:lnTo>
                    <a:pt x="121412" y="269240"/>
                  </a:lnTo>
                  <a:lnTo>
                    <a:pt x="121412" y="273050"/>
                  </a:lnTo>
                  <a:lnTo>
                    <a:pt x="120903" y="275590"/>
                  </a:lnTo>
                  <a:lnTo>
                    <a:pt x="120141" y="276860"/>
                  </a:lnTo>
                  <a:lnTo>
                    <a:pt x="119761" y="280670"/>
                  </a:lnTo>
                  <a:lnTo>
                    <a:pt x="118237" y="281940"/>
                  </a:lnTo>
                  <a:lnTo>
                    <a:pt x="117093" y="284480"/>
                  </a:lnTo>
                  <a:lnTo>
                    <a:pt x="114807" y="287020"/>
                  </a:lnTo>
                  <a:lnTo>
                    <a:pt x="110998" y="289560"/>
                  </a:lnTo>
                  <a:lnTo>
                    <a:pt x="109347" y="290830"/>
                  </a:lnTo>
                  <a:lnTo>
                    <a:pt x="107061" y="292100"/>
                  </a:lnTo>
                  <a:lnTo>
                    <a:pt x="105155" y="293370"/>
                  </a:lnTo>
                  <a:lnTo>
                    <a:pt x="171830" y="293370"/>
                  </a:lnTo>
                  <a:lnTo>
                    <a:pt x="168020" y="290830"/>
                  </a:lnTo>
                  <a:lnTo>
                    <a:pt x="165607" y="289560"/>
                  </a:lnTo>
                  <a:lnTo>
                    <a:pt x="162560" y="287020"/>
                  </a:lnTo>
                  <a:lnTo>
                    <a:pt x="161416" y="285750"/>
                  </a:lnTo>
                  <a:lnTo>
                    <a:pt x="159512" y="284480"/>
                  </a:lnTo>
                  <a:lnTo>
                    <a:pt x="158750" y="281940"/>
                  </a:lnTo>
                  <a:lnTo>
                    <a:pt x="157606" y="280670"/>
                  </a:lnTo>
                  <a:lnTo>
                    <a:pt x="156082" y="273050"/>
                  </a:lnTo>
                  <a:lnTo>
                    <a:pt x="156082" y="269240"/>
                  </a:lnTo>
                  <a:lnTo>
                    <a:pt x="156844" y="264160"/>
                  </a:lnTo>
                  <a:lnTo>
                    <a:pt x="157606" y="261620"/>
                  </a:lnTo>
                  <a:lnTo>
                    <a:pt x="158750" y="260350"/>
                  </a:lnTo>
                  <a:lnTo>
                    <a:pt x="159512" y="257810"/>
                  </a:lnTo>
                  <a:lnTo>
                    <a:pt x="161416" y="256540"/>
                  </a:lnTo>
                  <a:lnTo>
                    <a:pt x="162560" y="255270"/>
                  </a:lnTo>
                  <a:lnTo>
                    <a:pt x="165607" y="251460"/>
                  </a:lnTo>
                  <a:close/>
                </a:path>
                <a:path w="346075" h="345439">
                  <a:moveTo>
                    <a:pt x="234950" y="251460"/>
                  </a:moveTo>
                  <a:lnTo>
                    <a:pt x="191897" y="251460"/>
                  </a:lnTo>
                  <a:lnTo>
                    <a:pt x="194944" y="255270"/>
                  </a:lnTo>
                  <a:lnTo>
                    <a:pt x="196850" y="256540"/>
                  </a:lnTo>
                  <a:lnTo>
                    <a:pt x="197992" y="257810"/>
                  </a:lnTo>
                  <a:lnTo>
                    <a:pt x="199136" y="260350"/>
                  </a:lnTo>
                  <a:lnTo>
                    <a:pt x="199898" y="261620"/>
                  </a:lnTo>
                  <a:lnTo>
                    <a:pt x="200660" y="264160"/>
                  </a:lnTo>
                  <a:lnTo>
                    <a:pt x="201040" y="266700"/>
                  </a:lnTo>
                  <a:lnTo>
                    <a:pt x="201929" y="269240"/>
                  </a:lnTo>
                  <a:lnTo>
                    <a:pt x="202311" y="270510"/>
                  </a:lnTo>
                  <a:lnTo>
                    <a:pt x="201929" y="273050"/>
                  </a:lnTo>
                  <a:lnTo>
                    <a:pt x="201040" y="275590"/>
                  </a:lnTo>
                  <a:lnTo>
                    <a:pt x="200660" y="276860"/>
                  </a:lnTo>
                  <a:lnTo>
                    <a:pt x="199898" y="280670"/>
                  </a:lnTo>
                  <a:lnTo>
                    <a:pt x="199136" y="281940"/>
                  </a:lnTo>
                  <a:lnTo>
                    <a:pt x="197992" y="284480"/>
                  </a:lnTo>
                  <a:lnTo>
                    <a:pt x="196850" y="285750"/>
                  </a:lnTo>
                  <a:lnTo>
                    <a:pt x="194944" y="287020"/>
                  </a:lnTo>
                  <a:lnTo>
                    <a:pt x="191897" y="289560"/>
                  </a:lnTo>
                  <a:lnTo>
                    <a:pt x="189483" y="290830"/>
                  </a:lnTo>
                  <a:lnTo>
                    <a:pt x="185674" y="293370"/>
                  </a:lnTo>
                  <a:lnTo>
                    <a:pt x="241173" y="293370"/>
                  </a:lnTo>
                  <a:lnTo>
                    <a:pt x="237362" y="290830"/>
                  </a:lnTo>
                  <a:lnTo>
                    <a:pt x="234950" y="289560"/>
                  </a:lnTo>
                  <a:lnTo>
                    <a:pt x="231901" y="287020"/>
                  </a:lnTo>
                  <a:lnTo>
                    <a:pt x="229997" y="285750"/>
                  </a:lnTo>
                  <a:lnTo>
                    <a:pt x="228853" y="284480"/>
                  </a:lnTo>
                  <a:lnTo>
                    <a:pt x="227711" y="281940"/>
                  </a:lnTo>
                  <a:lnTo>
                    <a:pt x="226949" y="280670"/>
                  </a:lnTo>
                  <a:lnTo>
                    <a:pt x="226187" y="276860"/>
                  </a:lnTo>
                  <a:lnTo>
                    <a:pt x="225043" y="273050"/>
                  </a:lnTo>
                  <a:lnTo>
                    <a:pt x="224536" y="270510"/>
                  </a:lnTo>
                  <a:lnTo>
                    <a:pt x="225043" y="269240"/>
                  </a:lnTo>
                  <a:lnTo>
                    <a:pt x="225805" y="266700"/>
                  </a:lnTo>
                  <a:lnTo>
                    <a:pt x="226187" y="264160"/>
                  </a:lnTo>
                  <a:lnTo>
                    <a:pt x="226949" y="261620"/>
                  </a:lnTo>
                  <a:lnTo>
                    <a:pt x="227711" y="260350"/>
                  </a:lnTo>
                  <a:lnTo>
                    <a:pt x="228853" y="257810"/>
                  </a:lnTo>
                  <a:lnTo>
                    <a:pt x="229997" y="256540"/>
                  </a:lnTo>
                  <a:lnTo>
                    <a:pt x="231901" y="255270"/>
                  </a:lnTo>
                  <a:lnTo>
                    <a:pt x="234950" y="251460"/>
                  </a:lnTo>
                  <a:close/>
                </a:path>
                <a:path w="346075" h="345439">
                  <a:moveTo>
                    <a:pt x="171830" y="248920"/>
                  </a:moveTo>
                  <a:lnTo>
                    <a:pt x="105155" y="248920"/>
                  </a:lnTo>
                  <a:lnTo>
                    <a:pt x="107061" y="250190"/>
                  </a:lnTo>
                  <a:lnTo>
                    <a:pt x="109347" y="251460"/>
                  </a:lnTo>
                  <a:lnTo>
                    <a:pt x="168020" y="251460"/>
                  </a:lnTo>
                  <a:lnTo>
                    <a:pt x="171830" y="248920"/>
                  </a:lnTo>
                  <a:close/>
                </a:path>
                <a:path w="346075" h="345439">
                  <a:moveTo>
                    <a:pt x="241173" y="248920"/>
                  </a:moveTo>
                  <a:lnTo>
                    <a:pt x="185674" y="248920"/>
                  </a:lnTo>
                  <a:lnTo>
                    <a:pt x="189483" y="251460"/>
                  </a:lnTo>
                  <a:lnTo>
                    <a:pt x="237362" y="251460"/>
                  </a:lnTo>
                  <a:lnTo>
                    <a:pt x="241173" y="248920"/>
                  </a:lnTo>
                  <a:close/>
                </a:path>
                <a:path w="346075" h="345439">
                  <a:moveTo>
                    <a:pt x="176402" y="247650"/>
                  </a:moveTo>
                  <a:lnTo>
                    <a:pt x="100583" y="247650"/>
                  </a:lnTo>
                  <a:lnTo>
                    <a:pt x="102869" y="248920"/>
                  </a:lnTo>
                  <a:lnTo>
                    <a:pt x="174116" y="248920"/>
                  </a:lnTo>
                  <a:lnTo>
                    <a:pt x="176402" y="247650"/>
                  </a:lnTo>
                  <a:close/>
                </a:path>
                <a:path w="346075" h="345439">
                  <a:moveTo>
                    <a:pt x="245744" y="247650"/>
                  </a:moveTo>
                  <a:lnTo>
                    <a:pt x="181101" y="247650"/>
                  </a:lnTo>
                  <a:lnTo>
                    <a:pt x="183387" y="248920"/>
                  </a:lnTo>
                  <a:lnTo>
                    <a:pt x="243458" y="248920"/>
                  </a:lnTo>
                  <a:lnTo>
                    <a:pt x="245744" y="247650"/>
                  </a:lnTo>
                  <a:close/>
                </a:path>
                <a:path w="346075" h="345439">
                  <a:moveTo>
                    <a:pt x="174116" y="212090"/>
                  </a:moveTo>
                  <a:lnTo>
                    <a:pt x="103250" y="212090"/>
                  </a:lnTo>
                  <a:lnTo>
                    <a:pt x="102488" y="213360"/>
                  </a:lnTo>
                  <a:lnTo>
                    <a:pt x="101345" y="214630"/>
                  </a:lnTo>
                  <a:lnTo>
                    <a:pt x="175640" y="214630"/>
                  </a:lnTo>
                  <a:lnTo>
                    <a:pt x="174116" y="212090"/>
                  </a:lnTo>
                  <a:close/>
                </a:path>
                <a:path w="346075" h="345439">
                  <a:moveTo>
                    <a:pt x="243458" y="212090"/>
                  </a:moveTo>
                  <a:lnTo>
                    <a:pt x="183387" y="212090"/>
                  </a:lnTo>
                  <a:lnTo>
                    <a:pt x="183006" y="213360"/>
                  </a:lnTo>
                  <a:lnTo>
                    <a:pt x="181863" y="214630"/>
                  </a:lnTo>
                  <a:lnTo>
                    <a:pt x="244982" y="214630"/>
                  </a:lnTo>
                  <a:lnTo>
                    <a:pt x="243458" y="212090"/>
                  </a:lnTo>
                  <a:close/>
                </a:path>
                <a:path w="346075" h="345439">
                  <a:moveTo>
                    <a:pt x="345948" y="44450"/>
                  </a:moveTo>
                  <a:lnTo>
                    <a:pt x="250443" y="44450"/>
                  </a:lnTo>
                  <a:lnTo>
                    <a:pt x="251205" y="45720"/>
                  </a:lnTo>
                  <a:lnTo>
                    <a:pt x="251967" y="45720"/>
                  </a:lnTo>
                  <a:lnTo>
                    <a:pt x="252729" y="46989"/>
                  </a:lnTo>
                  <a:lnTo>
                    <a:pt x="253111" y="46989"/>
                  </a:lnTo>
                  <a:lnTo>
                    <a:pt x="253491" y="49530"/>
                  </a:lnTo>
                  <a:lnTo>
                    <a:pt x="253491" y="149860"/>
                  </a:lnTo>
                  <a:lnTo>
                    <a:pt x="272033" y="149860"/>
                  </a:lnTo>
                  <a:lnTo>
                    <a:pt x="273557" y="151130"/>
                  </a:lnTo>
                  <a:lnTo>
                    <a:pt x="274319" y="151130"/>
                  </a:lnTo>
                  <a:lnTo>
                    <a:pt x="275843" y="152400"/>
                  </a:lnTo>
                  <a:lnTo>
                    <a:pt x="276605" y="154940"/>
                  </a:lnTo>
                  <a:lnTo>
                    <a:pt x="276605" y="180340"/>
                  </a:lnTo>
                  <a:lnTo>
                    <a:pt x="276225" y="181610"/>
                  </a:lnTo>
                  <a:lnTo>
                    <a:pt x="275843" y="181610"/>
                  </a:lnTo>
                  <a:lnTo>
                    <a:pt x="274319" y="184150"/>
                  </a:lnTo>
                  <a:lnTo>
                    <a:pt x="253491" y="184150"/>
                  </a:lnTo>
                  <a:lnTo>
                    <a:pt x="253491" y="210820"/>
                  </a:lnTo>
                  <a:lnTo>
                    <a:pt x="253111" y="212090"/>
                  </a:lnTo>
                  <a:lnTo>
                    <a:pt x="252729" y="212090"/>
                  </a:lnTo>
                  <a:lnTo>
                    <a:pt x="251205" y="214630"/>
                  </a:lnTo>
                  <a:lnTo>
                    <a:pt x="345948" y="214630"/>
                  </a:lnTo>
                  <a:lnTo>
                    <a:pt x="345948" y="44450"/>
                  </a:lnTo>
                  <a:close/>
                </a:path>
                <a:path w="346075" h="345439">
                  <a:moveTo>
                    <a:pt x="173736" y="46989"/>
                  </a:moveTo>
                  <a:lnTo>
                    <a:pt x="103631" y="46989"/>
                  </a:lnTo>
                  <a:lnTo>
                    <a:pt x="104012" y="49530"/>
                  </a:lnTo>
                  <a:lnTo>
                    <a:pt x="104012" y="127000"/>
                  </a:lnTo>
                  <a:lnTo>
                    <a:pt x="123316" y="127000"/>
                  </a:lnTo>
                  <a:lnTo>
                    <a:pt x="124460" y="128270"/>
                  </a:lnTo>
                  <a:lnTo>
                    <a:pt x="125602" y="128270"/>
                  </a:lnTo>
                  <a:lnTo>
                    <a:pt x="126364" y="129540"/>
                  </a:lnTo>
                  <a:lnTo>
                    <a:pt x="127126" y="132080"/>
                  </a:lnTo>
                  <a:lnTo>
                    <a:pt x="127126" y="157480"/>
                  </a:lnTo>
                  <a:lnTo>
                    <a:pt x="126745" y="157480"/>
                  </a:lnTo>
                  <a:lnTo>
                    <a:pt x="126364" y="158750"/>
                  </a:lnTo>
                  <a:lnTo>
                    <a:pt x="124460" y="161290"/>
                  </a:lnTo>
                  <a:lnTo>
                    <a:pt x="104012" y="161290"/>
                  </a:lnTo>
                  <a:lnTo>
                    <a:pt x="104012" y="210820"/>
                  </a:lnTo>
                  <a:lnTo>
                    <a:pt x="103631" y="212090"/>
                  </a:lnTo>
                  <a:lnTo>
                    <a:pt x="173736" y="212090"/>
                  </a:lnTo>
                  <a:lnTo>
                    <a:pt x="173354" y="210820"/>
                  </a:lnTo>
                  <a:lnTo>
                    <a:pt x="173354" y="115570"/>
                  </a:lnTo>
                  <a:lnTo>
                    <a:pt x="154812" y="115570"/>
                  </a:lnTo>
                  <a:lnTo>
                    <a:pt x="153288" y="114300"/>
                  </a:lnTo>
                  <a:lnTo>
                    <a:pt x="151764" y="114300"/>
                  </a:lnTo>
                  <a:lnTo>
                    <a:pt x="151002" y="113030"/>
                  </a:lnTo>
                  <a:lnTo>
                    <a:pt x="150240" y="110490"/>
                  </a:lnTo>
                  <a:lnTo>
                    <a:pt x="150240" y="85090"/>
                  </a:lnTo>
                  <a:lnTo>
                    <a:pt x="150622" y="85090"/>
                  </a:lnTo>
                  <a:lnTo>
                    <a:pt x="151002" y="83820"/>
                  </a:lnTo>
                  <a:lnTo>
                    <a:pt x="152526" y="81280"/>
                  </a:lnTo>
                  <a:lnTo>
                    <a:pt x="173354" y="81280"/>
                  </a:lnTo>
                  <a:lnTo>
                    <a:pt x="173354" y="48260"/>
                  </a:lnTo>
                  <a:lnTo>
                    <a:pt x="173736" y="46989"/>
                  </a:lnTo>
                  <a:close/>
                </a:path>
                <a:path w="346075" h="345439">
                  <a:moveTo>
                    <a:pt x="243077" y="46989"/>
                  </a:moveTo>
                  <a:lnTo>
                    <a:pt x="184530" y="46989"/>
                  </a:lnTo>
                  <a:lnTo>
                    <a:pt x="184530" y="49530"/>
                  </a:lnTo>
                  <a:lnTo>
                    <a:pt x="184912" y="49530"/>
                  </a:lnTo>
                  <a:lnTo>
                    <a:pt x="184912" y="81280"/>
                  </a:lnTo>
                  <a:lnTo>
                    <a:pt x="204977" y="81280"/>
                  </a:lnTo>
                  <a:lnTo>
                    <a:pt x="206501" y="83820"/>
                  </a:lnTo>
                  <a:lnTo>
                    <a:pt x="206882" y="85090"/>
                  </a:lnTo>
                  <a:lnTo>
                    <a:pt x="207263" y="85090"/>
                  </a:lnTo>
                  <a:lnTo>
                    <a:pt x="208025" y="86360"/>
                  </a:lnTo>
                  <a:lnTo>
                    <a:pt x="208025" y="109220"/>
                  </a:lnTo>
                  <a:lnTo>
                    <a:pt x="207263" y="110490"/>
                  </a:lnTo>
                  <a:lnTo>
                    <a:pt x="206501" y="113030"/>
                  </a:lnTo>
                  <a:lnTo>
                    <a:pt x="205739" y="114300"/>
                  </a:lnTo>
                  <a:lnTo>
                    <a:pt x="204215" y="114300"/>
                  </a:lnTo>
                  <a:lnTo>
                    <a:pt x="203073" y="115570"/>
                  </a:lnTo>
                  <a:lnTo>
                    <a:pt x="184912" y="115570"/>
                  </a:lnTo>
                  <a:lnTo>
                    <a:pt x="184912" y="209550"/>
                  </a:lnTo>
                  <a:lnTo>
                    <a:pt x="184530" y="210820"/>
                  </a:lnTo>
                  <a:lnTo>
                    <a:pt x="184530" y="212090"/>
                  </a:lnTo>
                  <a:lnTo>
                    <a:pt x="243077" y="212090"/>
                  </a:lnTo>
                  <a:lnTo>
                    <a:pt x="242315" y="210820"/>
                  </a:lnTo>
                  <a:lnTo>
                    <a:pt x="241935" y="209550"/>
                  </a:lnTo>
                  <a:lnTo>
                    <a:pt x="241935" y="184150"/>
                  </a:lnTo>
                  <a:lnTo>
                    <a:pt x="221868" y="184150"/>
                  </a:lnTo>
                  <a:lnTo>
                    <a:pt x="220344" y="181610"/>
                  </a:lnTo>
                  <a:lnTo>
                    <a:pt x="219963" y="181610"/>
                  </a:lnTo>
                  <a:lnTo>
                    <a:pt x="219582" y="180340"/>
                  </a:lnTo>
                  <a:lnTo>
                    <a:pt x="219582" y="154940"/>
                  </a:lnTo>
                  <a:lnTo>
                    <a:pt x="220344" y="152400"/>
                  </a:lnTo>
                  <a:lnTo>
                    <a:pt x="221868" y="151130"/>
                  </a:lnTo>
                  <a:lnTo>
                    <a:pt x="222630" y="151130"/>
                  </a:lnTo>
                  <a:lnTo>
                    <a:pt x="223774" y="149860"/>
                  </a:lnTo>
                  <a:lnTo>
                    <a:pt x="241935" y="149860"/>
                  </a:lnTo>
                  <a:lnTo>
                    <a:pt x="241935" y="49530"/>
                  </a:lnTo>
                  <a:lnTo>
                    <a:pt x="242315" y="48260"/>
                  </a:lnTo>
                  <a:lnTo>
                    <a:pt x="243077" y="46989"/>
                  </a:lnTo>
                  <a:close/>
                </a:path>
                <a:path w="346075" h="345439">
                  <a:moveTo>
                    <a:pt x="174878" y="45720"/>
                  </a:moveTo>
                  <a:lnTo>
                    <a:pt x="102488" y="45720"/>
                  </a:lnTo>
                  <a:lnTo>
                    <a:pt x="103250" y="46989"/>
                  </a:lnTo>
                  <a:lnTo>
                    <a:pt x="174116" y="46989"/>
                  </a:lnTo>
                  <a:lnTo>
                    <a:pt x="174878" y="45720"/>
                  </a:lnTo>
                  <a:close/>
                </a:path>
                <a:path w="346075" h="345439">
                  <a:moveTo>
                    <a:pt x="244220" y="45720"/>
                  </a:moveTo>
                  <a:lnTo>
                    <a:pt x="183006" y="45720"/>
                  </a:lnTo>
                  <a:lnTo>
                    <a:pt x="183387" y="46989"/>
                  </a:lnTo>
                  <a:lnTo>
                    <a:pt x="243458" y="46989"/>
                  </a:lnTo>
                  <a:lnTo>
                    <a:pt x="244220" y="45720"/>
                  </a:lnTo>
                  <a:close/>
                </a:path>
                <a:path w="346075" h="345439">
                  <a:moveTo>
                    <a:pt x="176402" y="44450"/>
                  </a:moveTo>
                  <a:lnTo>
                    <a:pt x="100202" y="44450"/>
                  </a:lnTo>
                  <a:lnTo>
                    <a:pt x="101345" y="45720"/>
                  </a:lnTo>
                  <a:lnTo>
                    <a:pt x="175640" y="45720"/>
                  </a:lnTo>
                  <a:lnTo>
                    <a:pt x="176402" y="44450"/>
                  </a:lnTo>
                  <a:close/>
                </a:path>
                <a:path w="346075" h="345439">
                  <a:moveTo>
                    <a:pt x="245744" y="44450"/>
                  </a:moveTo>
                  <a:lnTo>
                    <a:pt x="181101" y="44450"/>
                  </a:lnTo>
                  <a:lnTo>
                    <a:pt x="181863" y="45720"/>
                  </a:lnTo>
                  <a:lnTo>
                    <a:pt x="244982" y="45720"/>
                  </a:lnTo>
                  <a:lnTo>
                    <a:pt x="245744" y="44450"/>
                  </a:lnTo>
                  <a:close/>
                </a:path>
                <a:path w="346075" h="345439">
                  <a:moveTo>
                    <a:pt x="341375" y="0"/>
                  </a:moveTo>
                  <a:lnTo>
                    <a:pt x="4952" y="0"/>
                  </a:lnTo>
                  <a:lnTo>
                    <a:pt x="3810" y="1270"/>
                  </a:lnTo>
                  <a:lnTo>
                    <a:pt x="342138" y="1270"/>
                  </a:lnTo>
                  <a:lnTo>
                    <a:pt x="341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2741422" y="5387441"/>
            <a:ext cx="13531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solidFill>
                  <a:srgbClr val="FFFFFF"/>
                </a:solidFill>
                <a:latin typeface="Segoe UI Light"/>
                <a:cs typeface="Segoe UI Light"/>
              </a:rPr>
              <a:t>D</a:t>
            </a:r>
            <a:r>
              <a:rPr dirty="0" sz="1600" spc="-17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dirty="0" sz="1600" spc="-190">
                <a:solidFill>
                  <a:srgbClr val="FFFFFF"/>
                </a:solidFill>
                <a:latin typeface="Segoe UI Light"/>
                <a:cs typeface="Segoe UI Light"/>
              </a:rPr>
              <a:t>T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ANA</a:t>
            </a:r>
            <a:r>
              <a:rPr dirty="0" sz="1600" spc="-160">
                <a:solidFill>
                  <a:srgbClr val="FFFFFF"/>
                </a:solidFill>
                <a:latin typeface="Segoe UI Light"/>
                <a:cs typeface="Segoe UI Light"/>
              </a:rPr>
              <a:t>L</a:t>
            </a:r>
            <a:r>
              <a:rPr dirty="0" sz="1600" spc="-40">
                <a:solidFill>
                  <a:srgbClr val="FFFFFF"/>
                </a:solidFill>
                <a:latin typeface="Segoe UI Light"/>
                <a:cs typeface="Segoe UI Light"/>
              </a:rPr>
              <a:t>Y</a:t>
            </a:r>
            <a:r>
              <a:rPr dirty="0" sz="1600" spc="-10">
                <a:solidFill>
                  <a:srgbClr val="FFFFFF"/>
                </a:solidFill>
                <a:latin typeface="Segoe UI Light"/>
                <a:cs typeface="Segoe UI Light"/>
              </a:rPr>
              <a:t>SI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S</a:t>
            </a:r>
            <a:endParaRPr sz="1600">
              <a:latin typeface="Segoe UI Light"/>
              <a:cs typeface="Segoe UI Ligh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419600" y="5055108"/>
            <a:ext cx="940435" cy="940435"/>
            <a:chOff x="4419600" y="5055108"/>
            <a:chExt cx="940435" cy="940435"/>
          </a:xfrm>
        </p:grpSpPr>
        <p:sp>
          <p:nvSpPr>
            <p:cNvPr id="35" name="object 35"/>
            <p:cNvSpPr/>
            <p:nvPr/>
          </p:nvSpPr>
          <p:spPr>
            <a:xfrm>
              <a:off x="4419600" y="5055108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5" h="940435">
                  <a:moveTo>
                    <a:pt x="470153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4"/>
                  </a:lnTo>
                  <a:lnTo>
                    <a:pt x="2426" y="518225"/>
                  </a:lnTo>
                  <a:lnTo>
                    <a:pt x="9549" y="564907"/>
                  </a:lnTo>
                  <a:lnTo>
                    <a:pt x="21132" y="609965"/>
                  </a:lnTo>
                  <a:lnTo>
                    <a:pt x="36939" y="653161"/>
                  </a:lnTo>
                  <a:lnTo>
                    <a:pt x="56733" y="694259"/>
                  </a:lnTo>
                  <a:lnTo>
                    <a:pt x="80280" y="733023"/>
                  </a:lnTo>
                  <a:lnTo>
                    <a:pt x="107342" y="769217"/>
                  </a:lnTo>
                  <a:lnTo>
                    <a:pt x="137683" y="802605"/>
                  </a:lnTo>
                  <a:lnTo>
                    <a:pt x="171069" y="832949"/>
                  </a:lnTo>
                  <a:lnTo>
                    <a:pt x="207261" y="860014"/>
                  </a:lnTo>
                  <a:lnTo>
                    <a:pt x="246025" y="883564"/>
                  </a:lnTo>
                  <a:lnTo>
                    <a:pt x="287125" y="903361"/>
                  </a:lnTo>
                  <a:lnTo>
                    <a:pt x="330323" y="919171"/>
                  </a:lnTo>
                  <a:lnTo>
                    <a:pt x="375385" y="930756"/>
                  </a:lnTo>
                  <a:lnTo>
                    <a:pt x="422074" y="937880"/>
                  </a:lnTo>
                  <a:lnTo>
                    <a:pt x="470153" y="940308"/>
                  </a:lnTo>
                  <a:lnTo>
                    <a:pt x="518233" y="937880"/>
                  </a:lnTo>
                  <a:lnTo>
                    <a:pt x="564922" y="930756"/>
                  </a:lnTo>
                  <a:lnTo>
                    <a:pt x="609984" y="919171"/>
                  </a:lnTo>
                  <a:lnTo>
                    <a:pt x="653182" y="903361"/>
                  </a:lnTo>
                  <a:lnTo>
                    <a:pt x="694282" y="883564"/>
                  </a:lnTo>
                  <a:lnTo>
                    <a:pt x="733046" y="860014"/>
                  </a:lnTo>
                  <a:lnTo>
                    <a:pt x="769238" y="832949"/>
                  </a:lnTo>
                  <a:lnTo>
                    <a:pt x="802624" y="802605"/>
                  </a:lnTo>
                  <a:lnTo>
                    <a:pt x="832965" y="769217"/>
                  </a:lnTo>
                  <a:lnTo>
                    <a:pt x="860027" y="733023"/>
                  </a:lnTo>
                  <a:lnTo>
                    <a:pt x="883574" y="694259"/>
                  </a:lnTo>
                  <a:lnTo>
                    <a:pt x="903368" y="653161"/>
                  </a:lnTo>
                  <a:lnTo>
                    <a:pt x="919175" y="609965"/>
                  </a:lnTo>
                  <a:lnTo>
                    <a:pt x="930758" y="564907"/>
                  </a:lnTo>
                  <a:lnTo>
                    <a:pt x="937881" y="518225"/>
                  </a:lnTo>
                  <a:lnTo>
                    <a:pt x="940308" y="470154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3" y="0"/>
                  </a:lnTo>
                  <a:close/>
                </a:path>
              </a:pathLst>
            </a:custGeom>
            <a:solidFill>
              <a:srgbClr val="0D829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8304" y="5353812"/>
              <a:ext cx="342900" cy="342900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00244" y="2561844"/>
            <a:ext cx="2142744" cy="21427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55735" y="484631"/>
            <a:ext cx="3636645" cy="76200"/>
          </a:xfrm>
          <a:custGeom>
            <a:avLst/>
            <a:gdLst/>
            <a:ahLst/>
            <a:cxnLst/>
            <a:rect l="l" t="t" r="r" b="b"/>
            <a:pathLst>
              <a:path w="363664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636645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3636645" h="76200">
                <a:moveTo>
                  <a:pt x="363664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3636645" y="44450"/>
                </a:lnTo>
                <a:lnTo>
                  <a:pt x="363664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Zomato</a:t>
            </a:r>
            <a:r>
              <a:rPr dirty="0" spc="-40"/>
              <a:t> </a:t>
            </a:r>
            <a:r>
              <a:rPr dirty="0" spc="-165"/>
              <a:t>Restau</a:t>
            </a:r>
            <a:r>
              <a:rPr dirty="0" spc="-114"/>
              <a:t>r</a:t>
            </a:r>
            <a:r>
              <a:rPr dirty="0" spc="-105"/>
              <a:t>an</a:t>
            </a:r>
            <a:r>
              <a:rPr dirty="0" spc="-70"/>
              <a:t>t</a:t>
            </a:r>
            <a:r>
              <a:rPr dirty="0" spc="-40"/>
              <a:t> </a:t>
            </a:r>
            <a:r>
              <a:rPr dirty="0" spc="5"/>
              <a:t>Anal</a:t>
            </a:r>
            <a:r>
              <a:rPr dirty="0"/>
              <a:t>y</a:t>
            </a:r>
            <a:r>
              <a:rPr dirty="0" spc="-200"/>
              <a:t>sis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3602354" cy="76200"/>
          </a:xfrm>
          <a:custGeom>
            <a:avLst/>
            <a:gdLst/>
            <a:ahLst/>
            <a:cxnLst/>
            <a:rect l="l" t="t" r="r" b="b"/>
            <a:pathLst>
              <a:path w="3602354" h="76200">
                <a:moveTo>
                  <a:pt x="3564255" y="0"/>
                </a:moveTo>
                <a:lnTo>
                  <a:pt x="3549461" y="2988"/>
                </a:lnTo>
                <a:lnTo>
                  <a:pt x="3537346" y="11144"/>
                </a:lnTo>
                <a:lnTo>
                  <a:pt x="3529161" y="23252"/>
                </a:lnTo>
                <a:lnTo>
                  <a:pt x="3526155" y="38100"/>
                </a:lnTo>
                <a:lnTo>
                  <a:pt x="3529161" y="52947"/>
                </a:lnTo>
                <a:lnTo>
                  <a:pt x="3537346" y="65055"/>
                </a:lnTo>
                <a:lnTo>
                  <a:pt x="3549461" y="73211"/>
                </a:lnTo>
                <a:lnTo>
                  <a:pt x="3564255" y="76200"/>
                </a:lnTo>
                <a:lnTo>
                  <a:pt x="3579102" y="73211"/>
                </a:lnTo>
                <a:lnTo>
                  <a:pt x="3591210" y="65055"/>
                </a:lnTo>
                <a:lnTo>
                  <a:pt x="3599366" y="52947"/>
                </a:lnTo>
                <a:lnTo>
                  <a:pt x="3601076" y="44450"/>
                </a:lnTo>
                <a:lnTo>
                  <a:pt x="3564255" y="44450"/>
                </a:lnTo>
                <a:lnTo>
                  <a:pt x="3564255" y="31750"/>
                </a:lnTo>
                <a:lnTo>
                  <a:pt x="3601076" y="31750"/>
                </a:lnTo>
                <a:lnTo>
                  <a:pt x="3599366" y="23252"/>
                </a:lnTo>
                <a:lnTo>
                  <a:pt x="3591210" y="11144"/>
                </a:lnTo>
                <a:lnTo>
                  <a:pt x="3579102" y="2988"/>
                </a:lnTo>
                <a:lnTo>
                  <a:pt x="3564255" y="0"/>
                </a:lnTo>
                <a:close/>
              </a:path>
              <a:path w="3602354" h="76200">
                <a:moveTo>
                  <a:pt x="352744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27440" y="44450"/>
                </a:lnTo>
                <a:lnTo>
                  <a:pt x="3526155" y="38100"/>
                </a:lnTo>
                <a:lnTo>
                  <a:pt x="3527440" y="31750"/>
                </a:lnTo>
                <a:close/>
              </a:path>
              <a:path w="3602354" h="76200">
                <a:moveTo>
                  <a:pt x="3601076" y="31750"/>
                </a:moveTo>
                <a:lnTo>
                  <a:pt x="3564255" y="31750"/>
                </a:lnTo>
                <a:lnTo>
                  <a:pt x="3564255" y="44450"/>
                </a:lnTo>
                <a:lnTo>
                  <a:pt x="3601076" y="44450"/>
                </a:lnTo>
                <a:lnTo>
                  <a:pt x="3602355" y="38100"/>
                </a:lnTo>
                <a:lnTo>
                  <a:pt x="360107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38708" y="1200149"/>
            <a:ext cx="5366385" cy="1002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15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Probl</a:t>
            </a:r>
            <a:r>
              <a:rPr dirty="0" u="heavy" sz="2800" spc="-18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dirty="0" u="heavy" sz="2800" spc="-33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</a:t>
            </a:r>
            <a:r>
              <a:rPr dirty="0" u="heavy" sz="2800" spc="-10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 spc="-204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Statem</a:t>
            </a:r>
            <a:r>
              <a:rPr dirty="0" u="heavy" sz="2800" spc="-21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dirty="0" u="heavy" sz="2800" spc="-17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nt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75"/>
              </a:spcBef>
            </a:pPr>
            <a:r>
              <a:rPr dirty="0" sz="1800" spc="5">
                <a:latin typeface="Tahoma"/>
                <a:cs typeface="Tahoma"/>
              </a:rPr>
              <a:t>Expansion</a:t>
            </a:r>
            <a:r>
              <a:rPr dirty="0" sz="1800" spc="-1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and</a:t>
            </a:r>
            <a:r>
              <a:rPr dirty="0" sz="1800" spc="-105">
                <a:latin typeface="Tahoma"/>
                <a:cs typeface="Tahoma"/>
              </a:rPr>
              <a:t> </a:t>
            </a:r>
            <a:r>
              <a:rPr dirty="0" sz="1800" spc="20">
                <a:latin typeface="Tahoma"/>
                <a:cs typeface="Tahoma"/>
              </a:rPr>
              <a:t>Opening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more</a:t>
            </a:r>
            <a:r>
              <a:rPr dirty="0" sz="1800" spc="-105">
                <a:latin typeface="Tahoma"/>
                <a:cs typeface="Tahoma"/>
              </a:rPr>
              <a:t> </a:t>
            </a:r>
            <a:r>
              <a:rPr dirty="0" sz="1800" spc="-5">
                <a:latin typeface="Tahoma"/>
                <a:cs typeface="Tahoma"/>
              </a:rPr>
              <a:t>restaurants</a:t>
            </a:r>
            <a:r>
              <a:rPr dirty="0" sz="1800" spc="-140">
                <a:latin typeface="Tahoma"/>
                <a:cs typeface="Tahoma"/>
              </a:rPr>
              <a:t> </a:t>
            </a:r>
            <a:r>
              <a:rPr dirty="0" sz="1800" spc="20">
                <a:latin typeface="Tahoma"/>
                <a:cs typeface="Tahoma"/>
              </a:rPr>
              <a:t>by</a:t>
            </a:r>
            <a:r>
              <a:rPr dirty="0" sz="1800" spc="-105">
                <a:latin typeface="Tahoma"/>
                <a:cs typeface="Tahoma"/>
              </a:rPr>
              <a:t> </a:t>
            </a:r>
            <a:r>
              <a:rPr dirty="0" sz="1800" spc="-5">
                <a:latin typeface="Tahoma"/>
                <a:cs typeface="Tahoma"/>
              </a:rPr>
              <a:t>Zomato.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441" y="3224275"/>
            <a:ext cx="10266045" cy="1002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17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Tas</a:t>
            </a:r>
            <a:r>
              <a:rPr dirty="0" u="heavy" sz="2800" spc="-19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k</a:t>
            </a:r>
            <a:r>
              <a:rPr dirty="0" u="heavy" sz="2800" spc="-14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 spc="-12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dirty="0" u="heavy" sz="2800" spc="-12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</a:t>
            </a:r>
            <a:r>
              <a:rPr dirty="0" u="heavy" sz="2800" spc="-14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 spc="-16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Perform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75"/>
              </a:spcBef>
            </a:pPr>
            <a:r>
              <a:rPr dirty="0" sz="1800" spc="30">
                <a:latin typeface="Tahoma"/>
                <a:cs typeface="Tahoma"/>
              </a:rPr>
              <a:t>Come</a:t>
            </a:r>
            <a:r>
              <a:rPr dirty="0" sz="1800" spc="-105">
                <a:latin typeface="Tahoma"/>
                <a:cs typeface="Tahoma"/>
              </a:rPr>
              <a:t> </a:t>
            </a:r>
            <a:r>
              <a:rPr dirty="0" sz="1800" spc="5">
                <a:latin typeface="Tahoma"/>
                <a:cs typeface="Tahoma"/>
              </a:rPr>
              <a:t>up</a:t>
            </a:r>
            <a:r>
              <a:rPr dirty="0" sz="1800" spc="-105">
                <a:latin typeface="Tahoma"/>
                <a:cs typeface="Tahoma"/>
              </a:rPr>
              <a:t> </a:t>
            </a:r>
            <a:r>
              <a:rPr dirty="0" sz="1800" spc="35">
                <a:latin typeface="Tahoma"/>
                <a:cs typeface="Tahoma"/>
              </a:rPr>
              <a:t>with</a:t>
            </a:r>
            <a:r>
              <a:rPr dirty="0" sz="1800" spc="-10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strategies/suggestions</a:t>
            </a:r>
            <a:r>
              <a:rPr dirty="0" sz="1800" spc="-114">
                <a:latin typeface="Tahoma"/>
                <a:cs typeface="Tahoma"/>
              </a:rPr>
              <a:t> </a:t>
            </a:r>
            <a:r>
              <a:rPr dirty="0" sz="1800" spc="10">
                <a:latin typeface="Tahoma"/>
                <a:cs typeface="Tahoma"/>
              </a:rPr>
              <a:t>about</a:t>
            </a:r>
            <a:r>
              <a:rPr dirty="0" sz="1800" spc="-9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opening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 spc="15">
                <a:latin typeface="Tahoma"/>
                <a:cs typeface="Tahoma"/>
              </a:rPr>
              <a:t>newer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 spc="-5">
                <a:latin typeface="Tahoma"/>
                <a:cs typeface="Tahoma"/>
              </a:rPr>
              <a:t>restaurants</a:t>
            </a:r>
            <a:r>
              <a:rPr dirty="0" sz="1800" spc="-135">
                <a:latin typeface="Tahoma"/>
                <a:cs typeface="Tahoma"/>
              </a:rPr>
              <a:t> </a:t>
            </a:r>
            <a:r>
              <a:rPr dirty="0" sz="1800" spc="20">
                <a:latin typeface="Tahoma"/>
                <a:cs typeface="Tahoma"/>
              </a:rPr>
              <a:t>by</a:t>
            </a:r>
            <a:r>
              <a:rPr dirty="0" sz="1800" spc="-105">
                <a:latin typeface="Tahoma"/>
                <a:cs typeface="Tahoma"/>
              </a:rPr>
              <a:t> </a:t>
            </a:r>
            <a:r>
              <a:rPr dirty="0" sz="1800" spc="-15">
                <a:latin typeface="Tahoma"/>
                <a:cs typeface="Tahoma"/>
              </a:rPr>
              <a:t>analysing</a:t>
            </a:r>
            <a:r>
              <a:rPr dirty="0" sz="1800" spc="-100">
                <a:latin typeface="Tahoma"/>
                <a:cs typeface="Tahoma"/>
              </a:rPr>
              <a:t> </a:t>
            </a:r>
            <a:r>
              <a:rPr dirty="0" sz="1800" spc="15">
                <a:latin typeface="Tahoma"/>
                <a:cs typeface="Tahoma"/>
              </a:rPr>
              <a:t>the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 spc="-5">
                <a:latin typeface="Tahoma"/>
                <a:cs typeface="Tahoma"/>
              </a:rPr>
              <a:t>given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 spc="-15">
                <a:latin typeface="Tahoma"/>
                <a:cs typeface="Tahoma"/>
              </a:rPr>
              <a:t>dataset.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55735" y="484631"/>
            <a:ext cx="3636645" cy="76200"/>
          </a:xfrm>
          <a:custGeom>
            <a:avLst/>
            <a:gdLst/>
            <a:ahLst/>
            <a:cxnLst/>
            <a:rect l="l" t="t" r="r" b="b"/>
            <a:pathLst>
              <a:path w="363664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636645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3636645" h="76200">
                <a:moveTo>
                  <a:pt x="363664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3636645" y="44450"/>
                </a:lnTo>
                <a:lnTo>
                  <a:pt x="363664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Zomato</a:t>
            </a:r>
            <a:r>
              <a:rPr dirty="0" spc="-40"/>
              <a:t> </a:t>
            </a:r>
            <a:r>
              <a:rPr dirty="0" spc="-165"/>
              <a:t>Restau</a:t>
            </a:r>
            <a:r>
              <a:rPr dirty="0" spc="-114"/>
              <a:t>r</a:t>
            </a:r>
            <a:r>
              <a:rPr dirty="0" spc="-105"/>
              <a:t>an</a:t>
            </a:r>
            <a:r>
              <a:rPr dirty="0" spc="-70"/>
              <a:t>t</a:t>
            </a:r>
            <a:r>
              <a:rPr dirty="0" spc="-40"/>
              <a:t> </a:t>
            </a:r>
            <a:r>
              <a:rPr dirty="0" spc="5"/>
              <a:t>Anal</a:t>
            </a:r>
            <a:r>
              <a:rPr dirty="0"/>
              <a:t>y</a:t>
            </a:r>
            <a:r>
              <a:rPr dirty="0" spc="-200"/>
              <a:t>sis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3602354" cy="76200"/>
          </a:xfrm>
          <a:custGeom>
            <a:avLst/>
            <a:gdLst/>
            <a:ahLst/>
            <a:cxnLst/>
            <a:rect l="l" t="t" r="r" b="b"/>
            <a:pathLst>
              <a:path w="3602354" h="76200">
                <a:moveTo>
                  <a:pt x="3564255" y="0"/>
                </a:moveTo>
                <a:lnTo>
                  <a:pt x="3549461" y="2988"/>
                </a:lnTo>
                <a:lnTo>
                  <a:pt x="3537346" y="11144"/>
                </a:lnTo>
                <a:lnTo>
                  <a:pt x="3529161" y="23252"/>
                </a:lnTo>
                <a:lnTo>
                  <a:pt x="3526155" y="38100"/>
                </a:lnTo>
                <a:lnTo>
                  <a:pt x="3529161" y="52947"/>
                </a:lnTo>
                <a:lnTo>
                  <a:pt x="3537346" y="65055"/>
                </a:lnTo>
                <a:lnTo>
                  <a:pt x="3549461" y="73211"/>
                </a:lnTo>
                <a:lnTo>
                  <a:pt x="3564255" y="76200"/>
                </a:lnTo>
                <a:lnTo>
                  <a:pt x="3579102" y="73211"/>
                </a:lnTo>
                <a:lnTo>
                  <a:pt x="3591210" y="65055"/>
                </a:lnTo>
                <a:lnTo>
                  <a:pt x="3599366" y="52947"/>
                </a:lnTo>
                <a:lnTo>
                  <a:pt x="3601076" y="44450"/>
                </a:lnTo>
                <a:lnTo>
                  <a:pt x="3564255" y="44450"/>
                </a:lnTo>
                <a:lnTo>
                  <a:pt x="3564255" y="31750"/>
                </a:lnTo>
                <a:lnTo>
                  <a:pt x="3601076" y="31750"/>
                </a:lnTo>
                <a:lnTo>
                  <a:pt x="3599366" y="23252"/>
                </a:lnTo>
                <a:lnTo>
                  <a:pt x="3591210" y="11144"/>
                </a:lnTo>
                <a:lnTo>
                  <a:pt x="3579102" y="2988"/>
                </a:lnTo>
                <a:lnTo>
                  <a:pt x="3564255" y="0"/>
                </a:lnTo>
                <a:close/>
              </a:path>
              <a:path w="3602354" h="76200">
                <a:moveTo>
                  <a:pt x="352744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27440" y="44450"/>
                </a:lnTo>
                <a:lnTo>
                  <a:pt x="3526155" y="38100"/>
                </a:lnTo>
                <a:lnTo>
                  <a:pt x="3527440" y="31750"/>
                </a:lnTo>
                <a:close/>
              </a:path>
              <a:path w="3602354" h="76200">
                <a:moveTo>
                  <a:pt x="3601076" y="31750"/>
                </a:moveTo>
                <a:lnTo>
                  <a:pt x="3564255" y="31750"/>
                </a:lnTo>
                <a:lnTo>
                  <a:pt x="3564255" y="44450"/>
                </a:lnTo>
                <a:lnTo>
                  <a:pt x="3601076" y="44450"/>
                </a:lnTo>
                <a:lnTo>
                  <a:pt x="3602355" y="38100"/>
                </a:lnTo>
                <a:lnTo>
                  <a:pt x="360107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85012" y="1454048"/>
            <a:ext cx="5368290" cy="479361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323215" indent="-311150">
              <a:lnSpc>
                <a:spcPct val="100000"/>
              </a:lnSpc>
              <a:spcBef>
                <a:spcPts val="385"/>
              </a:spcBef>
              <a:buSzPct val="81250"/>
              <a:buFont typeface="Tahoma"/>
              <a:buChar char="●"/>
              <a:tabLst>
                <a:tab pos="323215" algn="l"/>
                <a:tab pos="323850" algn="l"/>
              </a:tabLst>
            </a:pPr>
            <a:r>
              <a:rPr dirty="0" sz="1600" spc="-114" b="1">
                <a:latin typeface="Tahoma"/>
                <a:cs typeface="Tahoma"/>
              </a:rPr>
              <a:t>Restaurant</a:t>
            </a:r>
            <a:r>
              <a:rPr dirty="0" sz="1600" spc="-80" b="1">
                <a:latin typeface="Tahoma"/>
                <a:cs typeface="Tahoma"/>
              </a:rPr>
              <a:t> </a:t>
            </a:r>
            <a:r>
              <a:rPr dirty="0" sz="1600" spc="-160" b="1">
                <a:latin typeface="Tahoma"/>
                <a:cs typeface="Tahoma"/>
              </a:rPr>
              <a:t>ID:</a:t>
            </a:r>
            <a:r>
              <a:rPr dirty="0" sz="1600" spc="-80" b="1">
                <a:latin typeface="Tahoma"/>
                <a:cs typeface="Tahoma"/>
              </a:rPr>
              <a:t> </a:t>
            </a:r>
            <a:r>
              <a:rPr dirty="0" sz="1600" spc="20">
                <a:latin typeface="Tahoma"/>
                <a:cs typeface="Tahoma"/>
              </a:rPr>
              <a:t>Unique</a:t>
            </a:r>
            <a:r>
              <a:rPr dirty="0" sz="1600" spc="-7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identifier</a:t>
            </a:r>
            <a:r>
              <a:rPr dirty="0" sz="1600" spc="-45">
                <a:latin typeface="Tahoma"/>
                <a:cs typeface="Tahoma"/>
              </a:rPr>
              <a:t> </a:t>
            </a:r>
            <a:r>
              <a:rPr dirty="0" sz="1600" spc="30">
                <a:latin typeface="Tahoma"/>
                <a:cs typeface="Tahoma"/>
              </a:rPr>
              <a:t>for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each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restaurant.</a:t>
            </a:r>
            <a:endParaRPr sz="1600">
              <a:latin typeface="Tahoma"/>
              <a:cs typeface="Tahoma"/>
            </a:endParaRPr>
          </a:p>
          <a:p>
            <a:pPr marL="323215" indent="-311150">
              <a:lnSpc>
                <a:spcPct val="100000"/>
              </a:lnSpc>
              <a:spcBef>
                <a:spcPts val="290"/>
              </a:spcBef>
              <a:buSzPct val="81250"/>
              <a:buFont typeface="Tahoma"/>
              <a:buChar char="●"/>
              <a:tabLst>
                <a:tab pos="323215" algn="l"/>
                <a:tab pos="323850" algn="l"/>
              </a:tabLst>
            </a:pPr>
            <a:r>
              <a:rPr dirty="0" sz="1600" spc="-135" b="1">
                <a:latin typeface="Tahoma"/>
                <a:cs typeface="Tahoma"/>
              </a:rPr>
              <a:t>R</a:t>
            </a:r>
            <a:r>
              <a:rPr dirty="0" sz="1600" spc="-110" b="1">
                <a:latin typeface="Tahoma"/>
                <a:cs typeface="Tahoma"/>
              </a:rPr>
              <a:t>es</a:t>
            </a:r>
            <a:r>
              <a:rPr dirty="0" sz="1600" spc="-85" b="1">
                <a:latin typeface="Tahoma"/>
                <a:cs typeface="Tahoma"/>
              </a:rPr>
              <a:t>t</a:t>
            </a:r>
            <a:r>
              <a:rPr dirty="0" sz="1600" spc="-145" b="1">
                <a:latin typeface="Tahoma"/>
                <a:cs typeface="Tahoma"/>
              </a:rPr>
              <a:t>a</a:t>
            </a:r>
            <a:r>
              <a:rPr dirty="0" sz="1600" spc="-135" b="1">
                <a:latin typeface="Tahoma"/>
                <a:cs typeface="Tahoma"/>
              </a:rPr>
              <a:t>u</a:t>
            </a:r>
            <a:r>
              <a:rPr dirty="0" sz="1600" spc="-85" b="1">
                <a:latin typeface="Tahoma"/>
                <a:cs typeface="Tahoma"/>
              </a:rPr>
              <a:t>r</a:t>
            </a:r>
            <a:r>
              <a:rPr dirty="0" sz="1600" spc="-145" b="1">
                <a:latin typeface="Tahoma"/>
                <a:cs typeface="Tahoma"/>
              </a:rPr>
              <a:t>a</a:t>
            </a:r>
            <a:r>
              <a:rPr dirty="0" sz="1600" spc="-100" b="1">
                <a:latin typeface="Tahoma"/>
                <a:cs typeface="Tahoma"/>
              </a:rPr>
              <a:t>nt</a:t>
            </a:r>
            <a:r>
              <a:rPr dirty="0" sz="1600" spc="-80" b="1">
                <a:latin typeface="Tahoma"/>
                <a:cs typeface="Tahoma"/>
              </a:rPr>
              <a:t> </a:t>
            </a:r>
            <a:r>
              <a:rPr dirty="0" sz="1600" spc="-125" b="1">
                <a:latin typeface="Tahoma"/>
                <a:cs typeface="Tahoma"/>
              </a:rPr>
              <a:t>Name:</a:t>
            </a:r>
            <a:r>
              <a:rPr dirty="0" sz="1600" spc="-90" b="1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na</a:t>
            </a:r>
            <a:r>
              <a:rPr dirty="0" sz="1600" spc="-45">
                <a:latin typeface="Tahoma"/>
                <a:cs typeface="Tahoma"/>
              </a:rPr>
              <a:t>m</a:t>
            </a:r>
            <a:r>
              <a:rPr dirty="0" sz="1600">
                <a:latin typeface="Tahoma"/>
                <a:cs typeface="Tahoma"/>
              </a:rPr>
              <a:t>e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 spc="30">
                <a:latin typeface="Tahoma"/>
                <a:cs typeface="Tahoma"/>
              </a:rPr>
              <a:t>o</a:t>
            </a:r>
            <a:r>
              <a:rPr dirty="0" sz="1600" spc="50">
                <a:latin typeface="Tahoma"/>
                <a:cs typeface="Tahoma"/>
              </a:rPr>
              <a:t>f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the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r</a:t>
            </a:r>
            <a:r>
              <a:rPr dirty="0" sz="1600">
                <a:latin typeface="Tahoma"/>
                <a:cs typeface="Tahoma"/>
              </a:rPr>
              <a:t>est</a:t>
            </a:r>
            <a:r>
              <a:rPr dirty="0" sz="1600" spc="-20">
                <a:latin typeface="Tahoma"/>
                <a:cs typeface="Tahoma"/>
              </a:rPr>
              <a:t>au</a:t>
            </a:r>
            <a:r>
              <a:rPr dirty="0" sz="1600" spc="-25">
                <a:latin typeface="Tahoma"/>
                <a:cs typeface="Tahoma"/>
              </a:rPr>
              <a:t>r</a:t>
            </a:r>
            <a:r>
              <a:rPr dirty="0" sz="1600" spc="-30">
                <a:latin typeface="Tahoma"/>
                <a:cs typeface="Tahoma"/>
              </a:rPr>
              <a:t>ant.</a:t>
            </a:r>
            <a:endParaRPr sz="1600">
              <a:latin typeface="Tahoma"/>
              <a:cs typeface="Tahoma"/>
            </a:endParaRPr>
          </a:p>
          <a:p>
            <a:pPr marL="323215" indent="-311150">
              <a:lnSpc>
                <a:spcPct val="100000"/>
              </a:lnSpc>
              <a:spcBef>
                <a:spcPts val="290"/>
              </a:spcBef>
              <a:buSzPct val="81250"/>
              <a:buFont typeface="Tahoma"/>
              <a:buChar char="●"/>
              <a:tabLst>
                <a:tab pos="323215" algn="l"/>
                <a:tab pos="323850" algn="l"/>
              </a:tabLst>
            </a:pPr>
            <a:r>
              <a:rPr dirty="0" sz="1600" spc="-90" b="1">
                <a:latin typeface="Tahoma"/>
                <a:cs typeface="Tahoma"/>
              </a:rPr>
              <a:t>CountryCode:</a:t>
            </a:r>
            <a:r>
              <a:rPr dirty="0" sz="1600" spc="-20" b="1">
                <a:latin typeface="Tahoma"/>
                <a:cs typeface="Tahoma"/>
              </a:rPr>
              <a:t> </a:t>
            </a:r>
            <a:r>
              <a:rPr dirty="0" sz="1600" spc="25">
                <a:latin typeface="Tahoma"/>
                <a:cs typeface="Tahoma"/>
              </a:rPr>
              <a:t>Country</a:t>
            </a:r>
            <a:r>
              <a:rPr dirty="0" sz="1600" spc="-7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code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 spc="40">
                <a:latin typeface="Tahoma"/>
                <a:cs typeface="Tahoma"/>
              </a:rPr>
              <a:t>of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the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location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where</a:t>
            </a:r>
            <a:r>
              <a:rPr dirty="0" sz="1600" spc="-4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the</a:t>
            </a:r>
            <a:endParaRPr sz="1600">
              <a:latin typeface="Tahoma"/>
              <a:cs typeface="Tahoma"/>
            </a:endParaRPr>
          </a:p>
          <a:p>
            <a:pPr marL="323215">
              <a:lnSpc>
                <a:spcPct val="100000"/>
              </a:lnSpc>
              <a:spcBef>
                <a:spcPts val="285"/>
              </a:spcBef>
            </a:pPr>
            <a:r>
              <a:rPr dirty="0" sz="1600" spc="-5">
                <a:latin typeface="Tahoma"/>
                <a:cs typeface="Tahoma"/>
              </a:rPr>
              <a:t>restaurant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is</a:t>
            </a:r>
            <a:r>
              <a:rPr dirty="0" sz="1600" spc="-11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situated.</a:t>
            </a:r>
            <a:endParaRPr sz="1600">
              <a:latin typeface="Tahoma"/>
              <a:cs typeface="Tahoma"/>
            </a:endParaRPr>
          </a:p>
          <a:p>
            <a:pPr marL="323215" indent="-311150">
              <a:lnSpc>
                <a:spcPct val="100000"/>
              </a:lnSpc>
              <a:spcBef>
                <a:spcPts val="290"/>
              </a:spcBef>
              <a:buSzPct val="81250"/>
              <a:buFont typeface="Tahoma"/>
              <a:buChar char="●"/>
              <a:tabLst>
                <a:tab pos="323215" algn="l"/>
                <a:tab pos="323850" algn="l"/>
              </a:tabLst>
            </a:pPr>
            <a:r>
              <a:rPr dirty="0" sz="1600" spc="-85" b="1">
                <a:latin typeface="Tahoma"/>
                <a:cs typeface="Tahoma"/>
              </a:rPr>
              <a:t>City:</a:t>
            </a:r>
            <a:r>
              <a:rPr dirty="0" sz="1600" spc="-65" b="1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70">
                <a:latin typeface="Tahoma"/>
                <a:cs typeface="Tahoma"/>
              </a:rPr>
              <a:t> </a:t>
            </a:r>
            <a:r>
              <a:rPr dirty="0" sz="1600" spc="25">
                <a:latin typeface="Tahoma"/>
                <a:cs typeface="Tahoma"/>
              </a:rPr>
              <a:t>city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where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the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restaurant</a:t>
            </a:r>
            <a:r>
              <a:rPr dirty="0" sz="1600" spc="-5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is</a:t>
            </a:r>
            <a:r>
              <a:rPr dirty="0" sz="1600" spc="-9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located.</a:t>
            </a:r>
            <a:endParaRPr sz="1600">
              <a:latin typeface="Tahoma"/>
              <a:cs typeface="Tahoma"/>
            </a:endParaRPr>
          </a:p>
          <a:p>
            <a:pPr marL="323215" indent="-311150">
              <a:lnSpc>
                <a:spcPct val="100000"/>
              </a:lnSpc>
              <a:spcBef>
                <a:spcPts val="290"/>
              </a:spcBef>
              <a:buSzPct val="81250"/>
              <a:buFont typeface="Tahoma"/>
              <a:buChar char="●"/>
              <a:tabLst>
                <a:tab pos="323215" algn="l"/>
                <a:tab pos="323850" algn="l"/>
              </a:tabLst>
            </a:pPr>
            <a:r>
              <a:rPr dirty="0" sz="1600" spc="-50" b="1">
                <a:latin typeface="Tahoma"/>
                <a:cs typeface="Tahoma"/>
              </a:rPr>
              <a:t>A</a:t>
            </a:r>
            <a:r>
              <a:rPr dirty="0" sz="1600" spc="-55" b="1">
                <a:latin typeface="Tahoma"/>
                <a:cs typeface="Tahoma"/>
              </a:rPr>
              <a:t>d</a:t>
            </a:r>
            <a:r>
              <a:rPr dirty="0" sz="1600" spc="-100" b="1">
                <a:latin typeface="Tahoma"/>
                <a:cs typeface="Tahoma"/>
              </a:rPr>
              <a:t>dre</a:t>
            </a:r>
            <a:r>
              <a:rPr dirty="0" sz="1600" spc="-125" b="1">
                <a:latin typeface="Tahoma"/>
                <a:cs typeface="Tahoma"/>
              </a:rPr>
              <a:t>s</a:t>
            </a:r>
            <a:r>
              <a:rPr dirty="0" sz="1600" spc="-135" b="1">
                <a:latin typeface="Tahoma"/>
                <a:cs typeface="Tahoma"/>
              </a:rPr>
              <a:t>s</a:t>
            </a:r>
            <a:r>
              <a:rPr dirty="0" sz="1600" spc="-175" b="1">
                <a:latin typeface="Tahoma"/>
                <a:cs typeface="Tahoma"/>
              </a:rPr>
              <a:t>:</a:t>
            </a:r>
            <a:r>
              <a:rPr dirty="0" sz="1600" spc="-55" b="1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s</a:t>
            </a:r>
            <a:r>
              <a:rPr dirty="0" sz="1600" spc="10">
                <a:latin typeface="Tahoma"/>
                <a:cs typeface="Tahoma"/>
              </a:rPr>
              <a:t>pe</a:t>
            </a:r>
            <a:r>
              <a:rPr dirty="0" sz="1600" spc="15">
                <a:latin typeface="Tahoma"/>
                <a:cs typeface="Tahoma"/>
              </a:rPr>
              <a:t>c</a:t>
            </a:r>
            <a:r>
              <a:rPr dirty="0" sz="1600" spc="25">
                <a:latin typeface="Tahoma"/>
                <a:cs typeface="Tahoma"/>
              </a:rPr>
              <a:t>ifi</a:t>
            </a:r>
            <a:r>
              <a:rPr dirty="0" sz="1600" spc="20">
                <a:latin typeface="Tahoma"/>
                <a:cs typeface="Tahoma"/>
              </a:rPr>
              <a:t>c</a:t>
            </a:r>
            <a:r>
              <a:rPr dirty="0" sz="1600" spc="-9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a</a:t>
            </a:r>
            <a:r>
              <a:rPr dirty="0" sz="1600" spc="-30">
                <a:latin typeface="Tahoma"/>
                <a:cs typeface="Tahoma"/>
              </a:rPr>
              <a:t>d</a:t>
            </a:r>
            <a:r>
              <a:rPr dirty="0" sz="1600" spc="-5">
                <a:latin typeface="Tahoma"/>
                <a:cs typeface="Tahoma"/>
              </a:rPr>
              <a:t>d</a:t>
            </a:r>
            <a:r>
              <a:rPr dirty="0" sz="1600" spc="-5">
                <a:latin typeface="Tahoma"/>
                <a:cs typeface="Tahoma"/>
              </a:rPr>
              <a:t>r</a:t>
            </a:r>
            <a:r>
              <a:rPr dirty="0" sz="1600" spc="-20">
                <a:latin typeface="Tahoma"/>
                <a:cs typeface="Tahoma"/>
              </a:rPr>
              <a:t>ess</a:t>
            </a:r>
            <a:r>
              <a:rPr dirty="0" sz="1600" spc="-45">
                <a:latin typeface="Tahoma"/>
                <a:cs typeface="Tahoma"/>
              </a:rPr>
              <a:t> </a:t>
            </a:r>
            <a:r>
              <a:rPr dirty="0" sz="1600" spc="30">
                <a:latin typeface="Tahoma"/>
                <a:cs typeface="Tahoma"/>
              </a:rPr>
              <a:t>o</a:t>
            </a:r>
            <a:r>
              <a:rPr dirty="0" sz="1600" spc="50">
                <a:latin typeface="Tahoma"/>
                <a:cs typeface="Tahoma"/>
              </a:rPr>
              <a:t>f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the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r</a:t>
            </a:r>
            <a:r>
              <a:rPr dirty="0" sz="1600">
                <a:latin typeface="Tahoma"/>
                <a:cs typeface="Tahoma"/>
              </a:rPr>
              <a:t>est</a:t>
            </a:r>
            <a:r>
              <a:rPr dirty="0" sz="1600" spc="-20">
                <a:latin typeface="Tahoma"/>
                <a:cs typeface="Tahoma"/>
              </a:rPr>
              <a:t>au</a:t>
            </a:r>
            <a:r>
              <a:rPr dirty="0" sz="1600" spc="-25">
                <a:latin typeface="Tahoma"/>
                <a:cs typeface="Tahoma"/>
              </a:rPr>
              <a:t>r</a:t>
            </a:r>
            <a:r>
              <a:rPr dirty="0" sz="1600" spc="-30">
                <a:latin typeface="Tahoma"/>
                <a:cs typeface="Tahoma"/>
              </a:rPr>
              <a:t>ant.</a:t>
            </a:r>
            <a:endParaRPr sz="1600">
              <a:latin typeface="Tahoma"/>
              <a:cs typeface="Tahoma"/>
            </a:endParaRPr>
          </a:p>
          <a:p>
            <a:pPr marL="323215" marR="685165" indent="-311150">
              <a:lnSpc>
                <a:spcPct val="114999"/>
              </a:lnSpc>
              <a:buSzPct val="81250"/>
              <a:buFont typeface="Tahoma"/>
              <a:buChar char="●"/>
              <a:tabLst>
                <a:tab pos="323215" algn="l"/>
                <a:tab pos="323850" algn="l"/>
              </a:tabLst>
            </a:pPr>
            <a:r>
              <a:rPr dirty="0" sz="1600" spc="-95" b="1">
                <a:latin typeface="Tahoma"/>
                <a:cs typeface="Tahoma"/>
              </a:rPr>
              <a:t>Loc</a:t>
            </a:r>
            <a:r>
              <a:rPr dirty="0" sz="1600" spc="-95" b="1">
                <a:latin typeface="Tahoma"/>
                <a:cs typeface="Tahoma"/>
              </a:rPr>
              <a:t>a</a:t>
            </a:r>
            <a:r>
              <a:rPr dirty="0" sz="1600" spc="-100" b="1">
                <a:latin typeface="Tahoma"/>
                <a:cs typeface="Tahoma"/>
              </a:rPr>
              <a:t>lity:</a:t>
            </a:r>
            <a:r>
              <a:rPr dirty="0" sz="1600" spc="-60" b="1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7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l</a:t>
            </a:r>
            <a:r>
              <a:rPr dirty="0" sz="1600" spc="20">
                <a:latin typeface="Tahoma"/>
                <a:cs typeface="Tahoma"/>
              </a:rPr>
              <a:t>o</a:t>
            </a:r>
            <a:r>
              <a:rPr dirty="0" sz="1600" spc="20">
                <a:latin typeface="Tahoma"/>
                <a:cs typeface="Tahoma"/>
              </a:rPr>
              <a:t>c</a:t>
            </a:r>
            <a:r>
              <a:rPr dirty="0" sz="1600" spc="-25">
                <a:latin typeface="Tahoma"/>
                <a:cs typeface="Tahoma"/>
              </a:rPr>
              <a:t>a</a:t>
            </a:r>
            <a:r>
              <a:rPr dirty="0" sz="1600" spc="-25">
                <a:latin typeface="Tahoma"/>
                <a:cs typeface="Tahoma"/>
              </a:rPr>
              <a:t>l</a:t>
            </a:r>
            <a:r>
              <a:rPr dirty="0" sz="1600" spc="25">
                <a:latin typeface="Tahoma"/>
                <a:cs typeface="Tahoma"/>
              </a:rPr>
              <a:t>ity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 spc="30">
                <a:latin typeface="Tahoma"/>
                <a:cs typeface="Tahoma"/>
              </a:rPr>
              <a:t>o</a:t>
            </a:r>
            <a:r>
              <a:rPr dirty="0" sz="1600">
                <a:latin typeface="Tahoma"/>
                <a:cs typeface="Tahoma"/>
              </a:rPr>
              <a:t>r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n</a:t>
            </a:r>
            <a:r>
              <a:rPr dirty="0" sz="1600" spc="-10">
                <a:latin typeface="Tahoma"/>
                <a:cs typeface="Tahoma"/>
              </a:rPr>
              <a:t>e</a:t>
            </a:r>
            <a:r>
              <a:rPr dirty="0" sz="1600" spc="-10">
                <a:latin typeface="Tahoma"/>
                <a:cs typeface="Tahoma"/>
              </a:rPr>
              <a:t>igh</a:t>
            </a:r>
            <a:r>
              <a:rPr dirty="0" sz="1600" spc="-20">
                <a:latin typeface="Tahoma"/>
                <a:cs typeface="Tahoma"/>
              </a:rPr>
              <a:t>b</a:t>
            </a:r>
            <a:r>
              <a:rPr dirty="0" sz="1600" spc="30">
                <a:latin typeface="Tahoma"/>
                <a:cs typeface="Tahoma"/>
              </a:rPr>
              <a:t>o</a:t>
            </a:r>
            <a:r>
              <a:rPr dirty="0" sz="1600" spc="-5">
                <a:latin typeface="Tahoma"/>
                <a:cs typeface="Tahoma"/>
              </a:rPr>
              <a:t>r</a:t>
            </a:r>
            <a:r>
              <a:rPr dirty="0" sz="1600">
                <a:latin typeface="Tahoma"/>
                <a:cs typeface="Tahoma"/>
              </a:rPr>
              <a:t>h</a:t>
            </a:r>
            <a:r>
              <a:rPr dirty="0" sz="1600" spc="35">
                <a:latin typeface="Tahoma"/>
                <a:cs typeface="Tahoma"/>
              </a:rPr>
              <a:t>oo</a:t>
            </a:r>
            <a:r>
              <a:rPr dirty="0" sz="1600" spc="5">
                <a:latin typeface="Tahoma"/>
                <a:cs typeface="Tahoma"/>
              </a:rPr>
              <a:t>d</a:t>
            </a:r>
            <a:r>
              <a:rPr dirty="0" sz="1600" spc="-45">
                <a:latin typeface="Tahoma"/>
                <a:cs typeface="Tahoma"/>
              </a:rPr>
              <a:t> </a:t>
            </a:r>
            <a:r>
              <a:rPr dirty="0" sz="1600" spc="55">
                <a:latin typeface="Tahoma"/>
                <a:cs typeface="Tahoma"/>
              </a:rPr>
              <a:t>w</a:t>
            </a:r>
            <a:r>
              <a:rPr dirty="0" sz="1600" spc="-5">
                <a:latin typeface="Tahoma"/>
                <a:cs typeface="Tahoma"/>
              </a:rPr>
              <a:t>h</a:t>
            </a:r>
            <a:r>
              <a:rPr dirty="0" sz="1600" spc="-10">
                <a:latin typeface="Tahoma"/>
                <a:cs typeface="Tahoma"/>
              </a:rPr>
              <a:t>e</a:t>
            </a:r>
            <a:r>
              <a:rPr dirty="0" sz="1600" spc="-5">
                <a:latin typeface="Tahoma"/>
                <a:cs typeface="Tahoma"/>
              </a:rPr>
              <a:t>r</a:t>
            </a:r>
            <a:r>
              <a:rPr dirty="0" sz="1600">
                <a:latin typeface="Tahoma"/>
                <a:cs typeface="Tahoma"/>
              </a:rPr>
              <a:t>e</a:t>
            </a:r>
            <a:r>
              <a:rPr dirty="0" sz="1600" spc="-4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the  </a:t>
            </a:r>
            <a:r>
              <a:rPr dirty="0" sz="1600" spc="-5">
                <a:latin typeface="Tahoma"/>
                <a:cs typeface="Tahoma"/>
              </a:rPr>
              <a:t>restaurant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is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situated.</a:t>
            </a:r>
            <a:endParaRPr sz="1600">
              <a:latin typeface="Tahoma"/>
              <a:cs typeface="Tahoma"/>
            </a:endParaRPr>
          </a:p>
          <a:p>
            <a:pPr marL="323215" indent="-311150">
              <a:lnSpc>
                <a:spcPct val="100000"/>
              </a:lnSpc>
              <a:spcBef>
                <a:spcPts val="285"/>
              </a:spcBef>
              <a:buSzPct val="81250"/>
              <a:buFont typeface="Tahoma"/>
              <a:buChar char="●"/>
              <a:tabLst>
                <a:tab pos="323215" algn="l"/>
                <a:tab pos="323850" algn="l"/>
              </a:tabLst>
            </a:pPr>
            <a:r>
              <a:rPr dirty="0" sz="1600" spc="-90" b="1">
                <a:latin typeface="Tahoma"/>
                <a:cs typeface="Tahoma"/>
              </a:rPr>
              <a:t>Locality</a:t>
            </a:r>
            <a:r>
              <a:rPr dirty="0" sz="1600" spc="-35" b="1">
                <a:latin typeface="Tahoma"/>
                <a:cs typeface="Tahoma"/>
              </a:rPr>
              <a:t> </a:t>
            </a:r>
            <a:r>
              <a:rPr dirty="0" sz="1600" spc="-95" b="1">
                <a:latin typeface="Tahoma"/>
                <a:cs typeface="Tahoma"/>
              </a:rPr>
              <a:t>Verbose:</a:t>
            </a:r>
            <a:r>
              <a:rPr dirty="0" sz="1600" spc="-75" b="1">
                <a:latin typeface="Tahoma"/>
                <a:cs typeface="Tahoma"/>
              </a:rPr>
              <a:t> </a:t>
            </a:r>
            <a:r>
              <a:rPr dirty="0" sz="1600" spc="15">
                <a:latin typeface="Tahoma"/>
                <a:cs typeface="Tahoma"/>
              </a:rPr>
              <a:t>Detailed</a:t>
            </a:r>
            <a:r>
              <a:rPr dirty="0" sz="1600" spc="-3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information</a:t>
            </a:r>
            <a:r>
              <a:rPr dirty="0" sz="1600" spc="-4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about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the</a:t>
            </a:r>
            <a:endParaRPr sz="1600">
              <a:latin typeface="Tahoma"/>
              <a:cs typeface="Tahoma"/>
            </a:endParaRPr>
          </a:p>
          <a:p>
            <a:pPr marL="323215">
              <a:lnSpc>
                <a:spcPct val="100000"/>
              </a:lnSpc>
              <a:spcBef>
                <a:spcPts val="290"/>
              </a:spcBef>
            </a:pPr>
            <a:r>
              <a:rPr dirty="0" sz="1600">
                <a:latin typeface="Tahoma"/>
                <a:cs typeface="Tahoma"/>
              </a:rPr>
              <a:t>locality.</a:t>
            </a:r>
            <a:endParaRPr sz="1600">
              <a:latin typeface="Tahoma"/>
              <a:cs typeface="Tahoma"/>
            </a:endParaRPr>
          </a:p>
          <a:p>
            <a:pPr marL="323215" marR="5080" indent="-311150">
              <a:lnSpc>
                <a:spcPct val="114999"/>
              </a:lnSpc>
              <a:buSzPct val="81250"/>
              <a:buFont typeface="Tahoma"/>
              <a:buChar char="●"/>
              <a:tabLst>
                <a:tab pos="323215" algn="l"/>
                <a:tab pos="323850" algn="l"/>
              </a:tabLst>
            </a:pPr>
            <a:r>
              <a:rPr dirty="0" sz="1600" spc="-110" b="1">
                <a:latin typeface="Tahoma"/>
                <a:cs typeface="Tahoma"/>
              </a:rPr>
              <a:t>Longitude:</a:t>
            </a:r>
            <a:r>
              <a:rPr dirty="0" sz="1600" spc="-55" b="1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geographical</a:t>
            </a:r>
            <a:r>
              <a:rPr dirty="0" sz="1600" spc="-4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longitude</a:t>
            </a:r>
            <a:r>
              <a:rPr dirty="0" sz="1600" spc="-4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coordinate</a:t>
            </a:r>
            <a:r>
              <a:rPr dirty="0" sz="1600" spc="-40">
                <a:latin typeface="Tahoma"/>
                <a:cs typeface="Tahoma"/>
              </a:rPr>
              <a:t> </a:t>
            </a:r>
            <a:r>
              <a:rPr dirty="0" sz="1600" spc="40">
                <a:latin typeface="Tahoma"/>
                <a:cs typeface="Tahoma"/>
              </a:rPr>
              <a:t>of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the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restaurant.</a:t>
            </a:r>
            <a:endParaRPr sz="1600">
              <a:latin typeface="Tahoma"/>
              <a:cs typeface="Tahoma"/>
            </a:endParaRPr>
          </a:p>
          <a:p>
            <a:pPr marL="323215" marR="325120" indent="-311150">
              <a:lnSpc>
                <a:spcPct val="114999"/>
              </a:lnSpc>
              <a:buSzPct val="81250"/>
              <a:buFont typeface="Tahoma"/>
              <a:buChar char="●"/>
              <a:tabLst>
                <a:tab pos="323215" algn="l"/>
                <a:tab pos="323850" algn="l"/>
              </a:tabLst>
            </a:pPr>
            <a:r>
              <a:rPr dirty="0" sz="1600" spc="-110" b="1">
                <a:latin typeface="Tahoma"/>
                <a:cs typeface="Tahoma"/>
              </a:rPr>
              <a:t>Latitude:</a:t>
            </a:r>
            <a:r>
              <a:rPr dirty="0" sz="1600" spc="-65" b="1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7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geographical</a:t>
            </a:r>
            <a:r>
              <a:rPr dirty="0" sz="1600" spc="-4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latitude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coordinate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 spc="40">
                <a:latin typeface="Tahoma"/>
                <a:cs typeface="Tahoma"/>
              </a:rPr>
              <a:t>of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the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restaurant.</a:t>
            </a:r>
            <a:endParaRPr sz="1600">
              <a:latin typeface="Tahoma"/>
              <a:cs typeface="Tahoma"/>
            </a:endParaRPr>
          </a:p>
          <a:p>
            <a:pPr marL="323215" indent="-311150">
              <a:lnSpc>
                <a:spcPct val="100000"/>
              </a:lnSpc>
              <a:spcBef>
                <a:spcPts val="290"/>
              </a:spcBef>
              <a:buSzPct val="81250"/>
              <a:buFont typeface="Tahoma"/>
              <a:buChar char="●"/>
              <a:tabLst>
                <a:tab pos="323215" algn="l"/>
                <a:tab pos="323850" algn="l"/>
              </a:tabLst>
            </a:pPr>
            <a:r>
              <a:rPr dirty="0" sz="1600" spc="-90" b="1">
                <a:latin typeface="Tahoma"/>
                <a:cs typeface="Tahoma"/>
              </a:rPr>
              <a:t>Cu</a:t>
            </a:r>
            <a:r>
              <a:rPr dirty="0" sz="1600" spc="-40" b="1">
                <a:latin typeface="Tahoma"/>
                <a:cs typeface="Tahoma"/>
              </a:rPr>
              <a:t>i</a:t>
            </a:r>
            <a:r>
              <a:rPr dirty="0" sz="1600" spc="-120" b="1">
                <a:latin typeface="Tahoma"/>
                <a:cs typeface="Tahoma"/>
              </a:rPr>
              <a:t>sines:</a:t>
            </a:r>
            <a:r>
              <a:rPr dirty="0" sz="1600" spc="-85" b="1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70">
                <a:latin typeface="Tahoma"/>
                <a:cs typeface="Tahoma"/>
              </a:rPr>
              <a:t> </a:t>
            </a:r>
            <a:r>
              <a:rPr dirty="0" sz="1600" spc="25">
                <a:latin typeface="Tahoma"/>
                <a:cs typeface="Tahoma"/>
              </a:rPr>
              <a:t>t</a:t>
            </a:r>
            <a:r>
              <a:rPr dirty="0" sz="1600" spc="40">
                <a:latin typeface="Tahoma"/>
                <a:cs typeface="Tahoma"/>
              </a:rPr>
              <a:t>y</a:t>
            </a:r>
            <a:r>
              <a:rPr dirty="0" sz="1600" spc="5">
                <a:latin typeface="Tahoma"/>
                <a:cs typeface="Tahoma"/>
              </a:rPr>
              <a:t>pe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30">
                <a:latin typeface="Tahoma"/>
                <a:cs typeface="Tahoma"/>
              </a:rPr>
              <a:t>o</a:t>
            </a:r>
            <a:r>
              <a:rPr dirty="0" sz="1600" spc="50">
                <a:latin typeface="Tahoma"/>
                <a:cs typeface="Tahoma"/>
              </a:rPr>
              <a:t>f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20">
                <a:latin typeface="Tahoma"/>
                <a:cs typeface="Tahoma"/>
              </a:rPr>
              <a:t>c</a:t>
            </a:r>
            <a:r>
              <a:rPr dirty="0" sz="1600">
                <a:latin typeface="Tahoma"/>
                <a:cs typeface="Tahoma"/>
              </a:rPr>
              <a:t>uisine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30">
                <a:latin typeface="Tahoma"/>
                <a:cs typeface="Tahoma"/>
              </a:rPr>
              <a:t>o</a:t>
            </a:r>
            <a:r>
              <a:rPr dirty="0" sz="1600" spc="50">
                <a:latin typeface="Tahoma"/>
                <a:cs typeface="Tahoma"/>
              </a:rPr>
              <a:t>f</a:t>
            </a:r>
            <a:r>
              <a:rPr dirty="0" sz="1600" spc="55">
                <a:latin typeface="Tahoma"/>
                <a:cs typeface="Tahoma"/>
              </a:rPr>
              <a:t>f</a:t>
            </a:r>
            <a:r>
              <a:rPr dirty="0" sz="1600">
                <a:latin typeface="Tahoma"/>
                <a:cs typeface="Tahoma"/>
              </a:rPr>
              <a:t>e</a:t>
            </a:r>
            <a:r>
              <a:rPr dirty="0" sz="1600" spc="-10">
                <a:latin typeface="Tahoma"/>
                <a:cs typeface="Tahoma"/>
              </a:rPr>
              <a:t>r</a:t>
            </a:r>
            <a:r>
              <a:rPr dirty="0" sz="1600">
                <a:latin typeface="Tahoma"/>
                <a:cs typeface="Tahoma"/>
              </a:rPr>
              <a:t>ed</a:t>
            </a:r>
            <a:r>
              <a:rPr dirty="0" sz="1600" spc="-5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b</a:t>
            </a:r>
            <a:r>
              <a:rPr dirty="0" sz="1600" spc="25">
                <a:latin typeface="Tahoma"/>
                <a:cs typeface="Tahoma"/>
              </a:rPr>
              <a:t>y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the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r</a:t>
            </a:r>
            <a:r>
              <a:rPr dirty="0" sz="1600">
                <a:latin typeface="Tahoma"/>
                <a:cs typeface="Tahoma"/>
              </a:rPr>
              <a:t>est</a:t>
            </a:r>
            <a:r>
              <a:rPr dirty="0" sz="1600" spc="-20">
                <a:latin typeface="Tahoma"/>
                <a:cs typeface="Tahoma"/>
              </a:rPr>
              <a:t>au</a:t>
            </a:r>
            <a:r>
              <a:rPr dirty="0" sz="1600" spc="-25">
                <a:latin typeface="Tahoma"/>
                <a:cs typeface="Tahoma"/>
              </a:rPr>
              <a:t>r</a:t>
            </a:r>
            <a:r>
              <a:rPr dirty="0" sz="1600" spc="-30">
                <a:latin typeface="Tahoma"/>
                <a:cs typeface="Tahoma"/>
              </a:rPr>
              <a:t>ant.</a:t>
            </a:r>
            <a:endParaRPr sz="1600">
              <a:latin typeface="Tahoma"/>
              <a:cs typeface="Tahoma"/>
            </a:endParaRPr>
          </a:p>
          <a:p>
            <a:pPr marL="323215" marR="443865" indent="-311150">
              <a:lnSpc>
                <a:spcPct val="114999"/>
              </a:lnSpc>
              <a:spcBef>
                <a:spcPts val="5"/>
              </a:spcBef>
              <a:buSzPct val="81250"/>
              <a:buFont typeface="Arial MT"/>
              <a:buChar char="●"/>
              <a:tabLst>
                <a:tab pos="323215" algn="l"/>
                <a:tab pos="323850" algn="l"/>
              </a:tabLst>
            </a:pPr>
            <a:r>
              <a:rPr dirty="0" sz="1600" spc="-100" b="1">
                <a:latin typeface="Tahoma"/>
                <a:cs typeface="Tahoma"/>
              </a:rPr>
              <a:t>Currency:</a:t>
            </a:r>
            <a:r>
              <a:rPr dirty="0" sz="1600" spc="-80" b="1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currency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used</a:t>
            </a:r>
            <a:r>
              <a:rPr dirty="0" sz="1600" spc="-90">
                <a:latin typeface="Tahoma"/>
                <a:cs typeface="Tahoma"/>
              </a:rPr>
              <a:t> </a:t>
            </a:r>
            <a:r>
              <a:rPr dirty="0" sz="1600" spc="30">
                <a:latin typeface="Tahoma"/>
                <a:cs typeface="Tahoma"/>
              </a:rPr>
              <a:t>for</a:t>
            </a:r>
            <a:r>
              <a:rPr dirty="0" sz="1600" spc="-7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transactions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in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the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restaurant.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234430" marR="292100" indent="-311150">
              <a:lnSpc>
                <a:spcPct val="114999"/>
              </a:lnSpc>
              <a:spcBef>
                <a:spcPts val="100"/>
              </a:spcBef>
              <a:buSzPct val="81250"/>
              <a:buFont typeface="Arial MT"/>
              <a:buChar char="●"/>
              <a:tabLst>
                <a:tab pos="6235065" algn="l"/>
                <a:tab pos="6235700" algn="l"/>
              </a:tabLst>
            </a:pPr>
            <a:r>
              <a:rPr dirty="0" spc="-125" b="1">
                <a:latin typeface="Tahoma"/>
                <a:cs typeface="Tahoma"/>
              </a:rPr>
              <a:t>Has_Table_booking: </a:t>
            </a:r>
            <a:r>
              <a:rPr dirty="0" spc="-20"/>
              <a:t>Indicates </a:t>
            </a:r>
            <a:r>
              <a:rPr dirty="0" spc="10"/>
              <a:t>whether the </a:t>
            </a:r>
            <a:r>
              <a:rPr dirty="0" spc="-10"/>
              <a:t>restaurant </a:t>
            </a:r>
            <a:r>
              <a:rPr dirty="0" spc="-484"/>
              <a:t> </a:t>
            </a:r>
            <a:r>
              <a:rPr dirty="0" spc="-25"/>
              <a:t>has</a:t>
            </a:r>
            <a:r>
              <a:rPr dirty="0" spc="-95"/>
              <a:t> </a:t>
            </a:r>
            <a:r>
              <a:rPr dirty="0" spc="-50"/>
              <a:t>a</a:t>
            </a:r>
            <a:r>
              <a:rPr dirty="0" spc="-85"/>
              <a:t> </a:t>
            </a:r>
            <a:r>
              <a:rPr dirty="0"/>
              <a:t>tab</a:t>
            </a:r>
            <a:r>
              <a:rPr dirty="0" spc="-10"/>
              <a:t>l</a:t>
            </a:r>
            <a:r>
              <a:rPr dirty="0"/>
              <a:t>e</a:t>
            </a:r>
            <a:r>
              <a:rPr dirty="0" spc="-60"/>
              <a:t> </a:t>
            </a:r>
            <a:r>
              <a:rPr dirty="0" spc="-5"/>
              <a:t>b</a:t>
            </a:r>
            <a:r>
              <a:rPr dirty="0" spc="30"/>
              <a:t>oo</a:t>
            </a:r>
            <a:r>
              <a:rPr dirty="0" spc="10"/>
              <a:t>k</a:t>
            </a:r>
            <a:r>
              <a:rPr dirty="0" spc="-15"/>
              <a:t>ing</a:t>
            </a:r>
            <a:r>
              <a:rPr dirty="0" spc="-40"/>
              <a:t> </a:t>
            </a:r>
            <a:r>
              <a:rPr dirty="0" spc="30"/>
              <a:t>o</a:t>
            </a:r>
            <a:r>
              <a:rPr dirty="0" spc="25"/>
              <a:t>p</a:t>
            </a:r>
            <a:r>
              <a:rPr dirty="0" spc="20"/>
              <a:t>t</a:t>
            </a:r>
            <a:r>
              <a:rPr dirty="0" spc="15"/>
              <a:t>ion</a:t>
            </a:r>
            <a:r>
              <a:rPr dirty="0" spc="-80"/>
              <a:t> </a:t>
            </a:r>
            <a:r>
              <a:rPr dirty="0" spc="-190"/>
              <a:t>(</a:t>
            </a:r>
            <a:r>
              <a:rPr dirty="0" spc="60"/>
              <a:t>Yes/N</a:t>
            </a:r>
            <a:r>
              <a:rPr dirty="0" spc="30"/>
              <a:t>o</a:t>
            </a:r>
            <a:r>
              <a:rPr dirty="0" spc="-190"/>
              <a:t>)</a:t>
            </a:r>
            <a:r>
              <a:rPr dirty="0" spc="-110"/>
              <a:t>.</a:t>
            </a:r>
          </a:p>
          <a:p>
            <a:pPr marL="6234430" indent="-311150">
              <a:lnSpc>
                <a:spcPct val="100000"/>
              </a:lnSpc>
              <a:spcBef>
                <a:spcPts val="285"/>
              </a:spcBef>
              <a:buSzPct val="81250"/>
              <a:buFont typeface="Arial MT"/>
              <a:buChar char="●"/>
              <a:tabLst>
                <a:tab pos="6235065" algn="l"/>
                <a:tab pos="6235700" algn="l"/>
              </a:tabLst>
            </a:pPr>
            <a:r>
              <a:rPr dirty="0" spc="-110" b="1">
                <a:latin typeface="Tahoma"/>
                <a:cs typeface="Tahoma"/>
              </a:rPr>
              <a:t>Has_Online_delivery:</a:t>
            </a:r>
            <a:r>
              <a:rPr dirty="0" spc="-15" b="1">
                <a:latin typeface="Tahoma"/>
                <a:cs typeface="Tahoma"/>
              </a:rPr>
              <a:t> </a:t>
            </a:r>
            <a:r>
              <a:rPr dirty="0" spc="-20"/>
              <a:t>Indicates</a:t>
            </a:r>
            <a:r>
              <a:rPr dirty="0" spc="-65"/>
              <a:t> </a:t>
            </a:r>
            <a:r>
              <a:rPr dirty="0" spc="10"/>
              <a:t>whether</a:t>
            </a:r>
            <a:r>
              <a:rPr dirty="0" spc="-50"/>
              <a:t> </a:t>
            </a:r>
            <a:r>
              <a:rPr dirty="0" spc="10"/>
              <a:t>the</a:t>
            </a:r>
            <a:r>
              <a:rPr dirty="0" spc="-80"/>
              <a:t> </a:t>
            </a:r>
            <a:r>
              <a:rPr dirty="0" spc="-10"/>
              <a:t>restaurant</a:t>
            </a:r>
          </a:p>
          <a:p>
            <a:pPr marL="6234430">
              <a:lnSpc>
                <a:spcPct val="100000"/>
              </a:lnSpc>
              <a:spcBef>
                <a:spcPts val="290"/>
              </a:spcBef>
            </a:pPr>
            <a:r>
              <a:rPr dirty="0" spc="15"/>
              <a:t>offers</a:t>
            </a:r>
            <a:r>
              <a:rPr dirty="0" spc="-75"/>
              <a:t> </a:t>
            </a:r>
            <a:r>
              <a:rPr dirty="0" spc="5"/>
              <a:t>online</a:t>
            </a:r>
            <a:r>
              <a:rPr dirty="0" spc="-75"/>
              <a:t> </a:t>
            </a:r>
            <a:r>
              <a:rPr dirty="0" spc="5"/>
              <a:t>delivery</a:t>
            </a:r>
            <a:r>
              <a:rPr dirty="0" spc="-50"/>
              <a:t> </a:t>
            </a:r>
            <a:r>
              <a:rPr dirty="0" spc="-15"/>
              <a:t>(Yes/No).</a:t>
            </a:r>
          </a:p>
          <a:p>
            <a:pPr marL="6234430" marR="244475" indent="-311150">
              <a:lnSpc>
                <a:spcPct val="114999"/>
              </a:lnSpc>
              <a:buSzPct val="81250"/>
              <a:buFont typeface="Arial MT"/>
              <a:buChar char="●"/>
              <a:tabLst>
                <a:tab pos="6235065" algn="l"/>
                <a:tab pos="6235700" algn="l"/>
              </a:tabLst>
            </a:pPr>
            <a:r>
              <a:rPr dirty="0" spc="-140" b="1">
                <a:latin typeface="Tahoma"/>
                <a:cs typeface="Tahoma"/>
              </a:rPr>
              <a:t>Is_delivering_now:</a:t>
            </a:r>
            <a:r>
              <a:rPr dirty="0" spc="-25" b="1">
                <a:latin typeface="Tahoma"/>
                <a:cs typeface="Tahoma"/>
              </a:rPr>
              <a:t> </a:t>
            </a:r>
            <a:r>
              <a:rPr dirty="0" spc="-20"/>
              <a:t>Indicates</a:t>
            </a:r>
            <a:r>
              <a:rPr dirty="0" spc="-50"/>
              <a:t> </a:t>
            </a:r>
            <a:r>
              <a:rPr dirty="0" spc="10"/>
              <a:t>whether</a:t>
            </a:r>
            <a:r>
              <a:rPr dirty="0" spc="-45"/>
              <a:t> </a:t>
            </a:r>
            <a:r>
              <a:rPr dirty="0" spc="10"/>
              <a:t>the</a:t>
            </a:r>
            <a:r>
              <a:rPr dirty="0" spc="-80"/>
              <a:t> </a:t>
            </a:r>
            <a:r>
              <a:rPr dirty="0" spc="-10"/>
              <a:t>restaurant</a:t>
            </a:r>
            <a:r>
              <a:rPr dirty="0" spc="-55"/>
              <a:t> </a:t>
            </a:r>
            <a:r>
              <a:rPr dirty="0" spc="-5"/>
              <a:t>is </a:t>
            </a:r>
            <a:r>
              <a:rPr dirty="0" spc="-484"/>
              <a:t> </a:t>
            </a:r>
            <a:r>
              <a:rPr dirty="0" spc="5"/>
              <a:t>currently</a:t>
            </a:r>
            <a:r>
              <a:rPr dirty="0" spc="-75"/>
              <a:t> </a:t>
            </a:r>
            <a:r>
              <a:rPr dirty="0"/>
              <a:t>delivering</a:t>
            </a:r>
            <a:r>
              <a:rPr dirty="0" spc="-25"/>
              <a:t> </a:t>
            </a:r>
            <a:r>
              <a:rPr dirty="0" spc="-20"/>
              <a:t>(Yes/No).</a:t>
            </a:r>
          </a:p>
          <a:p>
            <a:pPr marL="6234430" marR="396875" indent="-311150">
              <a:lnSpc>
                <a:spcPct val="114999"/>
              </a:lnSpc>
              <a:buSzPct val="81250"/>
              <a:buFont typeface="Arial MT"/>
              <a:buChar char="●"/>
              <a:tabLst>
                <a:tab pos="6235065" algn="l"/>
                <a:tab pos="6235700" algn="l"/>
              </a:tabLst>
            </a:pPr>
            <a:r>
              <a:rPr dirty="0" spc="-135" b="1">
                <a:latin typeface="Tahoma"/>
                <a:cs typeface="Tahoma"/>
              </a:rPr>
              <a:t>Switch_to_order_menu: </a:t>
            </a:r>
            <a:r>
              <a:rPr dirty="0" spc="-20"/>
              <a:t>Indicates </a:t>
            </a:r>
            <a:r>
              <a:rPr dirty="0" spc="10"/>
              <a:t>whether </a:t>
            </a:r>
            <a:r>
              <a:rPr dirty="0" spc="-10"/>
              <a:t>users can </a:t>
            </a:r>
            <a:r>
              <a:rPr dirty="0" spc="-484"/>
              <a:t> </a:t>
            </a:r>
            <a:r>
              <a:rPr dirty="0" spc="15"/>
              <a:t>switch</a:t>
            </a:r>
            <a:r>
              <a:rPr dirty="0" spc="-85"/>
              <a:t> </a:t>
            </a:r>
            <a:r>
              <a:rPr dirty="0" spc="35"/>
              <a:t>to</a:t>
            </a:r>
            <a:r>
              <a:rPr dirty="0" spc="-85"/>
              <a:t> </a:t>
            </a:r>
            <a:r>
              <a:rPr dirty="0" spc="10"/>
              <a:t>the</a:t>
            </a:r>
            <a:r>
              <a:rPr dirty="0" spc="-85"/>
              <a:t> </a:t>
            </a:r>
            <a:r>
              <a:rPr dirty="0" spc="5"/>
              <a:t>order</a:t>
            </a:r>
            <a:r>
              <a:rPr dirty="0" spc="-45"/>
              <a:t> </a:t>
            </a:r>
            <a:r>
              <a:rPr dirty="0" spc="-15"/>
              <a:t>menu</a:t>
            </a:r>
            <a:r>
              <a:rPr dirty="0" spc="-75"/>
              <a:t> </a:t>
            </a:r>
            <a:r>
              <a:rPr dirty="0" spc="-20"/>
              <a:t>(Yes/No).</a:t>
            </a:r>
          </a:p>
          <a:p>
            <a:pPr marL="6234430" indent="-311150">
              <a:lnSpc>
                <a:spcPct val="100000"/>
              </a:lnSpc>
              <a:spcBef>
                <a:spcPts val="290"/>
              </a:spcBef>
              <a:buSzPct val="81250"/>
              <a:buFont typeface="Arial MT"/>
              <a:buChar char="●"/>
              <a:tabLst>
                <a:tab pos="6235065" algn="l"/>
                <a:tab pos="6235700" algn="l"/>
              </a:tabLst>
            </a:pPr>
            <a:r>
              <a:rPr dirty="0" spc="-114" b="1">
                <a:latin typeface="Tahoma"/>
                <a:cs typeface="Tahoma"/>
              </a:rPr>
              <a:t>Price_r</a:t>
            </a:r>
            <a:r>
              <a:rPr dirty="0" spc="-150" b="1">
                <a:latin typeface="Tahoma"/>
                <a:cs typeface="Tahoma"/>
              </a:rPr>
              <a:t>a</a:t>
            </a:r>
            <a:r>
              <a:rPr dirty="0" spc="-130" b="1">
                <a:latin typeface="Tahoma"/>
                <a:cs typeface="Tahoma"/>
              </a:rPr>
              <a:t>nge</a:t>
            </a:r>
            <a:r>
              <a:rPr dirty="0" spc="-175" b="1">
                <a:latin typeface="Tahoma"/>
                <a:cs typeface="Tahoma"/>
              </a:rPr>
              <a:t>:</a:t>
            </a:r>
            <a:r>
              <a:rPr dirty="0" spc="-55" b="1">
                <a:latin typeface="Tahoma"/>
                <a:cs typeface="Tahoma"/>
              </a:rPr>
              <a:t> </a:t>
            </a:r>
            <a:r>
              <a:rPr dirty="0" spc="120"/>
              <a:t>A</a:t>
            </a:r>
            <a:r>
              <a:rPr dirty="0" spc="-85"/>
              <a:t> </a:t>
            </a:r>
            <a:r>
              <a:rPr dirty="0" spc="-5"/>
              <a:t>n</a:t>
            </a:r>
            <a:r>
              <a:rPr dirty="0" spc="-10"/>
              <a:t>u</a:t>
            </a:r>
            <a:r>
              <a:rPr dirty="0" spc="-40"/>
              <a:t>m</a:t>
            </a:r>
            <a:r>
              <a:rPr dirty="0"/>
              <a:t>e</a:t>
            </a:r>
            <a:r>
              <a:rPr dirty="0" spc="-10"/>
              <a:t>r</a:t>
            </a:r>
            <a:r>
              <a:rPr dirty="0" spc="20"/>
              <a:t>ic</a:t>
            </a:r>
            <a:r>
              <a:rPr dirty="0" spc="-65"/>
              <a:t> </a:t>
            </a:r>
            <a:r>
              <a:rPr dirty="0" spc="-5"/>
              <a:t>value</a:t>
            </a:r>
            <a:r>
              <a:rPr dirty="0" spc="-80"/>
              <a:t> </a:t>
            </a:r>
            <a:r>
              <a:rPr dirty="0" spc="5"/>
              <a:t>in</a:t>
            </a:r>
            <a:r>
              <a:rPr dirty="0"/>
              <a:t>d</a:t>
            </a:r>
            <a:r>
              <a:rPr dirty="0" spc="20"/>
              <a:t>ic</a:t>
            </a:r>
            <a:r>
              <a:rPr dirty="0" spc="-10"/>
              <a:t>ating</a:t>
            </a:r>
            <a:r>
              <a:rPr dirty="0" spc="-60"/>
              <a:t> </a:t>
            </a:r>
            <a:r>
              <a:rPr dirty="0" spc="10"/>
              <a:t>the</a:t>
            </a:r>
            <a:r>
              <a:rPr dirty="0" spc="-85"/>
              <a:t> </a:t>
            </a:r>
            <a:r>
              <a:rPr dirty="0" spc="10"/>
              <a:t>pri</a:t>
            </a:r>
            <a:r>
              <a:rPr dirty="0" spc="20"/>
              <a:t>c</a:t>
            </a:r>
            <a:r>
              <a:rPr dirty="0"/>
              <a:t>e</a:t>
            </a:r>
            <a:r>
              <a:rPr dirty="0" spc="-75"/>
              <a:t> </a:t>
            </a:r>
            <a:r>
              <a:rPr dirty="0" spc="-5"/>
              <a:t>r</a:t>
            </a:r>
            <a:r>
              <a:rPr dirty="0" spc="-35"/>
              <a:t>an</a:t>
            </a:r>
            <a:r>
              <a:rPr dirty="0" spc="-45"/>
              <a:t>g</a:t>
            </a:r>
            <a:r>
              <a:rPr dirty="0"/>
              <a:t>e</a:t>
            </a:r>
          </a:p>
          <a:p>
            <a:pPr marL="6234430">
              <a:lnSpc>
                <a:spcPct val="100000"/>
              </a:lnSpc>
              <a:spcBef>
                <a:spcPts val="290"/>
              </a:spcBef>
            </a:pPr>
            <a:r>
              <a:rPr dirty="0"/>
              <a:t>category</a:t>
            </a:r>
            <a:r>
              <a:rPr dirty="0" spc="-65"/>
              <a:t> </a:t>
            </a:r>
            <a:r>
              <a:rPr dirty="0" spc="35"/>
              <a:t>of</a:t>
            </a:r>
            <a:r>
              <a:rPr dirty="0" spc="-95"/>
              <a:t> </a:t>
            </a:r>
            <a:r>
              <a:rPr dirty="0" spc="10"/>
              <a:t>the</a:t>
            </a:r>
            <a:r>
              <a:rPr dirty="0" spc="-105"/>
              <a:t> </a:t>
            </a:r>
            <a:r>
              <a:rPr dirty="0" spc="-15"/>
              <a:t>restaurant.</a:t>
            </a:r>
          </a:p>
          <a:p>
            <a:pPr marL="6234430" marR="674370" indent="-311150">
              <a:lnSpc>
                <a:spcPct val="114999"/>
              </a:lnSpc>
              <a:buSzPct val="81250"/>
              <a:buFont typeface="Arial MT"/>
              <a:buChar char="●"/>
              <a:tabLst>
                <a:tab pos="6235065" algn="l"/>
                <a:tab pos="6235700" algn="l"/>
              </a:tabLst>
            </a:pPr>
            <a:r>
              <a:rPr dirty="0" spc="20" b="1">
                <a:latin typeface="Tahoma"/>
                <a:cs typeface="Tahoma"/>
              </a:rPr>
              <a:t>V</a:t>
            </a:r>
            <a:r>
              <a:rPr dirty="0" spc="-85" b="1">
                <a:latin typeface="Tahoma"/>
                <a:cs typeface="Tahoma"/>
              </a:rPr>
              <a:t>o</a:t>
            </a:r>
            <a:r>
              <a:rPr dirty="0" spc="-85" b="1">
                <a:latin typeface="Tahoma"/>
                <a:cs typeface="Tahoma"/>
              </a:rPr>
              <a:t>t</a:t>
            </a:r>
            <a:r>
              <a:rPr dirty="0" spc="-120" b="1">
                <a:latin typeface="Tahoma"/>
                <a:cs typeface="Tahoma"/>
              </a:rPr>
              <a:t>e</a:t>
            </a:r>
            <a:r>
              <a:rPr dirty="0" spc="-114" b="1">
                <a:latin typeface="Tahoma"/>
                <a:cs typeface="Tahoma"/>
              </a:rPr>
              <a:t>s</a:t>
            </a:r>
            <a:r>
              <a:rPr dirty="0" spc="-175" b="1">
                <a:latin typeface="Tahoma"/>
                <a:cs typeface="Tahoma"/>
              </a:rPr>
              <a:t>:</a:t>
            </a:r>
            <a:r>
              <a:rPr dirty="0" spc="-40" b="1">
                <a:latin typeface="Tahoma"/>
                <a:cs typeface="Tahoma"/>
              </a:rPr>
              <a:t> </a:t>
            </a:r>
            <a:r>
              <a:rPr dirty="0"/>
              <a:t>The</a:t>
            </a:r>
            <a:r>
              <a:rPr dirty="0" spc="-85"/>
              <a:t> </a:t>
            </a:r>
            <a:r>
              <a:rPr dirty="0" spc="-5"/>
              <a:t>n</a:t>
            </a:r>
            <a:r>
              <a:rPr dirty="0" spc="-10"/>
              <a:t>u</a:t>
            </a:r>
            <a:r>
              <a:rPr dirty="0" spc="-40"/>
              <a:t>m</a:t>
            </a:r>
            <a:r>
              <a:rPr dirty="0" spc="-5"/>
              <a:t>b</a:t>
            </a:r>
            <a:r>
              <a:rPr dirty="0"/>
              <a:t>er</a:t>
            </a:r>
            <a:r>
              <a:rPr dirty="0" spc="-70"/>
              <a:t> </a:t>
            </a:r>
            <a:r>
              <a:rPr dirty="0" spc="30"/>
              <a:t>o</a:t>
            </a:r>
            <a:r>
              <a:rPr dirty="0" spc="50"/>
              <a:t>f</a:t>
            </a:r>
            <a:r>
              <a:rPr dirty="0" spc="-65"/>
              <a:t> </a:t>
            </a:r>
            <a:r>
              <a:rPr dirty="0" spc="15"/>
              <a:t>votes</a:t>
            </a:r>
            <a:r>
              <a:rPr dirty="0" spc="-80"/>
              <a:t> </a:t>
            </a:r>
            <a:r>
              <a:rPr dirty="0" spc="30"/>
              <a:t>o</a:t>
            </a:r>
            <a:r>
              <a:rPr dirty="0"/>
              <a:t>r</a:t>
            </a:r>
            <a:r>
              <a:rPr dirty="0" spc="-75"/>
              <a:t> </a:t>
            </a:r>
            <a:r>
              <a:rPr dirty="0" spc="-5"/>
              <a:t>r</a:t>
            </a:r>
            <a:r>
              <a:rPr dirty="0" spc="-20"/>
              <a:t>atings/</a:t>
            </a:r>
            <a:r>
              <a:rPr dirty="0" spc="-15"/>
              <a:t>(</a:t>
            </a:r>
            <a:r>
              <a:rPr dirty="0" spc="5"/>
              <a:t>feedbac</a:t>
            </a:r>
            <a:r>
              <a:rPr dirty="0" spc="10"/>
              <a:t>k</a:t>
            </a:r>
            <a:r>
              <a:rPr dirty="0" spc="-165"/>
              <a:t>)  </a:t>
            </a:r>
            <a:r>
              <a:rPr dirty="0" spc="5"/>
              <a:t>received</a:t>
            </a:r>
            <a:r>
              <a:rPr dirty="0" spc="-60"/>
              <a:t> </a:t>
            </a:r>
            <a:r>
              <a:rPr dirty="0" spc="10"/>
              <a:t>by</a:t>
            </a:r>
            <a:r>
              <a:rPr dirty="0" spc="-65"/>
              <a:t> </a:t>
            </a:r>
            <a:r>
              <a:rPr dirty="0" spc="10"/>
              <a:t>the</a:t>
            </a:r>
            <a:r>
              <a:rPr dirty="0" spc="-85"/>
              <a:t> </a:t>
            </a:r>
            <a:r>
              <a:rPr dirty="0" spc="-15"/>
              <a:t>restaurant.</a:t>
            </a:r>
          </a:p>
          <a:p>
            <a:pPr marL="6234430" marR="5080" indent="-311150">
              <a:lnSpc>
                <a:spcPct val="114999"/>
              </a:lnSpc>
              <a:buSzPct val="81250"/>
              <a:buFont typeface="Arial MT"/>
              <a:buChar char="●"/>
              <a:tabLst>
                <a:tab pos="6235065" algn="l"/>
                <a:tab pos="6235700" algn="l"/>
              </a:tabLst>
            </a:pPr>
            <a:r>
              <a:rPr dirty="0" spc="-120" b="1">
                <a:latin typeface="Tahoma"/>
                <a:cs typeface="Tahoma"/>
              </a:rPr>
              <a:t>Average_Cost_for_two:</a:t>
            </a:r>
            <a:r>
              <a:rPr dirty="0" spc="-30" b="1">
                <a:latin typeface="Tahoma"/>
                <a:cs typeface="Tahoma"/>
              </a:rPr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 spc="-20"/>
              <a:t>average</a:t>
            </a:r>
            <a:r>
              <a:rPr dirty="0" spc="-45"/>
              <a:t> </a:t>
            </a:r>
            <a:r>
              <a:rPr dirty="0" spc="15"/>
              <a:t>cost</a:t>
            </a:r>
            <a:r>
              <a:rPr dirty="0" spc="-75"/>
              <a:t> </a:t>
            </a:r>
            <a:r>
              <a:rPr dirty="0" spc="30"/>
              <a:t>for</a:t>
            </a:r>
            <a:r>
              <a:rPr dirty="0" spc="-70"/>
              <a:t> </a:t>
            </a:r>
            <a:r>
              <a:rPr dirty="0" spc="45"/>
              <a:t>two</a:t>
            </a:r>
            <a:r>
              <a:rPr dirty="0" spc="-75"/>
              <a:t> </a:t>
            </a:r>
            <a:r>
              <a:rPr dirty="0" spc="10"/>
              <a:t>people </a:t>
            </a:r>
            <a:r>
              <a:rPr dirty="0" spc="-484"/>
              <a:t> </a:t>
            </a:r>
            <a:r>
              <a:rPr dirty="0" spc="-5"/>
              <a:t>dining</a:t>
            </a:r>
            <a:r>
              <a:rPr dirty="0" spc="-70"/>
              <a:t> </a:t>
            </a:r>
            <a:r>
              <a:rPr dirty="0" spc="-5"/>
              <a:t>at</a:t>
            </a:r>
            <a:r>
              <a:rPr dirty="0" spc="-85"/>
              <a:t> </a:t>
            </a:r>
            <a:r>
              <a:rPr dirty="0" spc="10"/>
              <a:t>the</a:t>
            </a:r>
            <a:r>
              <a:rPr dirty="0" spc="-85"/>
              <a:t> </a:t>
            </a:r>
            <a:r>
              <a:rPr dirty="0" spc="-15"/>
              <a:t>restaurant.</a:t>
            </a:r>
          </a:p>
          <a:p>
            <a:pPr marL="6234430" marR="464184" indent="-304800">
              <a:lnSpc>
                <a:spcPct val="115100"/>
              </a:lnSpc>
              <a:spcBef>
                <a:spcPts val="30"/>
              </a:spcBef>
              <a:buSzPct val="85714"/>
              <a:buFont typeface="Tahoma"/>
              <a:buChar char="●"/>
              <a:tabLst>
                <a:tab pos="6235065" algn="l"/>
                <a:tab pos="6235700" algn="l"/>
              </a:tabLst>
            </a:pPr>
            <a:r>
              <a:rPr dirty="0" sz="1400" spc="-110" b="1">
                <a:latin typeface="Tahoma"/>
                <a:cs typeface="Tahoma"/>
              </a:rPr>
              <a:t>Rating:</a:t>
            </a:r>
            <a:r>
              <a:rPr dirty="0" sz="1400" spc="-85" b="1">
                <a:latin typeface="Tahoma"/>
                <a:cs typeface="Tahoma"/>
              </a:rPr>
              <a:t> </a:t>
            </a:r>
            <a:r>
              <a:rPr dirty="0" sz="1400"/>
              <a:t>The</a:t>
            </a:r>
            <a:r>
              <a:rPr dirty="0" sz="1400" spc="-90"/>
              <a:t> </a:t>
            </a:r>
            <a:r>
              <a:rPr dirty="0" sz="1400" spc="5"/>
              <a:t>overall</a:t>
            </a:r>
            <a:r>
              <a:rPr dirty="0" sz="1400" spc="-80"/>
              <a:t> </a:t>
            </a:r>
            <a:r>
              <a:rPr dirty="0" sz="1400" spc="-5"/>
              <a:t>rating</a:t>
            </a:r>
            <a:r>
              <a:rPr dirty="0" sz="1400" spc="-90"/>
              <a:t> </a:t>
            </a:r>
            <a:r>
              <a:rPr dirty="0" sz="1400" spc="40"/>
              <a:t>of</a:t>
            </a:r>
            <a:r>
              <a:rPr dirty="0" sz="1400" spc="-80"/>
              <a:t> </a:t>
            </a:r>
            <a:r>
              <a:rPr dirty="0" sz="1400" spc="10"/>
              <a:t>the</a:t>
            </a:r>
            <a:r>
              <a:rPr dirty="0" sz="1400" spc="-90"/>
              <a:t> </a:t>
            </a:r>
            <a:r>
              <a:rPr dirty="0" sz="1400" spc="-5"/>
              <a:t>restaurant</a:t>
            </a:r>
            <a:r>
              <a:rPr dirty="0" sz="1400" spc="-110"/>
              <a:t> </a:t>
            </a:r>
            <a:r>
              <a:rPr dirty="0" sz="1400"/>
              <a:t>is</a:t>
            </a:r>
            <a:r>
              <a:rPr dirty="0" sz="1400" spc="-80"/>
              <a:t> </a:t>
            </a:r>
            <a:r>
              <a:rPr dirty="0" sz="1400" spc="-5"/>
              <a:t>based</a:t>
            </a:r>
            <a:r>
              <a:rPr dirty="0" sz="1400" spc="-95"/>
              <a:t> </a:t>
            </a:r>
            <a:r>
              <a:rPr dirty="0" sz="1400" spc="15"/>
              <a:t>on</a:t>
            </a:r>
            <a:r>
              <a:rPr dirty="0" sz="1400" spc="-90"/>
              <a:t> </a:t>
            </a:r>
            <a:r>
              <a:rPr dirty="0" sz="1400" spc="-5"/>
              <a:t>user </a:t>
            </a:r>
            <a:r>
              <a:rPr dirty="0" sz="1400" spc="-420"/>
              <a:t> </a:t>
            </a:r>
            <a:r>
              <a:rPr dirty="0" sz="1400"/>
              <a:t>reviews.</a:t>
            </a:r>
            <a:endParaRPr sz="1400">
              <a:latin typeface="Tahoma"/>
              <a:cs typeface="Tahoma"/>
            </a:endParaRPr>
          </a:p>
          <a:p>
            <a:pPr marL="6234430" indent="-305435">
              <a:lnSpc>
                <a:spcPct val="100000"/>
              </a:lnSpc>
              <a:spcBef>
                <a:spcPts val="254"/>
              </a:spcBef>
              <a:buSzPct val="85714"/>
              <a:buFont typeface="Tahoma"/>
              <a:buChar char="●"/>
              <a:tabLst>
                <a:tab pos="6235065" algn="l"/>
                <a:tab pos="6235700" algn="l"/>
              </a:tabLst>
            </a:pPr>
            <a:r>
              <a:rPr dirty="0" sz="1400" spc="-100" b="1">
                <a:latin typeface="Tahoma"/>
                <a:cs typeface="Tahoma"/>
              </a:rPr>
              <a:t>Datekey_opening:</a:t>
            </a:r>
            <a:r>
              <a:rPr dirty="0" sz="1400" spc="-95" b="1">
                <a:latin typeface="Tahoma"/>
                <a:cs typeface="Tahoma"/>
              </a:rPr>
              <a:t> </a:t>
            </a:r>
            <a:r>
              <a:rPr dirty="0" sz="1400"/>
              <a:t>The</a:t>
            </a:r>
            <a:r>
              <a:rPr dirty="0" sz="1400" spc="-80"/>
              <a:t> </a:t>
            </a:r>
            <a:r>
              <a:rPr dirty="0" sz="1400"/>
              <a:t>date</a:t>
            </a:r>
            <a:r>
              <a:rPr dirty="0" sz="1400" spc="-80"/>
              <a:t> </a:t>
            </a:r>
            <a:r>
              <a:rPr dirty="0" sz="1400" spc="15"/>
              <a:t>when</a:t>
            </a:r>
            <a:r>
              <a:rPr dirty="0" sz="1400" spc="-85"/>
              <a:t> </a:t>
            </a:r>
            <a:r>
              <a:rPr dirty="0" sz="1400" spc="10"/>
              <a:t>the</a:t>
            </a:r>
            <a:r>
              <a:rPr dirty="0" sz="1400" spc="-80"/>
              <a:t> </a:t>
            </a:r>
            <a:r>
              <a:rPr dirty="0" sz="1400" spc="-5"/>
              <a:t>restaurant</a:t>
            </a:r>
            <a:r>
              <a:rPr dirty="0" sz="1400" spc="-110"/>
              <a:t> </a:t>
            </a:r>
            <a:r>
              <a:rPr dirty="0" sz="1400"/>
              <a:t>was</a:t>
            </a:r>
            <a:r>
              <a:rPr dirty="0" sz="1400" spc="-80"/>
              <a:t> </a:t>
            </a:r>
            <a:r>
              <a:rPr dirty="0" sz="1400" spc="-5"/>
              <a:t>opened.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93360" y="772413"/>
            <a:ext cx="31889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16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Dat</a:t>
            </a:r>
            <a:r>
              <a:rPr dirty="0" u="heavy" sz="2800" spc="-17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heavy" sz="2800" spc="-18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dirty="0" u="heavy" sz="2800" spc="-21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dirty="0" u="heavy" sz="2800" spc="-12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dirty="0" u="heavy" sz="2800" spc="-12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 spc="-9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</a:t>
            </a:r>
            <a:r>
              <a:rPr dirty="0" u="heavy" sz="2800" spc="-8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dirty="0" u="heavy" sz="2800" spc="-17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dirty="0" u="heavy" sz="2800" spc="-18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</a:t>
            </a:r>
            <a:r>
              <a:rPr dirty="0" u="heavy" sz="2800" spc="-15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ription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55735" y="484631"/>
            <a:ext cx="3636645" cy="76200"/>
          </a:xfrm>
          <a:custGeom>
            <a:avLst/>
            <a:gdLst/>
            <a:ahLst/>
            <a:cxnLst/>
            <a:rect l="l" t="t" r="r" b="b"/>
            <a:pathLst>
              <a:path w="363664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636645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3636645" h="76200">
                <a:moveTo>
                  <a:pt x="363664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3636645" y="44450"/>
                </a:lnTo>
                <a:lnTo>
                  <a:pt x="363664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Zomato</a:t>
            </a:r>
            <a:r>
              <a:rPr dirty="0" spc="-40"/>
              <a:t> </a:t>
            </a:r>
            <a:r>
              <a:rPr dirty="0" spc="-165"/>
              <a:t>Restau</a:t>
            </a:r>
            <a:r>
              <a:rPr dirty="0" spc="-114"/>
              <a:t>r</a:t>
            </a:r>
            <a:r>
              <a:rPr dirty="0" spc="-105"/>
              <a:t>an</a:t>
            </a:r>
            <a:r>
              <a:rPr dirty="0" spc="-70"/>
              <a:t>t</a:t>
            </a:r>
            <a:r>
              <a:rPr dirty="0" spc="-40"/>
              <a:t> </a:t>
            </a:r>
            <a:r>
              <a:rPr dirty="0" spc="5"/>
              <a:t>Anal</a:t>
            </a:r>
            <a:r>
              <a:rPr dirty="0"/>
              <a:t>y</a:t>
            </a:r>
            <a:r>
              <a:rPr dirty="0" spc="-200"/>
              <a:t>sis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3602354" cy="76200"/>
          </a:xfrm>
          <a:custGeom>
            <a:avLst/>
            <a:gdLst/>
            <a:ahLst/>
            <a:cxnLst/>
            <a:rect l="l" t="t" r="r" b="b"/>
            <a:pathLst>
              <a:path w="3602354" h="76200">
                <a:moveTo>
                  <a:pt x="3564255" y="0"/>
                </a:moveTo>
                <a:lnTo>
                  <a:pt x="3549461" y="2988"/>
                </a:lnTo>
                <a:lnTo>
                  <a:pt x="3537346" y="11144"/>
                </a:lnTo>
                <a:lnTo>
                  <a:pt x="3529161" y="23252"/>
                </a:lnTo>
                <a:lnTo>
                  <a:pt x="3526155" y="38100"/>
                </a:lnTo>
                <a:lnTo>
                  <a:pt x="3529161" y="52947"/>
                </a:lnTo>
                <a:lnTo>
                  <a:pt x="3537346" y="65055"/>
                </a:lnTo>
                <a:lnTo>
                  <a:pt x="3549461" y="73211"/>
                </a:lnTo>
                <a:lnTo>
                  <a:pt x="3564255" y="76200"/>
                </a:lnTo>
                <a:lnTo>
                  <a:pt x="3579102" y="73211"/>
                </a:lnTo>
                <a:lnTo>
                  <a:pt x="3591210" y="65055"/>
                </a:lnTo>
                <a:lnTo>
                  <a:pt x="3599366" y="52947"/>
                </a:lnTo>
                <a:lnTo>
                  <a:pt x="3601076" y="44450"/>
                </a:lnTo>
                <a:lnTo>
                  <a:pt x="3564255" y="44450"/>
                </a:lnTo>
                <a:lnTo>
                  <a:pt x="3564255" y="31750"/>
                </a:lnTo>
                <a:lnTo>
                  <a:pt x="3601076" y="31750"/>
                </a:lnTo>
                <a:lnTo>
                  <a:pt x="3599366" y="23252"/>
                </a:lnTo>
                <a:lnTo>
                  <a:pt x="3591210" y="11144"/>
                </a:lnTo>
                <a:lnTo>
                  <a:pt x="3579102" y="2988"/>
                </a:lnTo>
                <a:lnTo>
                  <a:pt x="3564255" y="0"/>
                </a:lnTo>
                <a:close/>
              </a:path>
              <a:path w="3602354" h="76200">
                <a:moveTo>
                  <a:pt x="352744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27440" y="44450"/>
                </a:lnTo>
                <a:lnTo>
                  <a:pt x="3526155" y="38100"/>
                </a:lnTo>
                <a:lnTo>
                  <a:pt x="3527440" y="31750"/>
                </a:lnTo>
                <a:close/>
              </a:path>
              <a:path w="3602354" h="76200">
                <a:moveTo>
                  <a:pt x="3601076" y="31750"/>
                </a:moveTo>
                <a:lnTo>
                  <a:pt x="3564255" y="31750"/>
                </a:lnTo>
                <a:lnTo>
                  <a:pt x="3564255" y="44450"/>
                </a:lnTo>
                <a:lnTo>
                  <a:pt x="3601076" y="44450"/>
                </a:lnTo>
                <a:lnTo>
                  <a:pt x="3602355" y="38100"/>
                </a:lnTo>
                <a:lnTo>
                  <a:pt x="360107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38708" y="1200149"/>
            <a:ext cx="9904095" cy="146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12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Dat</a:t>
            </a:r>
            <a:r>
              <a:rPr dirty="0" u="heavy" sz="2800" spc="-26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heavy" sz="2800" spc="-15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 spc="-16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Clea</a:t>
            </a:r>
            <a:r>
              <a:rPr dirty="0" u="heavy" sz="2800" spc="-204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</a:t>
            </a:r>
            <a:r>
              <a:rPr dirty="0" u="heavy" sz="2800" spc="-21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ing</a:t>
            </a:r>
            <a:endParaRPr sz="2800">
              <a:latin typeface="Tahoma"/>
              <a:cs typeface="Tahoma"/>
            </a:endParaRPr>
          </a:p>
          <a:p>
            <a:pPr marL="299085" indent="-287020">
              <a:lnSpc>
                <a:spcPct val="100000"/>
              </a:lnSpc>
              <a:spcBef>
                <a:spcPts val="1480"/>
              </a:spcBef>
              <a:buFont typeface="Tahoma"/>
              <a:buChar char="•"/>
              <a:tabLst>
                <a:tab pos="299085" algn="l"/>
                <a:tab pos="299720" algn="l"/>
              </a:tabLst>
            </a:pPr>
            <a:r>
              <a:rPr dirty="0" sz="1800">
                <a:latin typeface="Calibri"/>
                <a:cs typeface="Calibri"/>
              </a:rPr>
              <a:t>Under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column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Average_Cost_for_two,</a:t>
            </a:r>
            <a:r>
              <a:rPr dirty="0" sz="1800" spc="-10">
                <a:latin typeface="Calibri"/>
                <a:cs typeface="Calibri"/>
              </a:rPr>
              <a:t> there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are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18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records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where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value</a:t>
            </a:r>
            <a:r>
              <a:rPr dirty="0" sz="1800">
                <a:latin typeface="Calibri"/>
                <a:cs typeface="Calibri"/>
              </a:rPr>
              <a:t> is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0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(Ambiguity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in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ahoma"/>
              <a:buChar char="•"/>
            </a:pPr>
            <a:endParaRPr sz="17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Tahoma"/>
              <a:buChar char="•"/>
              <a:tabLst>
                <a:tab pos="299085" algn="l"/>
                <a:tab pos="299720" algn="l"/>
              </a:tabLst>
            </a:pPr>
            <a:r>
              <a:rPr dirty="0" sz="1800">
                <a:latin typeface="Calibri"/>
                <a:cs typeface="Calibri"/>
              </a:rPr>
              <a:t>Under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column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Cuisine,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there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were</a:t>
            </a:r>
            <a:r>
              <a:rPr dirty="0" sz="1800">
                <a:latin typeface="Calibri"/>
                <a:cs typeface="Calibri"/>
              </a:rPr>
              <a:t> 6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records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where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value </a:t>
            </a:r>
            <a:r>
              <a:rPr dirty="0" sz="1800">
                <a:latin typeface="Calibri"/>
                <a:cs typeface="Calibri"/>
              </a:rPr>
              <a:t>is </a:t>
            </a:r>
            <a:r>
              <a:rPr dirty="0" sz="1800" spc="-5">
                <a:latin typeface="Calibri"/>
                <a:cs typeface="Calibri"/>
              </a:rPr>
              <a:t>not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available</a:t>
            </a:r>
            <a:r>
              <a:rPr dirty="0" sz="1800" spc="-5">
                <a:latin typeface="Calibri"/>
                <a:cs typeface="Calibri"/>
              </a:rPr>
              <a:t> (Missing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55735" y="484631"/>
            <a:ext cx="3636645" cy="76200"/>
          </a:xfrm>
          <a:custGeom>
            <a:avLst/>
            <a:gdLst/>
            <a:ahLst/>
            <a:cxnLst/>
            <a:rect l="l" t="t" r="r" b="b"/>
            <a:pathLst>
              <a:path w="363664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636645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3636645" h="76200">
                <a:moveTo>
                  <a:pt x="363664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3636645" y="44450"/>
                </a:lnTo>
                <a:lnTo>
                  <a:pt x="363664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Zomato</a:t>
            </a:r>
            <a:r>
              <a:rPr dirty="0" spc="-40"/>
              <a:t> </a:t>
            </a:r>
            <a:r>
              <a:rPr dirty="0" spc="-165"/>
              <a:t>Restau</a:t>
            </a:r>
            <a:r>
              <a:rPr dirty="0" spc="-114"/>
              <a:t>r</a:t>
            </a:r>
            <a:r>
              <a:rPr dirty="0" spc="-105"/>
              <a:t>an</a:t>
            </a:r>
            <a:r>
              <a:rPr dirty="0" spc="-70"/>
              <a:t>t</a:t>
            </a:r>
            <a:r>
              <a:rPr dirty="0" spc="-40"/>
              <a:t> </a:t>
            </a:r>
            <a:r>
              <a:rPr dirty="0" spc="5"/>
              <a:t>Anal</a:t>
            </a:r>
            <a:r>
              <a:rPr dirty="0"/>
              <a:t>y</a:t>
            </a:r>
            <a:r>
              <a:rPr dirty="0" spc="-200"/>
              <a:t>sis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3602354" cy="76200"/>
          </a:xfrm>
          <a:custGeom>
            <a:avLst/>
            <a:gdLst/>
            <a:ahLst/>
            <a:cxnLst/>
            <a:rect l="l" t="t" r="r" b="b"/>
            <a:pathLst>
              <a:path w="3602354" h="76200">
                <a:moveTo>
                  <a:pt x="3564255" y="0"/>
                </a:moveTo>
                <a:lnTo>
                  <a:pt x="3549461" y="2988"/>
                </a:lnTo>
                <a:lnTo>
                  <a:pt x="3537346" y="11144"/>
                </a:lnTo>
                <a:lnTo>
                  <a:pt x="3529161" y="23252"/>
                </a:lnTo>
                <a:lnTo>
                  <a:pt x="3526155" y="38100"/>
                </a:lnTo>
                <a:lnTo>
                  <a:pt x="3529161" y="52947"/>
                </a:lnTo>
                <a:lnTo>
                  <a:pt x="3537346" y="65055"/>
                </a:lnTo>
                <a:lnTo>
                  <a:pt x="3549461" y="73211"/>
                </a:lnTo>
                <a:lnTo>
                  <a:pt x="3564255" y="76200"/>
                </a:lnTo>
                <a:lnTo>
                  <a:pt x="3579102" y="73211"/>
                </a:lnTo>
                <a:lnTo>
                  <a:pt x="3591210" y="65055"/>
                </a:lnTo>
                <a:lnTo>
                  <a:pt x="3599366" y="52947"/>
                </a:lnTo>
                <a:lnTo>
                  <a:pt x="3601076" y="44450"/>
                </a:lnTo>
                <a:lnTo>
                  <a:pt x="3564255" y="44450"/>
                </a:lnTo>
                <a:lnTo>
                  <a:pt x="3564255" y="31750"/>
                </a:lnTo>
                <a:lnTo>
                  <a:pt x="3601076" y="31750"/>
                </a:lnTo>
                <a:lnTo>
                  <a:pt x="3599366" y="23252"/>
                </a:lnTo>
                <a:lnTo>
                  <a:pt x="3591210" y="11144"/>
                </a:lnTo>
                <a:lnTo>
                  <a:pt x="3579102" y="2988"/>
                </a:lnTo>
                <a:lnTo>
                  <a:pt x="3564255" y="0"/>
                </a:lnTo>
                <a:close/>
              </a:path>
              <a:path w="3602354" h="76200">
                <a:moveTo>
                  <a:pt x="352744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27440" y="44450"/>
                </a:lnTo>
                <a:lnTo>
                  <a:pt x="3526155" y="38100"/>
                </a:lnTo>
                <a:lnTo>
                  <a:pt x="3527440" y="31750"/>
                </a:lnTo>
                <a:close/>
              </a:path>
              <a:path w="3602354" h="76200">
                <a:moveTo>
                  <a:pt x="3601076" y="31750"/>
                </a:moveTo>
                <a:lnTo>
                  <a:pt x="3564255" y="31750"/>
                </a:lnTo>
                <a:lnTo>
                  <a:pt x="3564255" y="44450"/>
                </a:lnTo>
                <a:lnTo>
                  <a:pt x="3601076" y="44450"/>
                </a:lnTo>
                <a:lnTo>
                  <a:pt x="3602355" y="38100"/>
                </a:lnTo>
                <a:lnTo>
                  <a:pt x="360107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38708" y="1200149"/>
            <a:ext cx="10654030" cy="2560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12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Dat</a:t>
            </a:r>
            <a:r>
              <a:rPr dirty="0" u="heavy" sz="2800" spc="-26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heavy" sz="2800" spc="-14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 spc="-18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Tran</a:t>
            </a:r>
            <a:r>
              <a:rPr dirty="0" u="heavy" sz="2800" spc="-18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dirty="0" u="heavy" sz="2800" spc="-17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formatio</a:t>
            </a:r>
            <a:r>
              <a:rPr dirty="0" u="heavy" sz="2800" spc="-22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</a:t>
            </a:r>
            <a:endParaRPr sz="2800">
              <a:latin typeface="Tahoma"/>
              <a:cs typeface="Tahoma"/>
            </a:endParaRPr>
          </a:p>
          <a:p>
            <a:pPr marL="299085" indent="-287020">
              <a:lnSpc>
                <a:spcPct val="100000"/>
              </a:lnSpc>
              <a:spcBef>
                <a:spcPts val="1480"/>
              </a:spcBef>
              <a:buFont typeface="Tahoma"/>
              <a:buChar char="•"/>
              <a:tabLst>
                <a:tab pos="299085" algn="l"/>
                <a:tab pos="299720" algn="l"/>
              </a:tabLst>
            </a:pPr>
            <a:r>
              <a:rPr dirty="0" sz="1800" spc="-5">
                <a:latin typeface="Arial MT"/>
                <a:cs typeface="Arial MT"/>
              </a:rPr>
              <a:t>Added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 </a:t>
            </a:r>
            <a:r>
              <a:rPr dirty="0" sz="1800" spc="-5">
                <a:latin typeface="Arial MT"/>
                <a:cs typeface="Arial MT"/>
              </a:rPr>
              <a:t>countries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name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 </a:t>
            </a:r>
            <a:r>
              <a:rPr dirty="0" sz="1800">
                <a:latin typeface="Arial MT"/>
                <a:cs typeface="Arial MT"/>
              </a:rPr>
              <a:t>the </a:t>
            </a:r>
            <a:r>
              <a:rPr dirty="0" sz="1800" spc="-5">
                <a:latin typeface="Arial MT"/>
                <a:cs typeface="Arial MT"/>
              </a:rPr>
              <a:t>original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data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using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5">
                <a:latin typeface="Arial MT"/>
                <a:cs typeface="Arial MT"/>
              </a:rPr>
              <a:t> country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code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(provided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 separate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worksheet)</a:t>
            </a:r>
            <a:endParaRPr sz="1800">
              <a:latin typeface="Arial MT"/>
              <a:cs typeface="Arial MT"/>
            </a:endParaRPr>
          </a:p>
          <a:p>
            <a:pPr marL="299085" marR="214629" indent="-287020">
              <a:lnSpc>
                <a:spcPct val="200000"/>
              </a:lnSpc>
              <a:buFont typeface="Tahoma"/>
              <a:buChar char="•"/>
              <a:tabLst>
                <a:tab pos="299085" algn="l"/>
                <a:tab pos="299720" algn="l"/>
              </a:tabLst>
            </a:pPr>
            <a:r>
              <a:rPr dirty="0" sz="1800" spc="-15">
                <a:latin typeface="Calibri"/>
                <a:cs typeface="Calibri"/>
              </a:rPr>
              <a:t>Extracted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 spc="-35">
                <a:latin typeface="Calibri"/>
                <a:cs typeface="Calibri"/>
              </a:rPr>
              <a:t>Year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from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 spc="-125" b="1">
                <a:latin typeface="Tahoma"/>
                <a:cs typeface="Tahoma"/>
              </a:rPr>
              <a:t>Datekey_opening</a:t>
            </a:r>
            <a:r>
              <a:rPr dirty="0" sz="1800" spc="-55" b="1">
                <a:latin typeface="Tahoma"/>
                <a:cs typeface="Tahoma"/>
              </a:rPr>
              <a:t> </a:t>
            </a:r>
            <a:r>
              <a:rPr dirty="0" sz="1800" spc="-15">
                <a:latin typeface="Tahoma"/>
                <a:cs typeface="Tahoma"/>
              </a:rPr>
              <a:t>and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 spc="10">
                <a:latin typeface="Tahoma"/>
                <a:cs typeface="Tahoma"/>
              </a:rPr>
              <a:t>stored</a:t>
            </a:r>
            <a:r>
              <a:rPr dirty="0" sz="1800" spc="-85">
                <a:latin typeface="Tahoma"/>
                <a:cs typeface="Tahoma"/>
              </a:rPr>
              <a:t> </a:t>
            </a:r>
            <a:r>
              <a:rPr dirty="0" sz="1800" spc="5">
                <a:latin typeface="Tahoma"/>
                <a:cs typeface="Tahoma"/>
              </a:rPr>
              <a:t>under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 spc="15">
                <a:latin typeface="Tahoma"/>
                <a:cs typeface="Tahoma"/>
              </a:rPr>
              <a:t>the</a:t>
            </a:r>
            <a:r>
              <a:rPr dirty="0" sz="1800" spc="-85">
                <a:latin typeface="Tahoma"/>
                <a:cs typeface="Tahoma"/>
              </a:rPr>
              <a:t> </a:t>
            </a:r>
            <a:r>
              <a:rPr dirty="0" sz="1800" spc="5">
                <a:latin typeface="Tahoma"/>
                <a:cs typeface="Tahoma"/>
              </a:rPr>
              <a:t>column</a:t>
            </a:r>
            <a:r>
              <a:rPr dirty="0" sz="1800" spc="-114">
                <a:latin typeface="Tahoma"/>
                <a:cs typeface="Tahoma"/>
              </a:rPr>
              <a:t> </a:t>
            </a:r>
            <a:r>
              <a:rPr dirty="0" sz="1800" spc="-125" b="1">
                <a:latin typeface="Tahoma"/>
                <a:cs typeface="Tahoma"/>
              </a:rPr>
              <a:t>Opening_Year,</a:t>
            </a:r>
            <a:r>
              <a:rPr dirty="0" sz="1800" spc="-80" b="1">
                <a:latin typeface="Tahoma"/>
                <a:cs typeface="Tahoma"/>
              </a:rPr>
              <a:t> </a:t>
            </a:r>
            <a:r>
              <a:rPr dirty="0" sz="1800" spc="-105" b="1">
                <a:latin typeface="Tahoma"/>
                <a:cs typeface="Tahoma"/>
              </a:rPr>
              <a:t>Opening_Month</a:t>
            </a:r>
            <a:r>
              <a:rPr dirty="0" sz="1800" spc="-90" b="1">
                <a:latin typeface="Tahoma"/>
                <a:cs typeface="Tahoma"/>
              </a:rPr>
              <a:t> </a:t>
            </a:r>
            <a:r>
              <a:rPr dirty="0" sz="1800" spc="-105" b="1">
                <a:latin typeface="Tahoma"/>
                <a:cs typeface="Tahoma"/>
              </a:rPr>
              <a:t>&amp; </a:t>
            </a:r>
            <a:r>
              <a:rPr dirty="0" sz="1800" spc="-515" b="1">
                <a:latin typeface="Tahoma"/>
                <a:cs typeface="Tahoma"/>
              </a:rPr>
              <a:t> </a:t>
            </a:r>
            <a:r>
              <a:rPr dirty="0" sz="1800" spc="-114" b="1">
                <a:latin typeface="Tahoma"/>
                <a:cs typeface="Tahoma"/>
              </a:rPr>
              <a:t>Opening_Date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ahoma"/>
              <a:buChar char="•"/>
            </a:pPr>
            <a:endParaRPr sz="1750">
              <a:latin typeface="Tahoma"/>
              <a:cs typeface="Tahoma"/>
            </a:endParaRPr>
          </a:p>
          <a:p>
            <a:pPr marL="299085" indent="-287020">
              <a:lnSpc>
                <a:spcPct val="100000"/>
              </a:lnSpc>
              <a:buFont typeface="Tahoma"/>
              <a:buChar char="•"/>
              <a:tabLst>
                <a:tab pos="299085" algn="l"/>
                <a:tab pos="299720" algn="l"/>
              </a:tabLst>
            </a:pPr>
            <a:r>
              <a:rPr dirty="0" sz="1800" spc="-135" b="1">
                <a:latin typeface="Tahoma"/>
                <a:cs typeface="Tahoma"/>
              </a:rPr>
              <a:t>Ratings</a:t>
            </a:r>
            <a:r>
              <a:rPr dirty="0" sz="1800" spc="-90" b="1">
                <a:latin typeface="Tahoma"/>
                <a:cs typeface="Tahoma"/>
              </a:rPr>
              <a:t> </a:t>
            </a:r>
            <a:r>
              <a:rPr dirty="0" sz="1800" spc="20">
                <a:latin typeface="Tahoma"/>
                <a:cs typeface="Tahoma"/>
              </a:rPr>
              <a:t>were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 spc="5">
                <a:latin typeface="Tahoma"/>
                <a:cs typeface="Tahoma"/>
              </a:rPr>
              <a:t>categorized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 spc="25">
                <a:latin typeface="Tahoma"/>
                <a:cs typeface="Tahoma"/>
              </a:rPr>
              <a:t>into</a:t>
            </a:r>
            <a:r>
              <a:rPr dirty="0" sz="1800" spc="-100">
                <a:latin typeface="Tahoma"/>
                <a:cs typeface="Tahoma"/>
              </a:rPr>
              <a:t> </a:t>
            </a:r>
            <a:r>
              <a:rPr dirty="0" sz="1800" spc="20">
                <a:latin typeface="Tahoma"/>
                <a:cs typeface="Tahoma"/>
              </a:rPr>
              <a:t>different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categories.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8088" y="3947159"/>
            <a:ext cx="5109971" cy="26121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8951" y="3947159"/>
            <a:ext cx="4911852" cy="24978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17635" y="484631"/>
            <a:ext cx="3674110" cy="76200"/>
          </a:xfrm>
          <a:custGeom>
            <a:avLst/>
            <a:gdLst/>
            <a:ahLst/>
            <a:cxnLst/>
            <a:rect l="l" t="t" r="r" b="b"/>
            <a:pathLst>
              <a:path w="3674109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674109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3674109" h="76200">
                <a:moveTo>
                  <a:pt x="3673983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3673983" y="44450"/>
                </a:lnTo>
                <a:lnTo>
                  <a:pt x="3673983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23259" y="127203"/>
            <a:ext cx="47472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Zomato </a:t>
            </a:r>
            <a:r>
              <a:rPr dirty="0" spc="-140"/>
              <a:t>Restaurant</a:t>
            </a:r>
            <a:r>
              <a:rPr dirty="0" spc="-60"/>
              <a:t> </a:t>
            </a:r>
            <a:r>
              <a:rPr dirty="0" spc="-70"/>
              <a:t>Analysis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3658870" cy="76200"/>
          </a:xfrm>
          <a:custGeom>
            <a:avLst/>
            <a:gdLst/>
            <a:ahLst/>
            <a:cxnLst/>
            <a:rect l="l" t="t" r="r" b="b"/>
            <a:pathLst>
              <a:path w="3658870" h="76200">
                <a:moveTo>
                  <a:pt x="3620262" y="0"/>
                </a:moveTo>
                <a:lnTo>
                  <a:pt x="3605414" y="2988"/>
                </a:lnTo>
                <a:lnTo>
                  <a:pt x="3593306" y="11144"/>
                </a:lnTo>
                <a:lnTo>
                  <a:pt x="3585150" y="23252"/>
                </a:lnTo>
                <a:lnTo>
                  <a:pt x="3582162" y="38100"/>
                </a:lnTo>
                <a:lnTo>
                  <a:pt x="3585150" y="52947"/>
                </a:lnTo>
                <a:lnTo>
                  <a:pt x="3593306" y="65055"/>
                </a:lnTo>
                <a:lnTo>
                  <a:pt x="3605414" y="73211"/>
                </a:lnTo>
                <a:lnTo>
                  <a:pt x="3620262" y="76200"/>
                </a:lnTo>
                <a:lnTo>
                  <a:pt x="3635109" y="73211"/>
                </a:lnTo>
                <a:lnTo>
                  <a:pt x="3647217" y="65055"/>
                </a:lnTo>
                <a:lnTo>
                  <a:pt x="3655373" y="52947"/>
                </a:lnTo>
                <a:lnTo>
                  <a:pt x="3657083" y="44450"/>
                </a:lnTo>
                <a:lnTo>
                  <a:pt x="3620262" y="44450"/>
                </a:lnTo>
                <a:lnTo>
                  <a:pt x="3620262" y="31750"/>
                </a:lnTo>
                <a:lnTo>
                  <a:pt x="3657083" y="31750"/>
                </a:lnTo>
                <a:lnTo>
                  <a:pt x="3655373" y="23252"/>
                </a:lnTo>
                <a:lnTo>
                  <a:pt x="3647217" y="11144"/>
                </a:lnTo>
                <a:lnTo>
                  <a:pt x="3635109" y="2988"/>
                </a:lnTo>
                <a:lnTo>
                  <a:pt x="3620262" y="0"/>
                </a:lnTo>
                <a:close/>
              </a:path>
              <a:path w="3658870" h="76200">
                <a:moveTo>
                  <a:pt x="358344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83440" y="44450"/>
                </a:lnTo>
                <a:lnTo>
                  <a:pt x="3582162" y="38100"/>
                </a:lnTo>
                <a:lnTo>
                  <a:pt x="3583440" y="31750"/>
                </a:lnTo>
                <a:close/>
              </a:path>
              <a:path w="3658870" h="76200">
                <a:moveTo>
                  <a:pt x="3657083" y="31750"/>
                </a:moveTo>
                <a:lnTo>
                  <a:pt x="3620262" y="31750"/>
                </a:lnTo>
                <a:lnTo>
                  <a:pt x="3620262" y="44450"/>
                </a:lnTo>
                <a:lnTo>
                  <a:pt x="3657083" y="44450"/>
                </a:lnTo>
                <a:lnTo>
                  <a:pt x="3658362" y="38100"/>
                </a:lnTo>
                <a:lnTo>
                  <a:pt x="3657083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406385" y="1990445"/>
            <a:ext cx="4255770" cy="7480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1270">
              <a:lnSpc>
                <a:spcPct val="112900"/>
              </a:lnSpc>
              <a:spcBef>
                <a:spcPts val="95"/>
              </a:spcBef>
            </a:pP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India has the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maximum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number of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(8643).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It </a:t>
            </a:r>
            <a:r>
              <a:rPr dirty="0" sz="1400" spc="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has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significant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large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number</a:t>
            </a:r>
            <a:r>
              <a:rPr dirty="0" sz="1400" spc="-3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</a:t>
            </a:r>
            <a:r>
              <a:rPr dirty="0" sz="1400" spc="-4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in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comparison </a:t>
            </a:r>
            <a:r>
              <a:rPr dirty="0" sz="1400" spc="-30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to</a:t>
            </a:r>
            <a:r>
              <a:rPr dirty="0" sz="1400" spc="-2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other</a:t>
            </a:r>
            <a:r>
              <a:rPr dirty="0" sz="1400" spc="-2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6490" y="3510762"/>
            <a:ext cx="4117975" cy="1231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-3175">
              <a:lnSpc>
                <a:spcPct val="112999"/>
              </a:lnSpc>
              <a:spcBef>
                <a:spcPts val="95"/>
              </a:spcBef>
            </a:pP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Countries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like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Brazil, 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UAE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&amp; South Africa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have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equal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 number of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(60).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Similarly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countries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like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 Australia,</a:t>
            </a:r>
            <a:r>
              <a:rPr dirty="0" sz="1400" spc="-3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Philippines,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Indonesia,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Singapore,</a:t>
            </a:r>
            <a:r>
              <a:rPr dirty="0" sz="1400" spc="-4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Sri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 Lanka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&amp; </a:t>
            </a:r>
            <a:r>
              <a:rPr dirty="0" sz="1400" spc="-30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Qatar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have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almost same number of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 (between</a:t>
            </a:r>
            <a:r>
              <a:rPr dirty="0" sz="1400" spc="-4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20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-24)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17054" y="5282285"/>
            <a:ext cx="4234180" cy="507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07185" marR="5080" indent="-1594485">
              <a:lnSpc>
                <a:spcPct val="112900"/>
              </a:lnSpc>
              <a:spcBef>
                <a:spcPts val="95"/>
              </a:spcBef>
            </a:pP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Canada</a:t>
            </a:r>
            <a:r>
              <a:rPr dirty="0" sz="1400" spc="-5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has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the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least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number</a:t>
            </a:r>
            <a:r>
              <a:rPr dirty="0" sz="1400" spc="-3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</a:t>
            </a:r>
            <a:r>
              <a:rPr dirty="0" sz="1400" spc="-4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(4)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among</a:t>
            </a:r>
            <a:r>
              <a:rPr dirty="0" sz="1400" spc="-2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all </a:t>
            </a:r>
            <a:r>
              <a:rPr dirty="0" sz="1400" spc="-30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the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countries.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25940" y="1613916"/>
            <a:ext cx="218440" cy="287020"/>
          </a:xfrm>
          <a:custGeom>
            <a:avLst/>
            <a:gdLst/>
            <a:ahLst/>
            <a:cxnLst/>
            <a:rect l="l" t="t" r="r" b="b"/>
            <a:pathLst>
              <a:path w="218440" h="287019">
                <a:moveTo>
                  <a:pt x="139064" y="0"/>
                </a:moveTo>
                <a:lnTo>
                  <a:pt x="4699" y="0"/>
                </a:lnTo>
                <a:lnTo>
                  <a:pt x="2793" y="381"/>
                </a:lnTo>
                <a:lnTo>
                  <a:pt x="1142" y="1143"/>
                </a:lnTo>
                <a:lnTo>
                  <a:pt x="380" y="2794"/>
                </a:lnTo>
                <a:lnTo>
                  <a:pt x="0" y="4318"/>
                </a:lnTo>
                <a:lnTo>
                  <a:pt x="0" y="281813"/>
                </a:lnTo>
                <a:lnTo>
                  <a:pt x="380" y="283718"/>
                </a:lnTo>
                <a:lnTo>
                  <a:pt x="1142" y="285369"/>
                </a:lnTo>
                <a:lnTo>
                  <a:pt x="2793" y="286131"/>
                </a:lnTo>
                <a:lnTo>
                  <a:pt x="4699" y="286512"/>
                </a:lnTo>
                <a:lnTo>
                  <a:pt x="213232" y="286512"/>
                </a:lnTo>
                <a:lnTo>
                  <a:pt x="215137" y="286131"/>
                </a:lnTo>
                <a:lnTo>
                  <a:pt x="216788" y="285369"/>
                </a:lnTo>
                <a:lnTo>
                  <a:pt x="217550" y="283718"/>
                </a:lnTo>
                <a:lnTo>
                  <a:pt x="217931" y="281813"/>
                </a:lnTo>
                <a:lnTo>
                  <a:pt x="217931" y="238887"/>
                </a:lnTo>
                <a:lnTo>
                  <a:pt x="42544" y="238887"/>
                </a:lnTo>
                <a:lnTo>
                  <a:pt x="41020" y="238506"/>
                </a:lnTo>
                <a:lnTo>
                  <a:pt x="38988" y="237744"/>
                </a:lnTo>
                <a:lnTo>
                  <a:pt x="37845" y="236093"/>
                </a:lnTo>
                <a:lnTo>
                  <a:pt x="37464" y="234187"/>
                </a:lnTo>
                <a:lnTo>
                  <a:pt x="37464" y="95631"/>
                </a:lnTo>
                <a:lnTo>
                  <a:pt x="37845" y="93599"/>
                </a:lnTo>
                <a:lnTo>
                  <a:pt x="38988" y="92075"/>
                </a:lnTo>
                <a:lnTo>
                  <a:pt x="41020" y="91312"/>
                </a:lnTo>
                <a:lnTo>
                  <a:pt x="42544" y="90932"/>
                </a:lnTo>
                <a:lnTo>
                  <a:pt x="217931" y="90932"/>
                </a:lnTo>
                <a:lnTo>
                  <a:pt x="217931" y="80899"/>
                </a:lnTo>
                <a:lnTo>
                  <a:pt x="137159" y="80899"/>
                </a:lnTo>
                <a:lnTo>
                  <a:pt x="137159" y="4318"/>
                </a:lnTo>
                <a:lnTo>
                  <a:pt x="143869" y="4318"/>
                </a:lnTo>
                <a:lnTo>
                  <a:pt x="140715" y="1143"/>
                </a:lnTo>
                <a:lnTo>
                  <a:pt x="139064" y="0"/>
                </a:lnTo>
                <a:close/>
              </a:path>
              <a:path w="218440" h="287019">
                <a:moveTo>
                  <a:pt x="94233" y="155956"/>
                </a:moveTo>
                <a:lnTo>
                  <a:pt x="47243" y="198374"/>
                </a:lnTo>
                <a:lnTo>
                  <a:pt x="47243" y="228981"/>
                </a:lnTo>
                <a:lnTo>
                  <a:pt x="177291" y="228981"/>
                </a:lnTo>
                <a:lnTo>
                  <a:pt x="179324" y="229362"/>
                </a:lnTo>
                <a:lnTo>
                  <a:pt x="180466" y="230505"/>
                </a:lnTo>
                <a:lnTo>
                  <a:pt x="181736" y="232156"/>
                </a:lnTo>
                <a:lnTo>
                  <a:pt x="182117" y="234187"/>
                </a:lnTo>
                <a:lnTo>
                  <a:pt x="181736" y="236093"/>
                </a:lnTo>
                <a:lnTo>
                  <a:pt x="180466" y="237744"/>
                </a:lnTo>
                <a:lnTo>
                  <a:pt x="179324" y="238506"/>
                </a:lnTo>
                <a:lnTo>
                  <a:pt x="177291" y="238887"/>
                </a:lnTo>
                <a:lnTo>
                  <a:pt x="217931" y="238887"/>
                </a:lnTo>
                <a:lnTo>
                  <a:pt x="217931" y="178181"/>
                </a:lnTo>
                <a:lnTo>
                  <a:pt x="128524" y="178181"/>
                </a:lnTo>
                <a:lnTo>
                  <a:pt x="126873" y="177800"/>
                </a:lnTo>
                <a:lnTo>
                  <a:pt x="94233" y="155956"/>
                </a:lnTo>
                <a:close/>
              </a:path>
              <a:path w="218440" h="287019">
                <a:moveTo>
                  <a:pt x="217931" y="90932"/>
                </a:moveTo>
                <a:lnTo>
                  <a:pt x="42544" y="90932"/>
                </a:lnTo>
                <a:lnTo>
                  <a:pt x="44576" y="91312"/>
                </a:lnTo>
                <a:lnTo>
                  <a:pt x="46100" y="92075"/>
                </a:lnTo>
                <a:lnTo>
                  <a:pt x="46862" y="93599"/>
                </a:lnTo>
                <a:lnTo>
                  <a:pt x="47243" y="95631"/>
                </a:lnTo>
                <a:lnTo>
                  <a:pt x="47243" y="185293"/>
                </a:lnTo>
                <a:lnTo>
                  <a:pt x="90677" y="146050"/>
                </a:lnTo>
                <a:lnTo>
                  <a:pt x="91820" y="144780"/>
                </a:lnTo>
                <a:lnTo>
                  <a:pt x="93344" y="144399"/>
                </a:lnTo>
                <a:lnTo>
                  <a:pt x="150188" y="144399"/>
                </a:lnTo>
                <a:lnTo>
                  <a:pt x="171830" y="121412"/>
                </a:lnTo>
                <a:lnTo>
                  <a:pt x="173354" y="120269"/>
                </a:lnTo>
                <a:lnTo>
                  <a:pt x="175386" y="119507"/>
                </a:lnTo>
                <a:lnTo>
                  <a:pt x="217931" y="119507"/>
                </a:lnTo>
                <a:lnTo>
                  <a:pt x="217931" y="90932"/>
                </a:lnTo>
                <a:close/>
              </a:path>
              <a:path w="218440" h="287019">
                <a:moveTo>
                  <a:pt x="217931" y="119507"/>
                </a:moveTo>
                <a:lnTo>
                  <a:pt x="176149" y="119507"/>
                </a:lnTo>
                <a:lnTo>
                  <a:pt x="177673" y="120269"/>
                </a:lnTo>
                <a:lnTo>
                  <a:pt x="178561" y="120650"/>
                </a:lnTo>
                <a:lnTo>
                  <a:pt x="179704" y="122174"/>
                </a:lnTo>
                <a:lnTo>
                  <a:pt x="180085" y="124206"/>
                </a:lnTo>
                <a:lnTo>
                  <a:pt x="179704" y="125857"/>
                </a:lnTo>
                <a:lnTo>
                  <a:pt x="178942" y="127381"/>
                </a:lnTo>
                <a:lnTo>
                  <a:pt x="133223" y="177037"/>
                </a:lnTo>
                <a:lnTo>
                  <a:pt x="131571" y="177800"/>
                </a:lnTo>
                <a:lnTo>
                  <a:pt x="130048" y="178181"/>
                </a:lnTo>
                <a:lnTo>
                  <a:pt x="217931" y="178181"/>
                </a:lnTo>
                <a:lnTo>
                  <a:pt x="217931" y="119507"/>
                </a:lnTo>
                <a:close/>
              </a:path>
              <a:path w="218440" h="287019">
                <a:moveTo>
                  <a:pt x="150188" y="144399"/>
                </a:moveTo>
                <a:lnTo>
                  <a:pt x="93344" y="144399"/>
                </a:lnTo>
                <a:lnTo>
                  <a:pt x="94995" y="144780"/>
                </a:lnTo>
                <a:lnTo>
                  <a:pt x="96138" y="145669"/>
                </a:lnTo>
                <a:lnTo>
                  <a:pt x="128904" y="167005"/>
                </a:lnTo>
                <a:lnTo>
                  <a:pt x="150188" y="144399"/>
                </a:lnTo>
                <a:close/>
              </a:path>
              <a:path w="218440" h="287019">
                <a:moveTo>
                  <a:pt x="143869" y="4318"/>
                </a:moveTo>
                <a:lnTo>
                  <a:pt x="137159" y="4318"/>
                </a:lnTo>
                <a:lnTo>
                  <a:pt x="213232" y="80899"/>
                </a:lnTo>
                <a:lnTo>
                  <a:pt x="217931" y="80899"/>
                </a:lnTo>
                <a:lnTo>
                  <a:pt x="217550" y="79375"/>
                </a:lnTo>
                <a:lnTo>
                  <a:pt x="216788" y="77724"/>
                </a:lnTo>
                <a:lnTo>
                  <a:pt x="143869" y="4318"/>
                </a:lnTo>
                <a:close/>
              </a:path>
            </a:pathLst>
          </a:custGeom>
          <a:solidFill>
            <a:srgbClr val="0D82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433560" y="4957571"/>
            <a:ext cx="239395" cy="287020"/>
          </a:xfrm>
          <a:custGeom>
            <a:avLst/>
            <a:gdLst/>
            <a:ahLst/>
            <a:cxnLst/>
            <a:rect l="l" t="t" r="r" b="b"/>
            <a:pathLst>
              <a:path w="239395" h="287020">
                <a:moveTo>
                  <a:pt x="106680" y="195453"/>
                </a:moveTo>
                <a:lnTo>
                  <a:pt x="106299" y="193929"/>
                </a:lnTo>
                <a:lnTo>
                  <a:pt x="105537" y="192278"/>
                </a:lnTo>
                <a:lnTo>
                  <a:pt x="101092" y="187871"/>
                </a:lnTo>
                <a:lnTo>
                  <a:pt x="101092" y="195453"/>
                </a:lnTo>
                <a:lnTo>
                  <a:pt x="62992" y="195453"/>
                </a:lnTo>
                <a:lnTo>
                  <a:pt x="62992" y="156845"/>
                </a:lnTo>
                <a:lnTo>
                  <a:pt x="101092" y="195453"/>
                </a:lnTo>
                <a:lnTo>
                  <a:pt x="101092" y="187871"/>
                </a:lnTo>
                <a:lnTo>
                  <a:pt x="69862" y="156845"/>
                </a:lnTo>
                <a:lnTo>
                  <a:pt x="66548" y="153543"/>
                </a:lnTo>
                <a:lnTo>
                  <a:pt x="65024" y="152781"/>
                </a:lnTo>
                <a:lnTo>
                  <a:pt x="62992" y="152400"/>
                </a:lnTo>
                <a:lnTo>
                  <a:pt x="5207" y="152400"/>
                </a:lnTo>
                <a:lnTo>
                  <a:pt x="3175" y="152781"/>
                </a:lnTo>
                <a:lnTo>
                  <a:pt x="2032" y="153543"/>
                </a:lnTo>
                <a:lnTo>
                  <a:pt x="381" y="155194"/>
                </a:lnTo>
                <a:lnTo>
                  <a:pt x="0" y="156845"/>
                </a:lnTo>
                <a:lnTo>
                  <a:pt x="0" y="282067"/>
                </a:lnTo>
                <a:lnTo>
                  <a:pt x="381" y="283718"/>
                </a:lnTo>
                <a:lnTo>
                  <a:pt x="2032" y="285369"/>
                </a:lnTo>
                <a:lnTo>
                  <a:pt x="3175" y="286131"/>
                </a:lnTo>
                <a:lnTo>
                  <a:pt x="5207" y="286512"/>
                </a:lnTo>
                <a:lnTo>
                  <a:pt x="101473" y="286512"/>
                </a:lnTo>
                <a:lnTo>
                  <a:pt x="103505" y="286131"/>
                </a:lnTo>
                <a:lnTo>
                  <a:pt x="105537" y="285369"/>
                </a:lnTo>
                <a:lnTo>
                  <a:pt x="106299" y="283718"/>
                </a:lnTo>
                <a:lnTo>
                  <a:pt x="106680" y="282067"/>
                </a:lnTo>
                <a:lnTo>
                  <a:pt x="106680" y="195453"/>
                </a:lnTo>
                <a:close/>
              </a:path>
              <a:path w="239395" h="287020">
                <a:moveTo>
                  <a:pt x="106680" y="42926"/>
                </a:moveTo>
                <a:lnTo>
                  <a:pt x="106299" y="41402"/>
                </a:lnTo>
                <a:lnTo>
                  <a:pt x="105537" y="39751"/>
                </a:lnTo>
                <a:lnTo>
                  <a:pt x="101092" y="35356"/>
                </a:lnTo>
                <a:lnTo>
                  <a:pt x="101092" y="42926"/>
                </a:lnTo>
                <a:lnTo>
                  <a:pt x="62992" y="42926"/>
                </a:lnTo>
                <a:lnTo>
                  <a:pt x="62992" y="4826"/>
                </a:lnTo>
                <a:lnTo>
                  <a:pt x="101092" y="42926"/>
                </a:lnTo>
                <a:lnTo>
                  <a:pt x="101092" y="35356"/>
                </a:lnTo>
                <a:lnTo>
                  <a:pt x="70256" y="4826"/>
                </a:lnTo>
                <a:lnTo>
                  <a:pt x="66548" y="1143"/>
                </a:lnTo>
                <a:lnTo>
                  <a:pt x="65024" y="381"/>
                </a:lnTo>
                <a:lnTo>
                  <a:pt x="62992" y="0"/>
                </a:lnTo>
                <a:lnTo>
                  <a:pt x="5207" y="0"/>
                </a:lnTo>
                <a:lnTo>
                  <a:pt x="3175" y="381"/>
                </a:lnTo>
                <a:lnTo>
                  <a:pt x="2032" y="1143"/>
                </a:lnTo>
                <a:lnTo>
                  <a:pt x="381" y="2794"/>
                </a:lnTo>
                <a:lnTo>
                  <a:pt x="0" y="4826"/>
                </a:lnTo>
                <a:lnTo>
                  <a:pt x="0" y="129286"/>
                </a:lnTo>
                <a:lnTo>
                  <a:pt x="381" y="130937"/>
                </a:lnTo>
                <a:lnTo>
                  <a:pt x="2032" y="132969"/>
                </a:lnTo>
                <a:lnTo>
                  <a:pt x="3175" y="134112"/>
                </a:lnTo>
                <a:lnTo>
                  <a:pt x="103505" y="134112"/>
                </a:lnTo>
                <a:lnTo>
                  <a:pt x="105537" y="132969"/>
                </a:lnTo>
                <a:lnTo>
                  <a:pt x="106299" y="130937"/>
                </a:lnTo>
                <a:lnTo>
                  <a:pt x="106680" y="129286"/>
                </a:lnTo>
                <a:lnTo>
                  <a:pt x="106680" y="42926"/>
                </a:lnTo>
                <a:close/>
              </a:path>
              <a:path w="239395" h="287020">
                <a:moveTo>
                  <a:pt x="239268" y="195453"/>
                </a:moveTo>
                <a:lnTo>
                  <a:pt x="238887" y="193929"/>
                </a:lnTo>
                <a:lnTo>
                  <a:pt x="237617" y="192278"/>
                </a:lnTo>
                <a:lnTo>
                  <a:pt x="234061" y="188658"/>
                </a:lnTo>
                <a:lnTo>
                  <a:pt x="234061" y="195453"/>
                </a:lnTo>
                <a:lnTo>
                  <a:pt x="195961" y="195453"/>
                </a:lnTo>
                <a:lnTo>
                  <a:pt x="195961" y="156845"/>
                </a:lnTo>
                <a:lnTo>
                  <a:pt x="234061" y="195453"/>
                </a:lnTo>
                <a:lnTo>
                  <a:pt x="234061" y="188658"/>
                </a:lnTo>
                <a:lnTo>
                  <a:pt x="202869" y="156845"/>
                </a:lnTo>
                <a:lnTo>
                  <a:pt x="199644" y="153543"/>
                </a:lnTo>
                <a:lnTo>
                  <a:pt x="197993" y="152781"/>
                </a:lnTo>
                <a:lnTo>
                  <a:pt x="195961" y="152400"/>
                </a:lnTo>
                <a:lnTo>
                  <a:pt x="138811" y="152400"/>
                </a:lnTo>
                <a:lnTo>
                  <a:pt x="136906" y="152781"/>
                </a:lnTo>
                <a:lnTo>
                  <a:pt x="135255" y="153543"/>
                </a:lnTo>
                <a:lnTo>
                  <a:pt x="134493" y="155194"/>
                </a:lnTo>
                <a:lnTo>
                  <a:pt x="134112" y="156845"/>
                </a:lnTo>
                <a:lnTo>
                  <a:pt x="134112" y="282067"/>
                </a:lnTo>
                <a:lnTo>
                  <a:pt x="134493" y="283718"/>
                </a:lnTo>
                <a:lnTo>
                  <a:pt x="135255" y="285369"/>
                </a:lnTo>
                <a:lnTo>
                  <a:pt x="136906" y="286131"/>
                </a:lnTo>
                <a:lnTo>
                  <a:pt x="138811" y="286512"/>
                </a:lnTo>
                <a:lnTo>
                  <a:pt x="234442" y="286512"/>
                </a:lnTo>
                <a:lnTo>
                  <a:pt x="236474" y="286131"/>
                </a:lnTo>
                <a:lnTo>
                  <a:pt x="237617" y="285369"/>
                </a:lnTo>
                <a:lnTo>
                  <a:pt x="238887" y="283718"/>
                </a:lnTo>
                <a:lnTo>
                  <a:pt x="239268" y="282067"/>
                </a:lnTo>
                <a:lnTo>
                  <a:pt x="239268" y="195453"/>
                </a:lnTo>
                <a:close/>
              </a:path>
              <a:path w="239395" h="287020">
                <a:moveTo>
                  <a:pt x="239268" y="42926"/>
                </a:moveTo>
                <a:lnTo>
                  <a:pt x="238887" y="41402"/>
                </a:lnTo>
                <a:lnTo>
                  <a:pt x="237617" y="39751"/>
                </a:lnTo>
                <a:lnTo>
                  <a:pt x="234061" y="36144"/>
                </a:lnTo>
                <a:lnTo>
                  <a:pt x="234061" y="42926"/>
                </a:lnTo>
                <a:lnTo>
                  <a:pt x="195961" y="42926"/>
                </a:lnTo>
                <a:lnTo>
                  <a:pt x="195961" y="4826"/>
                </a:lnTo>
                <a:lnTo>
                  <a:pt x="234061" y="42926"/>
                </a:lnTo>
                <a:lnTo>
                  <a:pt x="234061" y="36144"/>
                </a:lnTo>
                <a:lnTo>
                  <a:pt x="203263" y="4826"/>
                </a:lnTo>
                <a:lnTo>
                  <a:pt x="199644" y="1143"/>
                </a:lnTo>
                <a:lnTo>
                  <a:pt x="197993" y="381"/>
                </a:lnTo>
                <a:lnTo>
                  <a:pt x="195961" y="0"/>
                </a:lnTo>
                <a:lnTo>
                  <a:pt x="138811" y="0"/>
                </a:lnTo>
                <a:lnTo>
                  <a:pt x="136906" y="381"/>
                </a:lnTo>
                <a:lnTo>
                  <a:pt x="135255" y="1143"/>
                </a:lnTo>
                <a:lnTo>
                  <a:pt x="134493" y="2794"/>
                </a:lnTo>
                <a:lnTo>
                  <a:pt x="134112" y="4826"/>
                </a:lnTo>
                <a:lnTo>
                  <a:pt x="134112" y="129286"/>
                </a:lnTo>
                <a:lnTo>
                  <a:pt x="134493" y="130937"/>
                </a:lnTo>
                <a:lnTo>
                  <a:pt x="135255" y="132969"/>
                </a:lnTo>
                <a:lnTo>
                  <a:pt x="136906" y="134112"/>
                </a:lnTo>
                <a:lnTo>
                  <a:pt x="236474" y="134112"/>
                </a:lnTo>
                <a:lnTo>
                  <a:pt x="237617" y="132969"/>
                </a:lnTo>
                <a:lnTo>
                  <a:pt x="238887" y="130937"/>
                </a:lnTo>
                <a:lnTo>
                  <a:pt x="239268" y="129286"/>
                </a:lnTo>
                <a:lnTo>
                  <a:pt x="239268" y="42926"/>
                </a:lnTo>
                <a:close/>
              </a:path>
            </a:pathLst>
          </a:custGeom>
          <a:solidFill>
            <a:srgbClr val="CA790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0888" y="3139439"/>
            <a:ext cx="288035" cy="28651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889825" y="2778251"/>
            <a:ext cx="6169660" cy="2421890"/>
            <a:chOff x="889825" y="2778251"/>
            <a:chExt cx="6169660" cy="2421890"/>
          </a:xfrm>
        </p:grpSpPr>
        <p:sp>
          <p:nvSpPr>
            <p:cNvPr id="12" name="object 12"/>
            <p:cNvSpPr/>
            <p:nvPr/>
          </p:nvSpPr>
          <p:spPr>
            <a:xfrm>
              <a:off x="928116" y="2778251"/>
              <a:ext cx="6091555" cy="2372995"/>
            </a:xfrm>
            <a:custGeom>
              <a:avLst/>
              <a:gdLst/>
              <a:ahLst/>
              <a:cxnLst/>
              <a:rect l="l" t="t" r="r" b="b"/>
              <a:pathLst>
                <a:path w="6091555" h="2372995">
                  <a:moveTo>
                    <a:pt x="342900" y="0"/>
                  </a:moveTo>
                  <a:lnTo>
                    <a:pt x="0" y="0"/>
                  </a:lnTo>
                  <a:lnTo>
                    <a:pt x="0" y="2372868"/>
                  </a:lnTo>
                  <a:lnTo>
                    <a:pt x="342900" y="2372868"/>
                  </a:lnTo>
                  <a:lnTo>
                    <a:pt x="342900" y="0"/>
                  </a:lnTo>
                  <a:close/>
                </a:path>
                <a:path w="6091555" h="2372995">
                  <a:moveTo>
                    <a:pt x="752856" y="792492"/>
                  </a:moveTo>
                  <a:lnTo>
                    <a:pt x="411480" y="792492"/>
                  </a:lnTo>
                  <a:lnTo>
                    <a:pt x="411480" y="2372868"/>
                  </a:lnTo>
                  <a:lnTo>
                    <a:pt x="752856" y="2372868"/>
                  </a:lnTo>
                  <a:lnTo>
                    <a:pt x="752856" y="792492"/>
                  </a:lnTo>
                  <a:close/>
                </a:path>
                <a:path w="6091555" h="2372995">
                  <a:moveTo>
                    <a:pt x="1164336" y="1225296"/>
                  </a:moveTo>
                  <a:lnTo>
                    <a:pt x="821436" y="1225296"/>
                  </a:lnTo>
                  <a:lnTo>
                    <a:pt x="821436" y="2372868"/>
                  </a:lnTo>
                  <a:lnTo>
                    <a:pt x="1164336" y="2372868"/>
                  </a:lnTo>
                  <a:lnTo>
                    <a:pt x="1164336" y="1225296"/>
                  </a:lnTo>
                  <a:close/>
                </a:path>
                <a:path w="6091555" h="2372995">
                  <a:moveTo>
                    <a:pt x="1574292" y="1301496"/>
                  </a:moveTo>
                  <a:lnTo>
                    <a:pt x="1232916" y="1301496"/>
                  </a:lnTo>
                  <a:lnTo>
                    <a:pt x="1232916" y="2372868"/>
                  </a:lnTo>
                  <a:lnTo>
                    <a:pt x="1574292" y="2372868"/>
                  </a:lnTo>
                  <a:lnTo>
                    <a:pt x="1574292" y="1301496"/>
                  </a:lnTo>
                  <a:close/>
                </a:path>
                <a:path w="6091555" h="2372995">
                  <a:moveTo>
                    <a:pt x="1985772" y="1301496"/>
                  </a:moveTo>
                  <a:lnTo>
                    <a:pt x="1642872" y="1301496"/>
                  </a:lnTo>
                  <a:lnTo>
                    <a:pt x="1642872" y="2372868"/>
                  </a:lnTo>
                  <a:lnTo>
                    <a:pt x="1985772" y="2372868"/>
                  </a:lnTo>
                  <a:lnTo>
                    <a:pt x="1985772" y="1301496"/>
                  </a:lnTo>
                  <a:close/>
                </a:path>
                <a:path w="6091555" h="2372995">
                  <a:moveTo>
                    <a:pt x="2395728" y="1301496"/>
                  </a:moveTo>
                  <a:lnTo>
                    <a:pt x="2054352" y="1301496"/>
                  </a:lnTo>
                  <a:lnTo>
                    <a:pt x="2054352" y="2372868"/>
                  </a:lnTo>
                  <a:lnTo>
                    <a:pt x="2395728" y="2372868"/>
                  </a:lnTo>
                  <a:lnTo>
                    <a:pt x="2395728" y="1301496"/>
                  </a:lnTo>
                  <a:close/>
                </a:path>
                <a:path w="6091555" h="2372995">
                  <a:moveTo>
                    <a:pt x="2807208" y="1408176"/>
                  </a:moveTo>
                  <a:lnTo>
                    <a:pt x="2464308" y="1408176"/>
                  </a:lnTo>
                  <a:lnTo>
                    <a:pt x="2464308" y="2372868"/>
                  </a:lnTo>
                  <a:lnTo>
                    <a:pt x="2807208" y="2372868"/>
                  </a:lnTo>
                  <a:lnTo>
                    <a:pt x="2807208" y="1408176"/>
                  </a:lnTo>
                  <a:close/>
                </a:path>
                <a:path w="6091555" h="2372995">
                  <a:moveTo>
                    <a:pt x="3217164" y="1449324"/>
                  </a:moveTo>
                  <a:lnTo>
                    <a:pt x="2874264" y="1449324"/>
                  </a:lnTo>
                  <a:lnTo>
                    <a:pt x="2874264" y="2372868"/>
                  </a:lnTo>
                  <a:lnTo>
                    <a:pt x="3217164" y="2372868"/>
                  </a:lnTo>
                  <a:lnTo>
                    <a:pt x="3217164" y="1449324"/>
                  </a:lnTo>
                  <a:close/>
                </a:path>
                <a:path w="6091555" h="2372995">
                  <a:moveTo>
                    <a:pt x="3627120" y="1540764"/>
                  </a:moveTo>
                  <a:lnTo>
                    <a:pt x="3285744" y="1540764"/>
                  </a:lnTo>
                  <a:lnTo>
                    <a:pt x="3285744" y="2372868"/>
                  </a:lnTo>
                  <a:lnTo>
                    <a:pt x="3627120" y="2372868"/>
                  </a:lnTo>
                  <a:lnTo>
                    <a:pt x="3627120" y="1540764"/>
                  </a:lnTo>
                  <a:close/>
                </a:path>
                <a:path w="6091555" h="2372995">
                  <a:moveTo>
                    <a:pt x="4038600" y="1563624"/>
                  </a:moveTo>
                  <a:lnTo>
                    <a:pt x="3695700" y="1563624"/>
                  </a:lnTo>
                  <a:lnTo>
                    <a:pt x="3695700" y="2372868"/>
                  </a:lnTo>
                  <a:lnTo>
                    <a:pt x="4038600" y="2372868"/>
                  </a:lnTo>
                  <a:lnTo>
                    <a:pt x="4038600" y="1563624"/>
                  </a:lnTo>
                  <a:close/>
                </a:path>
                <a:path w="6091555" h="2372995">
                  <a:moveTo>
                    <a:pt x="4448556" y="1575816"/>
                  </a:moveTo>
                  <a:lnTo>
                    <a:pt x="4107180" y="1575816"/>
                  </a:lnTo>
                  <a:lnTo>
                    <a:pt x="4107180" y="2372868"/>
                  </a:lnTo>
                  <a:lnTo>
                    <a:pt x="4448556" y="2372868"/>
                  </a:lnTo>
                  <a:lnTo>
                    <a:pt x="4448556" y="1575816"/>
                  </a:lnTo>
                  <a:close/>
                </a:path>
                <a:path w="6091555" h="2372995">
                  <a:moveTo>
                    <a:pt x="4860036" y="1589532"/>
                  </a:moveTo>
                  <a:lnTo>
                    <a:pt x="4517136" y="1589532"/>
                  </a:lnTo>
                  <a:lnTo>
                    <a:pt x="4517136" y="2372868"/>
                  </a:lnTo>
                  <a:lnTo>
                    <a:pt x="4860036" y="2372868"/>
                  </a:lnTo>
                  <a:lnTo>
                    <a:pt x="4860036" y="1589532"/>
                  </a:lnTo>
                  <a:close/>
                </a:path>
                <a:path w="6091555" h="2372995">
                  <a:moveTo>
                    <a:pt x="5269992" y="1589532"/>
                  </a:moveTo>
                  <a:lnTo>
                    <a:pt x="4928616" y="1589532"/>
                  </a:lnTo>
                  <a:lnTo>
                    <a:pt x="4928616" y="2372868"/>
                  </a:lnTo>
                  <a:lnTo>
                    <a:pt x="5269992" y="2372868"/>
                  </a:lnTo>
                  <a:lnTo>
                    <a:pt x="5269992" y="1589532"/>
                  </a:lnTo>
                  <a:close/>
                </a:path>
                <a:path w="6091555" h="2372995">
                  <a:moveTo>
                    <a:pt x="5681472" y="1589532"/>
                  </a:moveTo>
                  <a:lnTo>
                    <a:pt x="5338572" y="1589532"/>
                  </a:lnTo>
                  <a:lnTo>
                    <a:pt x="5338572" y="2372868"/>
                  </a:lnTo>
                  <a:lnTo>
                    <a:pt x="5681472" y="2372868"/>
                  </a:lnTo>
                  <a:lnTo>
                    <a:pt x="5681472" y="1589532"/>
                  </a:lnTo>
                  <a:close/>
                </a:path>
                <a:path w="6091555" h="2372995">
                  <a:moveTo>
                    <a:pt x="6091428" y="2010156"/>
                  </a:moveTo>
                  <a:lnTo>
                    <a:pt x="5750052" y="2010156"/>
                  </a:lnTo>
                  <a:lnTo>
                    <a:pt x="5750052" y="2372868"/>
                  </a:lnTo>
                  <a:lnTo>
                    <a:pt x="6091428" y="2372868"/>
                  </a:lnTo>
                  <a:lnTo>
                    <a:pt x="6091428" y="2010156"/>
                  </a:lnTo>
                  <a:close/>
                </a:path>
              </a:pathLst>
            </a:custGeom>
            <a:solidFill>
              <a:srgbClr val="0061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94588" y="5151119"/>
              <a:ext cx="6160135" cy="44450"/>
            </a:xfrm>
            <a:custGeom>
              <a:avLst/>
              <a:gdLst/>
              <a:ahLst/>
              <a:cxnLst/>
              <a:rect l="l" t="t" r="r" b="b"/>
              <a:pathLst>
                <a:path w="6160134" h="44450">
                  <a:moveTo>
                    <a:pt x="0" y="0"/>
                  </a:moveTo>
                  <a:lnTo>
                    <a:pt x="6160008" y="0"/>
                  </a:lnTo>
                </a:path>
                <a:path w="6160134" h="44450">
                  <a:moveTo>
                    <a:pt x="0" y="0"/>
                  </a:moveTo>
                  <a:lnTo>
                    <a:pt x="0" y="44195"/>
                  </a:lnTo>
                </a:path>
                <a:path w="6160134" h="44450">
                  <a:moveTo>
                    <a:pt x="409956" y="0"/>
                  </a:moveTo>
                  <a:lnTo>
                    <a:pt x="409956" y="44195"/>
                  </a:lnTo>
                </a:path>
                <a:path w="6160134" h="44450">
                  <a:moveTo>
                    <a:pt x="821436" y="0"/>
                  </a:moveTo>
                  <a:lnTo>
                    <a:pt x="821436" y="44195"/>
                  </a:lnTo>
                </a:path>
                <a:path w="6160134" h="44450">
                  <a:moveTo>
                    <a:pt x="1231392" y="0"/>
                  </a:moveTo>
                  <a:lnTo>
                    <a:pt x="1231392" y="44195"/>
                  </a:lnTo>
                </a:path>
                <a:path w="6160134" h="44450">
                  <a:moveTo>
                    <a:pt x="2052828" y="0"/>
                  </a:moveTo>
                  <a:lnTo>
                    <a:pt x="2052828" y="44195"/>
                  </a:lnTo>
                </a:path>
                <a:path w="6160134" h="44450">
                  <a:moveTo>
                    <a:pt x="2464308" y="0"/>
                  </a:moveTo>
                  <a:lnTo>
                    <a:pt x="2464308" y="44195"/>
                  </a:lnTo>
                </a:path>
                <a:path w="6160134" h="44450">
                  <a:moveTo>
                    <a:pt x="2874264" y="0"/>
                  </a:moveTo>
                  <a:lnTo>
                    <a:pt x="2874264" y="44195"/>
                  </a:lnTo>
                </a:path>
                <a:path w="6160134" h="44450">
                  <a:moveTo>
                    <a:pt x="3284220" y="0"/>
                  </a:moveTo>
                  <a:lnTo>
                    <a:pt x="3284220" y="44195"/>
                  </a:lnTo>
                </a:path>
                <a:path w="6160134" h="44450">
                  <a:moveTo>
                    <a:pt x="3695700" y="0"/>
                  </a:moveTo>
                  <a:lnTo>
                    <a:pt x="3695700" y="44195"/>
                  </a:lnTo>
                </a:path>
                <a:path w="6160134" h="44450">
                  <a:moveTo>
                    <a:pt x="4105656" y="0"/>
                  </a:moveTo>
                  <a:lnTo>
                    <a:pt x="4105656" y="44195"/>
                  </a:lnTo>
                </a:path>
                <a:path w="6160134" h="44450">
                  <a:moveTo>
                    <a:pt x="4517136" y="0"/>
                  </a:moveTo>
                  <a:lnTo>
                    <a:pt x="4517136" y="44195"/>
                  </a:lnTo>
                </a:path>
                <a:path w="6160134" h="44450">
                  <a:moveTo>
                    <a:pt x="4927092" y="0"/>
                  </a:moveTo>
                  <a:lnTo>
                    <a:pt x="4927092" y="44195"/>
                  </a:lnTo>
                </a:path>
                <a:path w="6160134" h="44450">
                  <a:moveTo>
                    <a:pt x="5338572" y="0"/>
                  </a:moveTo>
                  <a:lnTo>
                    <a:pt x="5338572" y="44195"/>
                  </a:lnTo>
                </a:path>
                <a:path w="6160134" h="44450">
                  <a:moveTo>
                    <a:pt x="5748528" y="0"/>
                  </a:moveTo>
                  <a:lnTo>
                    <a:pt x="5748528" y="44195"/>
                  </a:lnTo>
                </a:path>
                <a:path w="6160134" h="44450">
                  <a:moveTo>
                    <a:pt x="6160008" y="0"/>
                  </a:moveTo>
                  <a:lnTo>
                    <a:pt x="6160008" y="44195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90473" y="5043042"/>
            <a:ext cx="9398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solidFill>
                  <a:srgbClr val="575757"/>
                </a:solidFill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3112" y="4440427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solidFill>
                  <a:srgbClr val="575757"/>
                </a:solidFill>
                <a:latin typeface="Calibri"/>
                <a:cs typeface="Calibri"/>
              </a:rPr>
              <a:t>10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5447" y="3837558"/>
            <a:ext cx="22923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solidFill>
                  <a:srgbClr val="575757"/>
                </a:solidFill>
                <a:latin typeface="Calibri"/>
                <a:cs typeface="Calibri"/>
              </a:rPr>
              <a:t>1</a:t>
            </a:r>
            <a:r>
              <a:rPr dirty="0" sz="1050" b="1">
                <a:solidFill>
                  <a:srgbClr val="575757"/>
                </a:solidFill>
                <a:latin typeface="Calibri"/>
                <a:cs typeface="Calibri"/>
              </a:rPr>
              <a:t>00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781" y="3234944"/>
            <a:ext cx="2959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solidFill>
                  <a:srgbClr val="575757"/>
                </a:solidFill>
                <a:latin typeface="Calibri"/>
                <a:cs typeface="Calibri"/>
              </a:rPr>
              <a:t>1</a:t>
            </a:r>
            <a:r>
              <a:rPr dirty="0" sz="1050" b="1">
                <a:solidFill>
                  <a:srgbClr val="575757"/>
                </a:solidFill>
                <a:latin typeface="Calibri"/>
                <a:cs typeface="Calibri"/>
              </a:rPr>
              <a:t>0</a:t>
            </a:r>
            <a:r>
              <a:rPr dirty="0" sz="1050" spc="-10" b="1">
                <a:solidFill>
                  <a:srgbClr val="575757"/>
                </a:solidFill>
                <a:latin typeface="Calibri"/>
                <a:cs typeface="Calibri"/>
              </a:rPr>
              <a:t>0</a:t>
            </a:r>
            <a:r>
              <a:rPr dirty="0" sz="1050" b="1">
                <a:solidFill>
                  <a:srgbClr val="575757"/>
                </a:solidFill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0420" y="2632075"/>
            <a:ext cx="3632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solidFill>
                  <a:srgbClr val="575757"/>
                </a:solidFill>
                <a:latin typeface="Calibri"/>
                <a:cs typeface="Calibri"/>
              </a:rPr>
              <a:t>1</a:t>
            </a:r>
            <a:r>
              <a:rPr dirty="0" sz="1050" b="1">
                <a:solidFill>
                  <a:srgbClr val="575757"/>
                </a:solidFill>
                <a:latin typeface="Calibri"/>
                <a:cs typeface="Calibri"/>
              </a:rPr>
              <a:t>0</a:t>
            </a:r>
            <a:r>
              <a:rPr dirty="0" sz="1050" spc="-10" b="1">
                <a:solidFill>
                  <a:srgbClr val="575757"/>
                </a:solidFill>
                <a:latin typeface="Calibri"/>
                <a:cs typeface="Calibri"/>
              </a:rPr>
              <a:t>00</a:t>
            </a:r>
            <a:r>
              <a:rPr dirty="0" sz="1050" b="1">
                <a:solidFill>
                  <a:srgbClr val="575757"/>
                </a:solidFill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3264" y="5151120"/>
            <a:ext cx="6002020" cy="671830"/>
            <a:chOff x="873264" y="5151120"/>
            <a:chExt cx="6002020" cy="67183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1302" y="5235956"/>
              <a:ext cx="170815" cy="15963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4324" y="5236591"/>
              <a:ext cx="273684" cy="2768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2697" y="5151120"/>
              <a:ext cx="1057719" cy="67172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65855" y="5252085"/>
              <a:ext cx="2387854" cy="48604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93218" y="5252085"/>
              <a:ext cx="260159" cy="2603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34150" y="5263007"/>
              <a:ext cx="340741" cy="31877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3264" y="5262753"/>
              <a:ext cx="252882" cy="22987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18133" y="5256276"/>
              <a:ext cx="223773" cy="19176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2369311" y="2055495"/>
            <a:ext cx="3033395" cy="236854"/>
          </a:xfrm>
          <a:prstGeom prst="rect">
            <a:avLst/>
          </a:prstGeom>
          <a:solidFill>
            <a:srgbClr val="00008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14"/>
              </a:lnSpc>
            </a:pP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RESTAURANTS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COUNTRIES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14527" y="1757172"/>
            <a:ext cx="6640195" cy="4150360"/>
          </a:xfrm>
          <a:custGeom>
            <a:avLst/>
            <a:gdLst/>
            <a:ahLst/>
            <a:cxnLst/>
            <a:rect l="l" t="t" r="r" b="b"/>
            <a:pathLst>
              <a:path w="6640195" h="4150360">
                <a:moveTo>
                  <a:pt x="0" y="4149852"/>
                </a:moveTo>
                <a:lnTo>
                  <a:pt x="6640068" y="4149852"/>
                </a:lnTo>
                <a:lnTo>
                  <a:pt x="6640068" y="0"/>
                </a:lnTo>
                <a:lnTo>
                  <a:pt x="0" y="0"/>
                </a:lnTo>
                <a:lnTo>
                  <a:pt x="0" y="41498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17635" y="484631"/>
            <a:ext cx="3674110" cy="76200"/>
          </a:xfrm>
          <a:custGeom>
            <a:avLst/>
            <a:gdLst/>
            <a:ahLst/>
            <a:cxnLst/>
            <a:rect l="l" t="t" r="r" b="b"/>
            <a:pathLst>
              <a:path w="3674109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674109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3674109" h="76200">
                <a:moveTo>
                  <a:pt x="3673983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3673983" y="44450"/>
                </a:lnTo>
                <a:lnTo>
                  <a:pt x="3673983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Zomato</a:t>
            </a:r>
            <a:r>
              <a:rPr dirty="0" spc="-40"/>
              <a:t> </a:t>
            </a:r>
            <a:r>
              <a:rPr dirty="0" spc="-165"/>
              <a:t>Restau</a:t>
            </a:r>
            <a:r>
              <a:rPr dirty="0" spc="-114"/>
              <a:t>r</a:t>
            </a:r>
            <a:r>
              <a:rPr dirty="0" spc="-105"/>
              <a:t>an</a:t>
            </a:r>
            <a:r>
              <a:rPr dirty="0" spc="-70"/>
              <a:t>t</a:t>
            </a:r>
            <a:r>
              <a:rPr dirty="0" spc="-40"/>
              <a:t> </a:t>
            </a:r>
            <a:r>
              <a:rPr dirty="0" spc="5"/>
              <a:t>Anal</a:t>
            </a:r>
            <a:r>
              <a:rPr dirty="0"/>
              <a:t>y</a:t>
            </a:r>
            <a:r>
              <a:rPr dirty="0" spc="-200"/>
              <a:t>sis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3658870" cy="76200"/>
          </a:xfrm>
          <a:custGeom>
            <a:avLst/>
            <a:gdLst/>
            <a:ahLst/>
            <a:cxnLst/>
            <a:rect l="l" t="t" r="r" b="b"/>
            <a:pathLst>
              <a:path w="3658870" h="76200">
                <a:moveTo>
                  <a:pt x="3620262" y="0"/>
                </a:moveTo>
                <a:lnTo>
                  <a:pt x="3605414" y="2988"/>
                </a:lnTo>
                <a:lnTo>
                  <a:pt x="3593306" y="11144"/>
                </a:lnTo>
                <a:lnTo>
                  <a:pt x="3585150" y="23252"/>
                </a:lnTo>
                <a:lnTo>
                  <a:pt x="3582162" y="38100"/>
                </a:lnTo>
                <a:lnTo>
                  <a:pt x="3585150" y="52947"/>
                </a:lnTo>
                <a:lnTo>
                  <a:pt x="3593306" y="65055"/>
                </a:lnTo>
                <a:lnTo>
                  <a:pt x="3605414" y="73211"/>
                </a:lnTo>
                <a:lnTo>
                  <a:pt x="3620262" y="76200"/>
                </a:lnTo>
                <a:lnTo>
                  <a:pt x="3635109" y="73211"/>
                </a:lnTo>
                <a:lnTo>
                  <a:pt x="3647217" y="65055"/>
                </a:lnTo>
                <a:lnTo>
                  <a:pt x="3655373" y="52947"/>
                </a:lnTo>
                <a:lnTo>
                  <a:pt x="3657083" y="44450"/>
                </a:lnTo>
                <a:lnTo>
                  <a:pt x="3620262" y="44450"/>
                </a:lnTo>
                <a:lnTo>
                  <a:pt x="3620262" y="31750"/>
                </a:lnTo>
                <a:lnTo>
                  <a:pt x="3657083" y="31750"/>
                </a:lnTo>
                <a:lnTo>
                  <a:pt x="3655373" y="23252"/>
                </a:lnTo>
                <a:lnTo>
                  <a:pt x="3647217" y="11144"/>
                </a:lnTo>
                <a:lnTo>
                  <a:pt x="3635109" y="2988"/>
                </a:lnTo>
                <a:lnTo>
                  <a:pt x="3620262" y="0"/>
                </a:lnTo>
                <a:close/>
              </a:path>
              <a:path w="3658870" h="76200">
                <a:moveTo>
                  <a:pt x="358344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83440" y="44450"/>
                </a:lnTo>
                <a:lnTo>
                  <a:pt x="3582162" y="38100"/>
                </a:lnTo>
                <a:lnTo>
                  <a:pt x="3583440" y="31750"/>
                </a:lnTo>
                <a:close/>
              </a:path>
              <a:path w="3658870" h="76200">
                <a:moveTo>
                  <a:pt x="3657083" y="31750"/>
                </a:moveTo>
                <a:lnTo>
                  <a:pt x="3620262" y="31750"/>
                </a:lnTo>
                <a:lnTo>
                  <a:pt x="3620262" y="44450"/>
                </a:lnTo>
                <a:lnTo>
                  <a:pt x="3657083" y="44450"/>
                </a:lnTo>
                <a:lnTo>
                  <a:pt x="3658362" y="38100"/>
                </a:lnTo>
                <a:lnTo>
                  <a:pt x="3657083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567930" y="1990445"/>
            <a:ext cx="3933190" cy="7480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1905">
              <a:lnSpc>
                <a:spcPct val="112900"/>
              </a:lnSpc>
              <a:spcBef>
                <a:spcPts val="95"/>
              </a:spcBef>
            </a:pP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Year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2011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has the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maximum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number of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 (1096)</a:t>
            </a:r>
            <a:r>
              <a:rPr dirty="0" sz="1400" spc="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opened.</a:t>
            </a:r>
            <a:r>
              <a:rPr dirty="0" sz="1400" spc="-4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On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the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other</a:t>
            </a:r>
            <a:r>
              <a:rPr dirty="0" sz="1400" spc="-3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hand,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year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2012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has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the </a:t>
            </a:r>
            <a:r>
              <a:rPr dirty="0" sz="1400" spc="-30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least</a:t>
            </a:r>
            <a:r>
              <a:rPr dirty="0" sz="1400" spc="-3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number</a:t>
            </a:r>
            <a:r>
              <a:rPr dirty="0" sz="1400" spc="-3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</a:t>
            </a:r>
            <a:r>
              <a:rPr dirty="0" sz="1400" spc="-4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(1019)</a:t>
            </a:r>
            <a:r>
              <a:rPr dirty="0" sz="1400" spc="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opened.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48118" y="3510762"/>
            <a:ext cx="3975735" cy="990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3655" marR="27940">
              <a:lnSpc>
                <a:spcPct val="112900"/>
              </a:lnSpc>
              <a:spcBef>
                <a:spcPts val="95"/>
              </a:spcBef>
            </a:pP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There</a:t>
            </a:r>
            <a:r>
              <a:rPr dirty="0" sz="1400" spc="-4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was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a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fall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in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number</a:t>
            </a:r>
            <a:r>
              <a:rPr dirty="0" sz="1400" spc="-3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</a:t>
            </a:r>
            <a:r>
              <a:rPr dirty="0" sz="1400" spc="-4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which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were </a:t>
            </a:r>
            <a:r>
              <a:rPr dirty="0" sz="1400" spc="-30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opened</a:t>
            </a:r>
            <a:r>
              <a:rPr dirty="0" sz="1400" spc="-4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in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a particular</a:t>
            </a:r>
            <a:r>
              <a:rPr dirty="0" sz="1400" spc="-4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year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3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times.</a:t>
            </a:r>
            <a:endParaRPr sz="1400">
              <a:latin typeface="Calibri"/>
              <a:cs typeface="Calibri"/>
            </a:endParaRPr>
          </a:p>
          <a:p>
            <a:pPr algn="ctr" marL="12065" marR="5080">
              <a:lnSpc>
                <a:spcPts val="1910"/>
              </a:lnSpc>
              <a:spcBef>
                <a:spcPts val="85"/>
              </a:spcBef>
            </a:pP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2011</a:t>
            </a:r>
            <a:r>
              <a:rPr dirty="0" sz="1400" spc="1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to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2012,</a:t>
            </a:r>
            <a:r>
              <a:rPr dirty="0" sz="1400" spc="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then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the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decline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was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seen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from</a:t>
            </a:r>
            <a:r>
              <a:rPr dirty="0" sz="1400" spc="-3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2013</a:t>
            </a:r>
            <a:r>
              <a:rPr dirty="0" sz="1400" spc="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to </a:t>
            </a:r>
            <a:r>
              <a:rPr dirty="0" sz="1400" spc="-30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2014</a:t>
            </a:r>
            <a:r>
              <a:rPr dirty="0" sz="1400" spc="1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and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then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in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 2014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to</a:t>
            </a:r>
            <a:r>
              <a:rPr dirty="0" sz="1400" spc="-2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2015.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98766" y="5282285"/>
            <a:ext cx="4273550" cy="990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1270">
              <a:lnSpc>
                <a:spcPct val="113100"/>
              </a:lnSpc>
              <a:spcBef>
                <a:spcPts val="95"/>
              </a:spcBef>
            </a:pP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More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number of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were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opened in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2011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in </a:t>
            </a:r>
            <a:r>
              <a:rPr dirty="0" sz="1400" spc="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comparison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to 2010.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Another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increase was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seen in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2013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 as</a:t>
            </a:r>
            <a:r>
              <a:rPr dirty="0" sz="1400" spc="-2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compared</a:t>
            </a:r>
            <a:r>
              <a:rPr dirty="0" sz="1400" spc="-4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to</a:t>
            </a:r>
            <a:r>
              <a:rPr dirty="0" sz="1400" spc="-2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2014.</a:t>
            </a:r>
            <a:r>
              <a:rPr dirty="0" sz="1400" spc="1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And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then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from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2015,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 the</a:t>
            </a:r>
            <a:r>
              <a:rPr dirty="0" sz="1400" spc="-2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number</a:t>
            </a:r>
            <a:r>
              <a:rPr dirty="0" sz="1400" spc="-3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 </a:t>
            </a:r>
            <a:r>
              <a:rPr dirty="0" sz="1400" spc="-30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</a:t>
            </a:r>
            <a:r>
              <a:rPr dirty="0" sz="1400" spc="-4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kept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on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increasing</a:t>
            </a:r>
            <a:r>
              <a:rPr dirty="0" sz="1400" spc="-4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till</a:t>
            </a:r>
            <a:r>
              <a:rPr dirty="0" sz="1400" spc="1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2018.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25940" y="1613916"/>
            <a:ext cx="218440" cy="287020"/>
          </a:xfrm>
          <a:custGeom>
            <a:avLst/>
            <a:gdLst/>
            <a:ahLst/>
            <a:cxnLst/>
            <a:rect l="l" t="t" r="r" b="b"/>
            <a:pathLst>
              <a:path w="218440" h="287019">
                <a:moveTo>
                  <a:pt x="139064" y="0"/>
                </a:moveTo>
                <a:lnTo>
                  <a:pt x="4699" y="0"/>
                </a:lnTo>
                <a:lnTo>
                  <a:pt x="2793" y="381"/>
                </a:lnTo>
                <a:lnTo>
                  <a:pt x="1142" y="1143"/>
                </a:lnTo>
                <a:lnTo>
                  <a:pt x="380" y="2794"/>
                </a:lnTo>
                <a:lnTo>
                  <a:pt x="0" y="4318"/>
                </a:lnTo>
                <a:lnTo>
                  <a:pt x="0" y="281813"/>
                </a:lnTo>
                <a:lnTo>
                  <a:pt x="380" y="283718"/>
                </a:lnTo>
                <a:lnTo>
                  <a:pt x="1142" y="285369"/>
                </a:lnTo>
                <a:lnTo>
                  <a:pt x="2793" y="286131"/>
                </a:lnTo>
                <a:lnTo>
                  <a:pt x="4699" y="286512"/>
                </a:lnTo>
                <a:lnTo>
                  <a:pt x="213232" y="286512"/>
                </a:lnTo>
                <a:lnTo>
                  <a:pt x="215137" y="286131"/>
                </a:lnTo>
                <a:lnTo>
                  <a:pt x="216788" y="285369"/>
                </a:lnTo>
                <a:lnTo>
                  <a:pt x="217550" y="283718"/>
                </a:lnTo>
                <a:lnTo>
                  <a:pt x="217931" y="281813"/>
                </a:lnTo>
                <a:lnTo>
                  <a:pt x="217931" y="238887"/>
                </a:lnTo>
                <a:lnTo>
                  <a:pt x="42544" y="238887"/>
                </a:lnTo>
                <a:lnTo>
                  <a:pt x="41020" y="238506"/>
                </a:lnTo>
                <a:lnTo>
                  <a:pt x="38988" y="237744"/>
                </a:lnTo>
                <a:lnTo>
                  <a:pt x="37845" y="236093"/>
                </a:lnTo>
                <a:lnTo>
                  <a:pt x="37464" y="234187"/>
                </a:lnTo>
                <a:lnTo>
                  <a:pt x="37464" y="95631"/>
                </a:lnTo>
                <a:lnTo>
                  <a:pt x="37845" y="93599"/>
                </a:lnTo>
                <a:lnTo>
                  <a:pt x="38988" y="92075"/>
                </a:lnTo>
                <a:lnTo>
                  <a:pt x="41020" y="91312"/>
                </a:lnTo>
                <a:lnTo>
                  <a:pt x="42544" y="90932"/>
                </a:lnTo>
                <a:lnTo>
                  <a:pt x="217931" y="90932"/>
                </a:lnTo>
                <a:lnTo>
                  <a:pt x="217931" y="80899"/>
                </a:lnTo>
                <a:lnTo>
                  <a:pt x="137159" y="80899"/>
                </a:lnTo>
                <a:lnTo>
                  <a:pt x="137159" y="4318"/>
                </a:lnTo>
                <a:lnTo>
                  <a:pt x="143869" y="4318"/>
                </a:lnTo>
                <a:lnTo>
                  <a:pt x="140715" y="1143"/>
                </a:lnTo>
                <a:lnTo>
                  <a:pt x="139064" y="0"/>
                </a:lnTo>
                <a:close/>
              </a:path>
              <a:path w="218440" h="287019">
                <a:moveTo>
                  <a:pt x="94233" y="155956"/>
                </a:moveTo>
                <a:lnTo>
                  <a:pt x="47243" y="198374"/>
                </a:lnTo>
                <a:lnTo>
                  <a:pt x="47243" y="228981"/>
                </a:lnTo>
                <a:lnTo>
                  <a:pt x="177291" y="228981"/>
                </a:lnTo>
                <a:lnTo>
                  <a:pt x="179324" y="229362"/>
                </a:lnTo>
                <a:lnTo>
                  <a:pt x="180466" y="230505"/>
                </a:lnTo>
                <a:lnTo>
                  <a:pt x="181736" y="232156"/>
                </a:lnTo>
                <a:lnTo>
                  <a:pt x="182117" y="234187"/>
                </a:lnTo>
                <a:lnTo>
                  <a:pt x="181736" y="236093"/>
                </a:lnTo>
                <a:lnTo>
                  <a:pt x="180466" y="237744"/>
                </a:lnTo>
                <a:lnTo>
                  <a:pt x="179324" y="238506"/>
                </a:lnTo>
                <a:lnTo>
                  <a:pt x="177291" y="238887"/>
                </a:lnTo>
                <a:lnTo>
                  <a:pt x="217931" y="238887"/>
                </a:lnTo>
                <a:lnTo>
                  <a:pt x="217931" y="178181"/>
                </a:lnTo>
                <a:lnTo>
                  <a:pt x="128524" y="178181"/>
                </a:lnTo>
                <a:lnTo>
                  <a:pt x="126873" y="177800"/>
                </a:lnTo>
                <a:lnTo>
                  <a:pt x="94233" y="155956"/>
                </a:lnTo>
                <a:close/>
              </a:path>
              <a:path w="218440" h="287019">
                <a:moveTo>
                  <a:pt x="217931" y="90932"/>
                </a:moveTo>
                <a:lnTo>
                  <a:pt x="42544" y="90932"/>
                </a:lnTo>
                <a:lnTo>
                  <a:pt x="44576" y="91312"/>
                </a:lnTo>
                <a:lnTo>
                  <a:pt x="46100" y="92075"/>
                </a:lnTo>
                <a:lnTo>
                  <a:pt x="46862" y="93599"/>
                </a:lnTo>
                <a:lnTo>
                  <a:pt x="47243" y="95631"/>
                </a:lnTo>
                <a:lnTo>
                  <a:pt x="47243" y="185293"/>
                </a:lnTo>
                <a:lnTo>
                  <a:pt x="90677" y="146050"/>
                </a:lnTo>
                <a:lnTo>
                  <a:pt x="91820" y="144780"/>
                </a:lnTo>
                <a:lnTo>
                  <a:pt x="93344" y="144399"/>
                </a:lnTo>
                <a:lnTo>
                  <a:pt x="150188" y="144399"/>
                </a:lnTo>
                <a:lnTo>
                  <a:pt x="171830" y="121412"/>
                </a:lnTo>
                <a:lnTo>
                  <a:pt x="173354" y="120269"/>
                </a:lnTo>
                <a:lnTo>
                  <a:pt x="175386" y="119507"/>
                </a:lnTo>
                <a:lnTo>
                  <a:pt x="217931" y="119507"/>
                </a:lnTo>
                <a:lnTo>
                  <a:pt x="217931" y="90932"/>
                </a:lnTo>
                <a:close/>
              </a:path>
              <a:path w="218440" h="287019">
                <a:moveTo>
                  <a:pt x="217931" y="119507"/>
                </a:moveTo>
                <a:lnTo>
                  <a:pt x="176149" y="119507"/>
                </a:lnTo>
                <a:lnTo>
                  <a:pt x="177673" y="120269"/>
                </a:lnTo>
                <a:lnTo>
                  <a:pt x="178561" y="120650"/>
                </a:lnTo>
                <a:lnTo>
                  <a:pt x="179704" y="122174"/>
                </a:lnTo>
                <a:lnTo>
                  <a:pt x="180085" y="124206"/>
                </a:lnTo>
                <a:lnTo>
                  <a:pt x="179704" y="125857"/>
                </a:lnTo>
                <a:lnTo>
                  <a:pt x="178942" y="127381"/>
                </a:lnTo>
                <a:lnTo>
                  <a:pt x="133223" y="177037"/>
                </a:lnTo>
                <a:lnTo>
                  <a:pt x="131571" y="177800"/>
                </a:lnTo>
                <a:lnTo>
                  <a:pt x="130048" y="178181"/>
                </a:lnTo>
                <a:lnTo>
                  <a:pt x="217931" y="178181"/>
                </a:lnTo>
                <a:lnTo>
                  <a:pt x="217931" y="119507"/>
                </a:lnTo>
                <a:close/>
              </a:path>
              <a:path w="218440" h="287019">
                <a:moveTo>
                  <a:pt x="150188" y="144399"/>
                </a:moveTo>
                <a:lnTo>
                  <a:pt x="93344" y="144399"/>
                </a:lnTo>
                <a:lnTo>
                  <a:pt x="94995" y="144780"/>
                </a:lnTo>
                <a:lnTo>
                  <a:pt x="96138" y="145669"/>
                </a:lnTo>
                <a:lnTo>
                  <a:pt x="128904" y="167005"/>
                </a:lnTo>
                <a:lnTo>
                  <a:pt x="150188" y="144399"/>
                </a:lnTo>
                <a:close/>
              </a:path>
              <a:path w="218440" h="287019">
                <a:moveTo>
                  <a:pt x="143869" y="4318"/>
                </a:moveTo>
                <a:lnTo>
                  <a:pt x="137159" y="4318"/>
                </a:lnTo>
                <a:lnTo>
                  <a:pt x="213232" y="80899"/>
                </a:lnTo>
                <a:lnTo>
                  <a:pt x="217931" y="80899"/>
                </a:lnTo>
                <a:lnTo>
                  <a:pt x="217550" y="79375"/>
                </a:lnTo>
                <a:lnTo>
                  <a:pt x="216788" y="77724"/>
                </a:lnTo>
                <a:lnTo>
                  <a:pt x="143869" y="4318"/>
                </a:lnTo>
                <a:close/>
              </a:path>
            </a:pathLst>
          </a:custGeom>
          <a:solidFill>
            <a:srgbClr val="0D82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433560" y="4957571"/>
            <a:ext cx="239395" cy="287020"/>
          </a:xfrm>
          <a:custGeom>
            <a:avLst/>
            <a:gdLst/>
            <a:ahLst/>
            <a:cxnLst/>
            <a:rect l="l" t="t" r="r" b="b"/>
            <a:pathLst>
              <a:path w="239395" h="287020">
                <a:moveTo>
                  <a:pt x="106680" y="195453"/>
                </a:moveTo>
                <a:lnTo>
                  <a:pt x="106299" y="193929"/>
                </a:lnTo>
                <a:lnTo>
                  <a:pt x="105537" y="192278"/>
                </a:lnTo>
                <a:lnTo>
                  <a:pt x="101092" y="187871"/>
                </a:lnTo>
                <a:lnTo>
                  <a:pt x="101092" y="195453"/>
                </a:lnTo>
                <a:lnTo>
                  <a:pt x="62992" y="195453"/>
                </a:lnTo>
                <a:lnTo>
                  <a:pt x="62992" y="156845"/>
                </a:lnTo>
                <a:lnTo>
                  <a:pt x="101092" y="195453"/>
                </a:lnTo>
                <a:lnTo>
                  <a:pt x="101092" y="187871"/>
                </a:lnTo>
                <a:lnTo>
                  <a:pt x="69862" y="156845"/>
                </a:lnTo>
                <a:lnTo>
                  <a:pt x="66548" y="153543"/>
                </a:lnTo>
                <a:lnTo>
                  <a:pt x="65024" y="152781"/>
                </a:lnTo>
                <a:lnTo>
                  <a:pt x="62992" y="152400"/>
                </a:lnTo>
                <a:lnTo>
                  <a:pt x="5207" y="152400"/>
                </a:lnTo>
                <a:lnTo>
                  <a:pt x="3175" y="152781"/>
                </a:lnTo>
                <a:lnTo>
                  <a:pt x="2032" y="153543"/>
                </a:lnTo>
                <a:lnTo>
                  <a:pt x="381" y="155194"/>
                </a:lnTo>
                <a:lnTo>
                  <a:pt x="0" y="156845"/>
                </a:lnTo>
                <a:lnTo>
                  <a:pt x="0" y="282067"/>
                </a:lnTo>
                <a:lnTo>
                  <a:pt x="381" y="283718"/>
                </a:lnTo>
                <a:lnTo>
                  <a:pt x="2032" y="285369"/>
                </a:lnTo>
                <a:lnTo>
                  <a:pt x="3175" y="286131"/>
                </a:lnTo>
                <a:lnTo>
                  <a:pt x="5207" y="286512"/>
                </a:lnTo>
                <a:lnTo>
                  <a:pt x="101473" y="286512"/>
                </a:lnTo>
                <a:lnTo>
                  <a:pt x="103505" y="286131"/>
                </a:lnTo>
                <a:lnTo>
                  <a:pt x="105537" y="285369"/>
                </a:lnTo>
                <a:lnTo>
                  <a:pt x="106299" y="283718"/>
                </a:lnTo>
                <a:lnTo>
                  <a:pt x="106680" y="282067"/>
                </a:lnTo>
                <a:lnTo>
                  <a:pt x="106680" y="195453"/>
                </a:lnTo>
                <a:close/>
              </a:path>
              <a:path w="239395" h="287020">
                <a:moveTo>
                  <a:pt x="106680" y="42926"/>
                </a:moveTo>
                <a:lnTo>
                  <a:pt x="106299" y="41402"/>
                </a:lnTo>
                <a:lnTo>
                  <a:pt x="105537" y="39751"/>
                </a:lnTo>
                <a:lnTo>
                  <a:pt x="101092" y="35356"/>
                </a:lnTo>
                <a:lnTo>
                  <a:pt x="101092" y="42926"/>
                </a:lnTo>
                <a:lnTo>
                  <a:pt x="62992" y="42926"/>
                </a:lnTo>
                <a:lnTo>
                  <a:pt x="62992" y="4826"/>
                </a:lnTo>
                <a:lnTo>
                  <a:pt x="101092" y="42926"/>
                </a:lnTo>
                <a:lnTo>
                  <a:pt x="101092" y="35356"/>
                </a:lnTo>
                <a:lnTo>
                  <a:pt x="70256" y="4826"/>
                </a:lnTo>
                <a:lnTo>
                  <a:pt x="66548" y="1143"/>
                </a:lnTo>
                <a:lnTo>
                  <a:pt x="65024" y="381"/>
                </a:lnTo>
                <a:lnTo>
                  <a:pt x="62992" y="0"/>
                </a:lnTo>
                <a:lnTo>
                  <a:pt x="5207" y="0"/>
                </a:lnTo>
                <a:lnTo>
                  <a:pt x="3175" y="381"/>
                </a:lnTo>
                <a:lnTo>
                  <a:pt x="2032" y="1143"/>
                </a:lnTo>
                <a:lnTo>
                  <a:pt x="381" y="2794"/>
                </a:lnTo>
                <a:lnTo>
                  <a:pt x="0" y="4826"/>
                </a:lnTo>
                <a:lnTo>
                  <a:pt x="0" y="129286"/>
                </a:lnTo>
                <a:lnTo>
                  <a:pt x="381" y="130937"/>
                </a:lnTo>
                <a:lnTo>
                  <a:pt x="2032" y="132969"/>
                </a:lnTo>
                <a:lnTo>
                  <a:pt x="3175" y="134112"/>
                </a:lnTo>
                <a:lnTo>
                  <a:pt x="103505" y="134112"/>
                </a:lnTo>
                <a:lnTo>
                  <a:pt x="105537" y="132969"/>
                </a:lnTo>
                <a:lnTo>
                  <a:pt x="106299" y="130937"/>
                </a:lnTo>
                <a:lnTo>
                  <a:pt x="106680" y="129286"/>
                </a:lnTo>
                <a:lnTo>
                  <a:pt x="106680" y="42926"/>
                </a:lnTo>
                <a:close/>
              </a:path>
              <a:path w="239395" h="287020">
                <a:moveTo>
                  <a:pt x="239268" y="195453"/>
                </a:moveTo>
                <a:lnTo>
                  <a:pt x="238887" y="193929"/>
                </a:lnTo>
                <a:lnTo>
                  <a:pt x="237617" y="192278"/>
                </a:lnTo>
                <a:lnTo>
                  <a:pt x="234061" y="188658"/>
                </a:lnTo>
                <a:lnTo>
                  <a:pt x="234061" y="195453"/>
                </a:lnTo>
                <a:lnTo>
                  <a:pt x="195961" y="195453"/>
                </a:lnTo>
                <a:lnTo>
                  <a:pt x="195961" y="156845"/>
                </a:lnTo>
                <a:lnTo>
                  <a:pt x="234061" y="195453"/>
                </a:lnTo>
                <a:lnTo>
                  <a:pt x="234061" y="188658"/>
                </a:lnTo>
                <a:lnTo>
                  <a:pt x="202869" y="156845"/>
                </a:lnTo>
                <a:lnTo>
                  <a:pt x="199644" y="153543"/>
                </a:lnTo>
                <a:lnTo>
                  <a:pt x="197993" y="152781"/>
                </a:lnTo>
                <a:lnTo>
                  <a:pt x="195961" y="152400"/>
                </a:lnTo>
                <a:lnTo>
                  <a:pt x="138811" y="152400"/>
                </a:lnTo>
                <a:lnTo>
                  <a:pt x="136906" y="152781"/>
                </a:lnTo>
                <a:lnTo>
                  <a:pt x="135255" y="153543"/>
                </a:lnTo>
                <a:lnTo>
                  <a:pt x="134493" y="155194"/>
                </a:lnTo>
                <a:lnTo>
                  <a:pt x="134112" y="156845"/>
                </a:lnTo>
                <a:lnTo>
                  <a:pt x="134112" y="282067"/>
                </a:lnTo>
                <a:lnTo>
                  <a:pt x="134493" y="283718"/>
                </a:lnTo>
                <a:lnTo>
                  <a:pt x="135255" y="285369"/>
                </a:lnTo>
                <a:lnTo>
                  <a:pt x="136906" y="286131"/>
                </a:lnTo>
                <a:lnTo>
                  <a:pt x="138811" y="286512"/>
                </a:lnTo>
                <a:lnTo>
                  <a:pt x="234442" y="286512"/>
                </a:lnTo>
                <a:lnTo>
                  <a:pt x="236474" y="286131"/>
                </a:lnTo>
                <a:lnTo>
                  <a:pt x="237617" y="285369"/>
                </a:lnTo>
                <a:lnTo>
                  <a:pt x="238887" y="283718"/>
                </a:lnTo>
                <a:lnTo>
                  <a:pt x="239268" y="282067"/>
                </a:lnTo>
                <a:lnTo>
                  <a:pt x="239268" y="195453"/>
                </a:lnTo>
                <a:close/>
              </a:path>
              <a:path w="239395" h="287020">
                <a:moveTo>
                  <a:pt x="239268" y="42926"/>
                </a:moveTo>
                <a:lnTo>
                  <a:pt x="238887" y="41402"/>
                </a:lnTo>
                <a:lnTo>
                  <a:pt x="237617" y="39751"/>
                </a:lnTo>
                <a:lnTo>
                  <a:pt x="234061" y="36144"/>
                </a:lnTo>
                <a:lnTo>
                  <a:pt x="234061" y="42926"/>
                </a:lnTo>
                <a:lnTo>
                  <a:pt x="195961" y="42926"/>
                </a:lnTo>
                <a:lnTo>
                  <a:pt x="195961" y="4826"/>
                </a:lnTo>
                <a:lnTo>
                  <a:pt x="234061" y="42926"/>
                </a:lnTo>
                <a:lnTo>
                  <a:pt x="234061" y="36144"/>
                </a:lnTo>
                <a:lnTo>
                  <a:pt x="203263" y="4826"/>
                </a:lnTo>
                <a:lnTo>
                  <a:pt x="199644" y="1143"/>
                </a:lnTo>
                <a:lnTo>
                  <a:pt x="197993" y="381"/>
                </a:lnTo>
                <a:lnTo>
                  <a:pt x="195961" y="0"/>
                </a:lnTo>
                <a:lnTo>
                  <a:pt x="138811" y="0"/>
                </a:lnTo>
                <a:lnTo>
                  <a:pt x="136906" y="381"/>
                </a:lnTo>
                <a:lnTo>
                  <a:pt x="135255" y="1143"/>
                </a:lnTo>
                <a:lnTo>
                  <a:pt x="134493" y="2794"/>
                </a:lnTo>
                <a:lnTo>
                  <a:pt x="134112" y="4826"/>
                </a:lnTo>
                <a:lnTo>
                  <a:pt x="134112" y="129286"/>
                </a:lnTo>
                <a:lnTo>
                  <a:pt x="134493" y="130937"/>
                </a:lnTo>
                <a:lnTo>
                  <a:pt x="135255" y="132969"/>
                </a:lnTo>
                <a:lnTo>
                  <a:pt x="136906" y="134112"/>
                </a:lnTo>
                <a:lnTo>
                  <a:pt x="236474" y="134112"/>
                </a:lnTo>
                <a:lnTo>
                  <a:pt x="237617" y="132969"/>
                </a:lnTo>
                <a:lnTo>
                  <a:pt x="238887" y="130937"/>
                </a:lnTo>
                <a:lnTo>
                  <a:pt x="239268" y="129286"/>
                </a:lnTo>
                <a:lnTo>
                  <a:pt x="239268" y="42926"/>
                </a:lnTo>
                <a:close/>
              </a:path>
            </a:pathLst>
          </a:custGeom>
          <a:solidFill>
            <a:srgbClr val="CA790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0888" y="3139439"/>
            <a:ext cx="288035" cy="28651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43877" y="2856166"/>
            <a:ext cx="6084570" cy="1783080"/>
            <a:chOff x="543877" y="2856166"/>
            <a:chExt cx="6084570" cy="1783080"/>
          </a:xfrm>
        </p:grpSpPr>
        <p:sp>
          <p:nvSpPr>
            <p:cNvPr id="12" name="object 12"/>
            <p:cNvSpPr/>
            <p:nvPr/>
          </p:nvSpPr>
          <p:spPr>
            <a:xfrm>
              <a:off x="548640" y="4634483"/>
              <a:ext cx="6075045" cy="0"/>
            </a:xfrm>
            <a:custGeom>
              <a:avLst/>
              <a:gdLst/>
              <a:ahLst/>
              <a:cxnLst/>
              <a:rect l="l" t="t" r="r" b="b"/>
              <a:pathLst>
                <a:path w="6075045" h="0">
                  <a:moveTo>
                    <a:pt x="0" y="0"/>
                  </a:moveTo>
                  <a:lnTo>
                    <a:pt x="6074664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86206" y="2870454"/>
              <a:ext cx="5400040" cy="1026160"/>
            </a:xfrm>
            <a:custGeom>
              <a:avLst/>
              <a:gdLst/>
              <a:ahLst/>
              <a:cxnLst/>
              <a:rect l="l" t="t" r="r" b="b"/>
              <a:pathLst>
                <a:path w="5400040" h="1026160">
                  <a:moveTo>
                    <a:pt x="0" y="275844"/>
                  </a:moveTo>
                  <a:lnTo>
                    <a:pt x="675132" y="62484"/>
                  </a:lnTo>
                  <a:lnTo>
                    <a:pt x="1350264" y="1025652"/>
                  </a:lnTo>
                  <a:lnTo>
                    <a:pt x="2025395" y="550163"/>
                  </a:lnTo>
                  <a:lnTo>
                    <a:pt x="2699004" y="662940"/>
                  </a:lnTo>
                  <a:lnTo>
                    <a:pt x="3374135" y="1013460"/>
                  </a:lnTo>
                  <a:lnTo>
                    <a:pt x="4049268" y="950976"/>
                  </a:lnTo>
                  <a:lnTo>
                    <a:pt x="4724400" y="237744"/>
                  </a:lnTo>
                  <a:lnTo>
                    <a:pt x="5399532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64464" y="3145409"/>
              <a:ext cx="571500" cy="553720"/>
            </a:xfrm>
            <a:custGeom>
              <a:avLst/>
              <a:gdLst/>
              <a:ahLst/>
              <a:cxnLst/>
              <a:rect l="l" t="t" r="r" b="b"/>
              <a:pathLst>
                <a:path w="571500" h="553720">
                  <a:moveTo>
                    <a:pt x="222123" y="0"/>
                  </a:moveTo>
                  <a:lnTo>
                    <a:pt x="95250" y="361314"/>
                  </a:lnTo>
                  <a:lnTo>
                    <a:pt x="0" y="361314"/>
                  </a:lnTo>
                  <a:lnTo>
                    <a:pt x="0" y="553338"/>
                  </a:lnTo>
                  <a:lnTo>
                    <a:pt x="571499" y="553338"/>
                  </a:lnTo>
                  <a:lnTo>
                    <a:pt x="571499" y="361314"/>
                  </a:lnTo>
                  <a:lnTo>
                    <a:pt x="238124" y="361314"/>
                  </a:lnTo>
                  <a:lnTo>
                    <a:pt x="2221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64464" y="3145409"/>
              <a:ext cx="571500" cy="553720"/>
            </a:xfrm>
            <a:custGeom>
              <a:avLst/>
              <a:gdLst/>
              <a:ahLst/>
              <a:cxnLst/>
              <a:rect l="l" t="t" r="r" b="b"/>
              <a:pathLst>
                <a:path w="571500" h="553720">
                  <a:moveTo>
                    <a:pt x="0" y="361314"/>
                  </a:moveTo>
                  <a:lnTo>
                    <a:pt x="95250" y="361314"/>
                  </a:lnTo>
                  <a:lnTo>
                    <a:pt x="222123" y="0"/>
                  </a:lnTo>
                  <a:lnTo>
                    <a:pt x="238124" y="361314"/>
                  </a:lnTo>
                  <a:lnTo>
                    <a:pt x="571499" y="361314"/>
                  </a:lnTo>
                  <a:lnTo>
                    <a:pt x="571499" y="393318"/>
                  </a:lnTo>
                  <a:lnTo>
                    <a:pt x="571499" y="441325"/>
                  </a:lnTo>
                  <a:lnTo>
                    <a:pt x="571499" y="553338"/>
                  </a:lnTo>
                  <a:lnTo>
                    <a:pt x="238124" y="553338"/>
                  </a:lnTo>
                  <a:lnTo>
                    <a:pt x="95250" y="553338"/>
                  </a:lnTo>
                  <a:lnTo>
                    <a:pt x="0" y="553338"/>
                  </a:lnTo>
                  <a:lnTo>
                    <a:pt x="0" y="441325"/>
                  </a:lnTo>
                  <a:lnTo>
                    <a:pt x="0" y="393318"/>
                  </a:lnTo>
                  <a:lnTo>
                    <a:pt x="0" y="36131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02259" y="3524504"/>
            <a:ext cx="5073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20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,</a:t>
            </a:r>
            <a:r>
              <a:rPr dirty="0" sz="9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0</a:t>
            </a: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7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9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461325" y="2540317"/>
            <a:ext cx="564515" cy="398145"/>
            <a:chOff x="1461325" y="2540317"/>
            <a:chExt cx="564515" cy="398145"/>
          </a:xfrm>
        </p:grpSpPr>
        <p:sp>
          <p:nvSpPr>
            <p:cNvPr id="18" name="object 18"/>
            <p:cNvSpPr/>
            <p:nvPr/>
          </p:nvSpPr>
          <p:spPr>
            <a:xfrm>
              <a:off x="1466088" y="2545079"/>
              <a:ext cx="554990" cy="388620"/>
            </a:xfrm>
            <a:custGeom>
              <a:avLst/>
              <a:gdLst/>
              <a:ahLst/>
              <a:cxnLst/>
              <a:rect l="l" t="t" r="r" b="b"/>
              <a:pathLst>
                <a:path w="554989" h="388619">
                  <a:moveTo>
                    <a:pt x="554736" y="0"/>
                  </a:moveTo>
                  <a:lnTo>
                    <a:pt x="0" y="0"/>
                  </a:lnTo>
                  <a:lnTo>
                    <a:pt x="0" y="191770"/>
                  </a:lnTo>
                  <a:lnTo>
                    <a:pt x="93789" y="191770"/>
                  </a:lnTo>
                  <a:lnTo>
                    <a:pt x="93789" y="388620"/>
                  </a:lnTo>
                  <a:lnTo>
                    <a:pt x="163080" y="388620"/>
                  </a:lnTo>
                  <a:lnTo>
                    <a:pt x="163080" y="191770"/>
                  </a:lnTo>
                  <a:lnTo>
                    <a:pt x="554736" y="191770"/>
                  </a:lnTo>
                  <a:lnTo>
                    <a:pt x="5547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466088" y="2545079"/>
              <a:ext cx="554990" cy="388620"/>
            </a:xfrm>
            <a:custGeom>
              <a:avLst/>
              <a:gdLst/>
              <a:ahLst/>
              <a:cxnLst/>
              <a:rect l="l" t="t" r="r" b="b"/>
              <a:pathLst>
                <a:path w="554989" h="388619">
                  <a:moveTo>
                    <a:pt x="0" y="0"/>
                  </a:moveTo>
                  <a:lnTo>
                    <a:pt x="92456" y="0"/>
                  </a:lnTo>
                  <a:lnTo>
                    <a:pt x="231139" y="0"/>
                  </a:lnTo>
                  <a:lnTo>
                    <a:pt x="554736" y="0"/>
                  </a:lnTo>
                  <a:lnTo>
                    <a:pt x="554736" y="112014"/>
                  </a:lnTo>
                  <a:lnTo>
                    <a:pt x="554736" y="160020"/>
                  </a:lnTo>
                  <a:lnTo>
                    <a:pt x="554736" y="192024"/>
                  </a:lnTo>
                  <a:lnTo>
                    <a:pt x="231139" y="192024"/>
                  </a:lnTo>
                  <a:lnTo>
                    <a:pt x="95123" y="388239"/>
                  </a:lnTo>
                  <a:lnTo>
                    <a:pt x="92456" y="192024"/>
                  </a:lnTo>
                  <a:lnTo>
                    <a:pt x="0" y="192024"/>
                  </a:lnTo>
                  <a:lnTo>
                    <a:pt x="0" y="160020"/>
                  </a:lnTo>
                  <a:lnTo>
                    <a:pt x="0" y="11201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504188" y="2562605"/>
            <a:ext cx="4908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20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,</a:t>
            </a:r>
            <a:r>
              <a:rPr dirty="0" sz="9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96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96249" y="3891597"/>
            <a:ext cx="564515" cy="347345"/>
            <a:chOff x="1996249" y="3891597"/>
            <a:chExt cx="564515" cy="347345"/>
          </a:xfrm>
        </p:grpSpPr>
        <p:sp>
          <p:nvSpPr>
            <p:cNvPr id="22" name="object 22"/>
            <p:cNvSpPr/>
            <p:nvPr/>
          </p:nvSpPr>
          <p:spPr>
            <a:xfrm>
              <a:off x="2001011" y="3896359"/>
              <a:ext cx="554990" cy="337820"/>
            </a:xfrm>
            <a:custGeom>
              <a:avLst/>
              <a:gdLst/>
              <a:ahLst/>
              <a:cxnLst/>
              <a:rect l="l" t="t" r="r" b="b"/>
              <a:pathLst>
                <a:path w="554989" h="337820">
                  <a:moveTo>
                    <a:pt x="234695" y="0"/>
                  </a:moveTo>
                  <a:lnTo>
                    <a:pt x="92456" y="145287"/>
                  </a:lnTo>
                  <a:lnTo>
                    <a:pt x="0" y="145287"/>
                  </a:lnTo>
                  <a:lnTo>
                    <a:pt x="0" y="337312"/>
                  </a:lnTo>
                  <a:lnTo>
                    <a:pt x="554736" y="337312"/>
                  </a:lnTo>
                  <a:lnTo>
                    <a:pt x="554736" y="145287"/>
                  </a:lnTo>
                  <a:lnTo>
                    <a:pt x="231139" y="145287"/>
                  </a:lnTo>
                  <a:lnTo>
                    <a:pt x="2346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01011" y="3896359"/>
              <a:ext cx="554990" cy="337820"/>
            </a:xfrm>
            <a:custGeom>
              <a:avLst/>
              <a:gdLst/>
              <a:ahLst/>
              <a:cxnLst/>
              <a:rect l="l" t="t" r="r" b="b"/>
              <a:pathLst>
                <a:path w="554989" h="337820">
                  <a:moveTo>
                    <a:pt x="0" y="145287"/>
                  </a:moveTo>
                  <a:lnTo>
                    <a:pt x="92456" y="145287"/>
                  </a:lnTo>
                  <a:lnTo>
                    <a:pt x="234695" y="0"/>
                  </a:lnTo>
                  <a:lnTo>
                    <a:pt x="231139" y="145287"/>
                  </a:lnTo>
                  <a:lnTo>
                    <a:pt x="554736" y="145287"/>
                  </a:lnTo>
                  <a:lnTo>
                    <a:pt x="554736" y="177291"/>
                  </a:lnTo>
                  <a:lnTo>
                    <a:pt x="554736" y="225297"/>
                  </a:lnTo>
                  <a:lnTo>
                    <a:pt x="554736" y="337312"/>
                  </a:lnTo>
                  <a:lnTo>
                    <a:pt x="231139" y="337312"/>
                  </a:lnTo>
                  <a:lnTo>
                    <a:pt x="92456" y="337312"/>
                  </a:lnTo>
                  <a:lnTo>
                    <a:pt x="0" y="337312"/>
                  </a:lnTo>
                  <a:lnTo>
                    <a:pt x="0" y="225297"/>
                  </a:lnTo>
                  <a:lnTo>
                    <a:pt x="0" y="177291"/>
                  </a:lnTo>
                  <a:lnTo>
                    <a:pt x="0" y="145287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2039366" y="4058792"/>
            <a:ext cx="4908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20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2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,</a:t>
            </a:r>
            <a:r>
              <a:rPr dirty="0" sz="9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19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735389" y="3079813"/>
            <a:ext cx="1477645" cy="458470"/>
            <a:chOff x="2735389" y="3079813"/>
            <a:chExt cx="1477645" cy="458470"/>
          </a:xfrm>
        </p:grpSpPr>
        <p:sp>
          <p:nvSpPr>
            <p:cNvPr id="26" name="object 26"/>
            <p:cNvSpPr/>
            <p:nvPr/>
          </p:nvSpPr>
          <p:spPr>
            <a:xfrm>
              <a:off x="2740151" y="3084576"/>
              <a:ext cx="571500" cy="337820"/>
            </a:xfrm>
            <a:custGeom>
              <a:avLst/>
              <a:gdLst/>
              <a:ahLst/>
              <a:cxnLst/>
              <a:rect l="l" t="t" r="r" b="b"/>
              <a:pathLst>
                <a:path w="571500" h="337820">
                  <a:moveTo>
                    <a:pt x="571500" y="0"/>
                  </a:moveTo>
                  <a:lnTo>
                    <a:pt x="0" y="0"/>
                  </a:lnTo>
                  <a:lnTo>
                    <a:pt x="0" y="192024"/>
                  </a:lnTo>
                  <a:lnTo>
                    <a:pt x="95250" y="192024"/>
                  </a:lnTo>
                  <a:lnTo>
                    <a:pt x="171323" y="337312"/>
                  </a:lnTo>
                  <a:lnTo>
                    <a:pt x="238125" y="192024"/>
                  </a:lnTo>
                  <a:lnTo>
                    <a:pt x="571500" y="19202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740151" y="3084576"/>
              <a:ext cx="571500" cy="337820"/>
            </a:xfrm>
            <a:custGeom>
              <a:avLst/>
              <a:gdLst/>
              <a:ahLst/>
              <a:cxnLst/>
              <a:rect l="l" t="t" r="r" b="b"/>
              <a:pathLst>
                <a:path w="571500" h="337820">
                  <a:moveTo>
                    <a:pt x="0" y="0"/>
                  </a:moveTo>
                  <a:lnTo>
                    <a:pt x="95250" y="0"/>
                  </a:lnTo>
                  <a:lnTo>
                    <a:pt x="238125" y="0"/>
                  </a:lnTo>
                  <a:lnTo>
                    <a:pt x="571500" y="0"/>
                  </a:lnTo>
                  <a:lnTo>
                    <a:pt x="571500" y="112013"/>
                  </a:lnTo>
                  <a:lnTo>
                    <a:pt x="571500" y="160020"/>
                  </a:lnTo>
                  <a:lnTo>
                    <a:pt x="571500" y="192024"/>
                  </a:lnTo>
                  <a:lnTo>
                    <a:pt x="238125" y="192024"/>
                  </a:lnTo>
                  <a:lnTo>
                    <a:pt x="171323" y="337312"/>
                  </a:lnTo>
                  <a:lnTo>
                    <a:pt x="95250" y="192024"/>
                  </a:lnTo>
                  <a:lnTo>
                    <a:pt x="0" y="192024"/>
                  </a:lnTo>
                  <a:lnTo>
                    <a:pt x="0" y="160020"/>
                  </a:lnTo>
                  <a:lnTo>
                    <a:pt x="0" y="11201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585717" y="3195828"/>
              <a:ext cx="622300" cy="337820"/>
            </a:xfrm>
            <a:custGeom>
              <a:avLst/>
              <a:gdLst/>
              <a:ahLst/>
              <a:cxnLst/>
              <a:rect l="l" t="t" r="r" b="b"/>
              <a:pathLst>
                <a:path w="622300" h="337820">
                  <a:moveTo>
                    <a:pt x="622046" y="0"/>
                  </a:moveTo>
                  <a:lnTo>
                    <a:pt x="44450" y="0"/>
                  </a:lnTo>
                  <a:lnTo>
                    <a:pt x="44450" y="192024"/>
                  </a:lnTo>
                  <a:lnTo>
                    <a:pt x="140716" y="192024"/>
                  </a:lnTo>
                  <a:lnTo>
                    <a:pt x="0" y="337312"/>
                  </a:lnTo>
                  <a:lnTo>
                    <a:pt x="285115" y="192024"/>
                  </a:lnTo>
                  <a:lnTo>
                    <a:pt x="622046" y="192024"/>
                  </a:lnTo>
                  <a:lnTo>
                    <a:pt x="6220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585717" y="3195828"/>
              <a:ext cx="622300" cy="337820"/>
            </a:xfrm>
            <a:custGeom>
              <a:avLst/>
              <a:gdLst/>
              <a:ahLst/>
              <a:cxnLst/>
              <a:rect l="l" t="t" r="r" b="b"/>
              <a:pathLst>
                <a:path w="622300" h="337820">
                  <a:moveTo>
                    <a:pt x="44450" y="0"/>
                  </a:moveTo>
                  <a:lnTo>
                    <a:pt x="140716" y="0"/>
                  </a:lnTo>
                  <a:lnTo>
                    <a:pt x="285115" y="0"/>
                  </a:lnTo>
                  <a:lnTo>
                    <a:pt x="622046" y="0"/>
                  </a:lnTo>
                  <a:lnTo>
                    <a:pt x="622046" y="112013"/>
                  </a:lnTo>
                  <a:lnTo>
                    <a:pt x="622046" y="160020"/>
                  </a:lnTo>
                  <a:lnTo>
                    <a:pt x="622046" y="192024"/>
                  </a:lnTo>
                  <a:lnTo>
                    <a:pt x="285115" y="192024"/>
                  </a:lnTo>
                  <a:lnTo>
                    <a:pt x="0" y="337312"/>
                  </a:lnTo>
                  <a:lnTo>
                    <a:pt x="140716" y="192024"/>
                  </a:lnTo>
                  <a:lnTo>
                    <a:pt x="44450" y="192024"/>
                  </a:lnTo>
                  <a:lnTo>
                    <a:pt x="44450" y="160020"/>
                  </a:lnTo>
                  <a:lnTo>
                    <a:pt x="44450" y="112013"/>
                  </a:lnTo>
                  <a:lnTo>
                    <a:pt x="44450" y="0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2777998" y="3101085"/>
            <a:ext cx="1402715" cy="275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ts val="985"/>
              </a:lnSpc>
              <a:spcBef>
                <a:spcPts val="100"/>
              </a:spcBef>
            </a:pP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20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3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,</a:t>
            </a:r>
            <a:r>
              <a:rPr dirty="0" sz="9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57</a:t>
            </a:r>
            <a:endParaRPr sz="900">
              <a:latin typeface="Segoe UI Light"/>
              <a:cs typeface="Segoe UI Light"/>
            </a:endParaRPr>
          </a:p>
          <a:p>
            <a:pPr marL="890269">
              <a:lnSpc>
                <a:spcPts val="985"/>
              </a:lnSpc>
            </a:pP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20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4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,</a:t>
            </a:r>
            <a:r>
              <a:rPr dirty="0" sz="9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48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995737" y="3878897"/>
            <a:ext cx="582930" cy="360045"/>
            <a:chOff x="3995737" y="3878897"/>
            <a:chExt cx="582930" cy="360045"/>
          </a:xfrm>
        </p:grpSpPr>
        <p:sp>
          <p:nvSpPr>
            <p:cNvPr id="32" name="object 32"/>
            <p:cNvSpPr/>
            <p:nvPr/>
          </p:nvSpPr>
          <p:spPr>
            <a:xfrm>
              <a:off x="4000500" y="3883659"/>
              <a:ext cx="573405" cy="350520"/>
            </a:xfrm>
            <a:custGeom>
              <a:avLst/>
              <a:gdLst/>
              <a:ahLst/>
              <a:cxnLst/>
              <a:rect l="l" t="t" r="r" b="b"/>
              <a:pathLst>
                <a:path w="573404" h="350520">
                  <a:moveTo>
                    <a:pt x="260096" y="0"/>
                  </a:moveTo>
                  <a:lnTo>
                    <a:pt x="95503" y="157987"/>
                  </a:lnTo>
                  <a:lnTo>
                    <a:pt x="0" y="157987"/>
                  </a:lnTo>
                  <a:lnTo>
                    <a:pt x="0" y="350012"/>
                  </a:lnTo>
                  <a:lnTo>
                    <a:pt x="573024" y="350012"/>
                  </a:lnTo>
                  <a:lnTo>
                    <a:pt x="573024" y="157987"/>
                  </a:lnTo>
                  <a:lnTo>
                    <a:pt x="238760" y="157987"/>
                  </a:lnTo>
                  <a:lnTo>
                    <a:pt x="2600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000500" y="3883659"/>
              <a:ext cx="573405" cy="350520"/>
            </a:xfrm>
            <a:custGeom>
              <a:avLst/>
              <a:gdLst/>
              <a:ahLst/>
              <a:cxnLst/>
              <a:rect l="l" t="t" r="r" b="b"/>
              <a:pathLst>
                <a:path w="573404" h="350520">
                  <a:moveTo>
                    <a:pt x="0" y="157987"/>
                  </a:moveTo>
                  <a:lnTo>
                    <a:pt x="95503" y="157987"/>
                  </a:lnTo>
                  <a:lnTo>
                    <a:pt x="260096" y="0"/>
                  </a:lnTo>
                  <a:lnTo>
                    <a:pt x="238760" y="157987"/>
                  </a:lnTo>
                  <a:lnTo>
                    <a:pt x="573024" y="157987"/>
                  </a:lnTo>
                  <a:lnTo>
                    <a:pt x="573024" y="189991"/>
                  </a:lnTo>
                  <a:lnTo>
                    <a:pt x="573024" y="237997"/>
                  </a:lnTo>
                  <a:lnTo>
                    <a:pt x="573024" y="350012"/>
                  </a:lnTo>
                  <a:lnTo>
                    <a:pt x="238760" y="350012"/>
                  </a:lnTo>
                  <a:lnTo>
                    <a:pt x="95503" y="350012"/>
                  </a:lnTo>
                  <a:lnTo>
                    <a:pt x="0" y="350012"/>
                  </a:lnTo>
                  <a:lnTo>
                    <a:pt x="0" y="237997"/>
                  </a:lnTo>
                  <a:lnTo>
                    <a:pt x="0" y="189991"/>
                  </a:lnTo>
                  <a:lnTo>
                    <a:pt x="0" y="157987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4038853" y="4059173"/>
            <a:ext cx="50863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20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5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,</a:t>
            </a:r>
            <a:r>
              <a:rPr dirty="0" sz="9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20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930076" y="3816413"/>
            <a:ext cx="654050" cy="321945"/>
            <a:chOff x="4930076" y="3816413"/>
            <a:chExt cx="654050" cy="321945"/>
          </a:xfrm>
        </p:grpSpPr>
        <p:sp>
          <p:nvSpPr>
            <p:cNvPr id="36" name="object 36"/>
            <p:cNvSpPr/>
            <p:nvPr/>
          </p:nvSpPr>
          <p:spPr>
            <a:xfrm>
              <a:off x="4934839" y="3821176"/>
              <a:ext cx="644525" cy="312420"/>
            </a:xfrm>
            <a:custGeom>
              <a:avLst/>
              <a:gdLst/>
              <a:ahLst/>
              <a:cxnLst/>
              <a:rect l="l" t="t" r="r" b="b"/>
              <a:pathLst>
                <a:path w="644525" h="312420">
                  <a:moveTo>
                    <a:pt x="0" y="0"/>
                  </a:moveTo>
                  <a:lnTo>
                    <a:pt x="165735" y="119887"/>
                  </a:lnTo>
                  <a:lnTo>
                    <a:pt x="69976" y="119887"/>
                  </a:lnTo>
                  <a:lnTo>
                    <a:pt x="69976" y="311912"/>
                  </a:lnTo>
                  <a:lnTo>
                    <a:pt x="644525" y="311912"/>
                  </a:lnTo>
                  <a:lnTo>
                    <a:pt x="644525" y="119887"/>
                  </a:lnTo>
                  <a:lnTo>
                    <a:pt x="309372" y="1198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934839" y="3821176"/>
              <a:ext cx="644525" cy="312420"/>
            </a:xfrm>
            <a:custGeom>
              <a:avLst/>
              <a:gdLst/>
              <a:ahLst/>
              <a:cxnLst/>
              <a:rect l="l" t="t" r="r" b="b"/>
              <a:pathLst>
                <a:path w="644525" h="312420">
                  <a:moveTo>
                    <a:pt x="69976" y="119887"/>
                  </a:moveTo>
                  <a:lnTo>
                    <a:pt x="165735" y="119887"/>
                  </a:lnTo>
                  <a:lnTo>
                    <a:pt x="0" y="0"/>
                  </a:lnTo>
                  <a:lnTo>
                    <a:pt x="309372" y="119887"/>
                  </a:lnTo>
                  <a:lnTo>
                    <a:pt x="644525" y="119887"/>
                  </a:lnTo>
                  <a:lnTo>
                    <a:pt x="644525" y="151892"/>
                  </a:lnTo>
                  <a:lnTo>
                    <a:pt x="644525" y="199898"/>
                  </a:lnTo>
                  <a:lnTo>
                    <a:pt x="644525" y="311912"/>
                  </a:lnTo>
                  <a:lnTo>
                    <a:pt x="309372" y="311912"/>
                  </a:lnTo>
                  <a:lnTo>
                    <a:pt x="165735" y="311912"/>
                  </a:lnTo>
                  <a:lnTo>
                    <a:pt x="69976" y="311912"/>
                  </a:lnTo>
                  <a:lnTo>
                    <a:pt x="69976" y="199898"/>
                  </a:lnTo>
                  <a:lnTo>
                    <a:pt x="69976" y="151892"/>
                  </a:lnTo>
                  <a:lnTo>
                    <a:pt x="69976" y="119887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5044185" y="3958590"/>
            <a:ext cx="50863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20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6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,</a:t>
            </a:r>
            <a:r>
              <a:rPr dirty="0" sz="9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25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358193" y="2741485"/>
            <a:ext cx="1378585" cy="433705"/>
            <a:chOff x="5358193" y="2741485"/>
            <a:chExt cx="1378585" cy="433705"/>
          </a:xfrm>
        </p:grpSpPr>
        <p:sp>
          <p:nvSpPr>
            <p:cNvPr id="40" name="object 40"/>
            <p:cNvSpPr/>
            <p:nvPr/>
          </p:nvSpPr>
          <p:spPr>
            <a:xfrm>
              <a:off x="5362955" y="2746248"/>
              <a:ext cx="571500" cy="363220"/>
            </a:xfrm>
            <a:custGeom>
              <a:avLst/>
              <a:gdLst/>
              <a:ahLst/>
              <a:cxnLst/>
              <a:rect l="l" t="t" r="r" b="b"/>
              <a:pathLst>
                <a:path w="571500" h="363219">
                  <a:moveTo>
                    <a:pt x="571500" y="0"/>
                  </a:moveTo>
                  <a:lnTo>
                    <a:pt x="0" y="0"/>
                  </a:lnTo>
                  <a:lnTo>
                    <a:pt x="0" y="192024"/>
                  </a:lnTo>
                  <a:lnTo>
                    <a:pt x="95250" y="192024"/>
                  </a:lnTo>
                  <a:lnTo>
                    <a:pt x="247523" y="362838"/>
                  </a:lnTo>
                  <a:lnTo>
                    <a:pt x="238125" y="192024"/>
                  </a:lnTo>
                  <a:lnTo>
                    <a:pt x="571500" y="19202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362955" y="2746248"/>
              <a:ext cx="571500" cy="363220"/>
            </a:xfrm>
            <a:custGeom>
              <a:avLst/>
              <a:gdLst/>
              <a:ahLst/>
              <a:cxnLst/>
              <a:rect l="l" t="t" r="r" b="b"/>
              <a:pathLst>
                <a:path w="571500" h="363219">
                  <a:moveTo>
                    <a:pt x="0" y="0"/>
                  </a:moveTo>
                  <a:lnTo>
                    <a:pt x="95250" y="0"/>
                  </a:lnTo>
                  <a:lnTo>
                    <a:pt x="238125" y="0"/>
                  </a:lnTo>
                  <a:lnTo>
                    <a:pt x="571500" y="0"/>
                  </a:lnTo>
                  <a:lnTo>
                    <a:pt x="571500" y="112013"/>
                  </a:lnTo>
                  <a:lnTo>
                    <a:pt x="571500" y="160019"/>
                  </a:lnTo>
                  <a:lnTo>
                    <a:pt x="571500" y="192024"/>
                  </a:lnTo>
                  <a:lnTo>
                    <a:pt x="238125" y="192024"/>
                  </a:lnTo>
                  <a:lnTo>
                    <a:pt x="247523" y="362838"/>
                  </a:lnTo>
                  <a:lnTo>
                    <a:pt x="95250" y="192024"/>
                  </a:lnTo>
                  <a:lnTo>
                    <a:pt x="0" y="192024"/>
                  </a:lnTo>
                  <a:lnTo>
                    <a:pt x="0" y="160019"/>
                  </a:lnTo>
                  <a:lnTo>
                    <a:pt x="0" y="11201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193536" y="2870708"/>
              <a:ext cx="538480" cy="299720"/>
            </a:xfrm>
            <a:custGeom>
              <a:avLst/>
              <a:gdLst/>
              <a:ahLst/>
              <a:cxnLst/>
              <a:rect l="l" t="t" r="r" b="b"/>
              <a:pathLst>
                <a:path w="538479" h="299719">
                  <a:moveTo>
                    <a:pt x="91312" y="0"/>
                  </a:moveTo>
                  <a:lnTo>
                    <a:pt x="89662" y="107187"/>
                  </a:lnTo>
                  <a:lnTo>
                    <a:pt x="0" y="107187"/>
                  </a:lnTo>
                  <a:lnTo>
                    <a:pt x="0" y="299212"/>
                  </a:lnTo>
                  <a:lnTo>
                    <a:pt x="537971" y="299212"/>
                  </a:lnTo>
                  <a:lnTo>
                    <a:pt x="537971" y="107187"/>
                  </a:lnTo>
                  <a:lnTo>
                    <a:pt x="224154" y="107187"/>
                  </a:lnTo>
                  <a:lnTo>
                    <a:pt x="913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193536" y="2870708"/>
              <a:ext cx="538480" cy="299720"/>
            </a:xfrm>
            <a:custGeom>
              <a:avLst/>
              <a:gdLst/>
              <a:ahLst/>
              <a:cxnLst/>
              <a:rect l="l" t="t" r="r" b="b"/>
              <a:pathLst>
                <a:path w="538479" h="299719">
                  <a:moveTo>
                    <a:pt x="0" y="107187"/>
                  </a:moveTo>
                  <a:lnTo>
                    <a:pt x="89662" y="107187"/>
                  </a:lnTo>
                  <a:lnTo>
                    <a:pt x="91312" y="0"/>
                  </a:lnTo>
                  <a:lnTo>
                    <a:pt x="224154" y="107187"/>
                  </a:lnTo>
                  <a:lnTo>
                    <a:pt x="537971" y="107187"/>
                  </a:lnTo>
                  <a:lnTo>
                    <a:pt x="537971" y="139191"/>
                  </a:lnTo>
                  <a:lnTo>
                    <a:pt x="537971" y="187197"/>
                  </a:lnTo>
                  <a:lnTo>
                    <a:pt x="537971" y="299212"/>
                  </a:lnTo>
                  <a:lnTo>
                    <a:pt x="224154" y="299212"/>
                  </a:lnTo>
                  <a:lnTo>
                    <a:pt x="89662" y="299212"/>
                  </a:lnTo>
                  <a:lnTo>
                    <a:pt x="0" y="299212"/>
                  </a:lnTo>
                  <a:lnTo>
                    <a:pt x="0" y="187197"/>
                  </a:lnTo>
                  <a:lnTo>
                    <a:pt x="0" y="139191"/>
                  </a:lnTo>
                  <a:lnTo>
                    <a:pt x="0" y="107187"/>
                  </a:lnTo>
                  <a:close/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5401690" y="2763139"/>
            <a:ext cx="1303655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20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-5">
                <a:solidFill>
                  <a:srgbClr val="FFFFFF"/>
                </a:solidFill>
                <a:latin typeface="Segoe UI Light"/>
                <a:cs typeface="Segoe UI Light"/>
              </a:rPr>
              <a:t>7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,</a:t>
            </a:r>
            <a:r>
              <a:rPr dirty="0" sz="900" spc="-3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82</a:t>
            </a:r>
            <a:endParaRPr sz="900">
              <a:latin typeface="Segoe UI Light"/>
              <a:cs typeface="Segoe UI Light"/>
            </a:endParaRPr>
          </a:p>
          <a:p>
            <a:pPr marL="830580">
              <a:lnSpc>
                <a:spcPct val="100000"/>
              </a:lnSpc>
              <a:spcBef>
                <a:spcPts val="745"/>
              </a:spcBef>
            </a:pP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20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8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,</a:t>
            </a:r>
            <a:r>
              <a:rPr dirty="0" sz="9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11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01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77849" y="4713478"/>
            <a:ext cx="23050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egoe UI Light"/>
                <a:cs typeface="Segoe UI Light"/>
              </a:rPr>
              <a:t>2</a:t>
            </a:r>
            <a:r>
              <a:rPr dirty="0" sz="900" spc="-10">
                <a:latin typeface="Segoe UI Light"/>
                <a:cs typeface="Segoe UI Light"/>
              </a:rPr>
              <a:t>0</a:t>
            </a:r>
            <a:r>
              <a:rPr dirty="0" sz="900">
                <a:latin typeface="Segoe UI Light"/>
                <a:cs typeface="Segoe UI Light"/>
              </a:rPr>
              <a:t>10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61769" y="4713478"/>
            <a:ext cx="2120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egoe UI Light"/>
                <a:cs typeface="Segoe UI Light"/>
              </a:rPr>
              <a:t>2</a:t>
            </a:r>
            <a:r>
              <a:rPr dirty="0" sz="900" spc="-10">
                <a:latin typeface="Segoe UI Light"/>
                <a:cs typeface="Segoe UI Light"/>
              </a:rPr>
              <a:t>0</a:t>
            </a:r>
            <a:r>
              <a:rPr dirty="0" sz="900">
                <a:latin typeface="Segoe UI Light"/>
                <a:cs typeface="Segoe UI Light"/>
              </a:rPr>
              <a:t>11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127504" y="4713478"/>
            <a:ext cx="23050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egoe UI Light"/>
                <a:cs typeface="Segoe UI Light"/>
              </a:rPr>
              <a:t>2</a:t>
            </a:r>
            <a:r>
              <a:rPr dirty="0" sz="900" spc="-10">
                <a:latin typeface="Segoe UI Light"/>
                <a:cs typeface="Segoe UI Light"/>
              </a:rPr>
              <a:t>0</a:t>
            </a:r>
            <a:r>
              <a:rPr dirty="0" sz="900">
                <a:latin typeface="Segoe UI Light"/>
                <a:cs typeface="Segoe UI Light"/>
              </a:rPr>
              <a:t>12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02635" y="4713478"/>
            <a:ext cx="23050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egoe UI Light"/>
                <a:cs typeface="Segoe UI Light"/>
              </a:rPr>
              <a:t>2</a:t>
            </a:r>
            <a:r>
              <a:rPr dirty="0" sz="900" spc="-10">
                <a:latin typeface="Segoe UI Light"/>
                <a:cs typeface="Segoe UI Light"/>
              </a:rPr>
              <a:t>0</a:t>
            </a:r>
            <a:r>
              <a:rPr dirty="0" sz="900">
                <a:latin typeface="Segoe UI Light"/>
                <a:cs typeface="Segoe UI Light"/>
              </a:rPr>
              <a:t>13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476497" y="4713478"/>
            <a:ext cx="2317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egoe UI Light"/>
                <a:cs typeface="Segoe UI Light"/>
              </a:rPr>
              <a:t>2</a:t>
            </a:r>
            <a:r>
              <a:rPr dirty="0" sz="900" spc="-10">
                <a:latin typeface="Segoe UI Light"/>
                <a:cs typeface="Segoe UI Light"/>
              </a:rPr>
              <a:t>0</a:t>
            </a:r>
            <a:r>
              <a:rPr dirty="0" sz="900">
                <a:latin typeface="Segoe UI Light"/>
                <a:cs typeface="Segoe UI Light"/>
              </a:rPr>
              <a:t>14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152265" y="4713478"/>
            <a:ext cx="23050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egoe UI Light"/>
                <a:cs typeface="Segoe UI Light"/>
              </a:rPr>
              <a:t>2</a:t>
            </a:r>
            <a:r>
              <a:rPr dirty="0" sz="900" spc="-10">
                <a:latin typeface="Segoe UI Light"/>
                <a:cs typeface="Segoe UI Light"/>
              </a:rPr>
              <a:t>0</a:t>
            </a:r>
            <a:r>
              <a:rPr dirty="0" sz="900">
                <a:latin typeface="Segoe UI Light"/>
                <a:cs typeface="Segoe UI Light"/>
              </a:rPr>
              <a:t>15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827396" y="4713478"/>
            <a:ext cx="23050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egoe UI Light"/>
                <a:cs typeface="Segoe UI Light"/>
              </a:rPr>
              <a:t>2</a:t>
            </a:r>
            <a:r>
              <a:rPr dirty="0" sz="900" spc="-10">
                <a:latin typeface="Segoe UI Light"/>
                <a:cs typeface="Segoe UI Light"/>
              </a:rPr>
              <a:t>0</a:t>
            </a:r>
            <a:r>
              <a:rPr dirty="0" sz="900">
                <a:latin typeface="Segoe UI Light"/>
                <a:cs typeface="Segoe UI Light"/>
              </a:rPr>
              <a:t>16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503164" y="4713478"/>
            <a:ext cx="228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egoe UI Light"/>
                <a:cs typeface="Segoe UI Light"/>
              </a:rPr>
              <a:t>2</a:t>
            </a:r>
            <a:r>
              <a:rPr dirty="0" sz="900" spc="-10">
                <a:latin typeface="Segoe UI Light"/>
                <a:cs typeface="Segoe UI Light"/>
              </a:rPr>
              <a:t>0</a:t>
            </a:r>
            <a:r>
              <a:rPr dirty="0" sz="900">
                <a:latin typeface="Segoe UI Light"/>
                <a:cs typeface="Segoe UI Light"/>
              </a:rPr>
              <a:t>17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177026" y="4713478"/>
            <a:ext cx="23050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egoe UI Light"/>
                <a:cs typeface="Segoe UI Light"/>
              </a:rPr>
              <a:t>2</a:t>
            </a:r>
            <a:r>
              <a:rPr dirty="0" sz="900" spc="-10">
                <a:latin typeface="Segoe UI Light"/>
                <a:cs typeface="Segoe UI Light"/>
              </a:rPr>
              <a:t>0</a:t>
            </a:r>
            <a:r>
              <a:rPr dirty="0" sz="900">
                <a:latin typeface="Segoe UI Light"/>
                <a:cs typeface="Segoe UI Light"/>
              </a:rPr>
              <a:t>18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353055" y="2171700"/>
            <a:ext cx="2528570" cy="20764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9845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235"/>
              </a:spcBef>
            </a:pP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RESTAURANTS</a:t>
            </a:r>
            <a:r>
              <a:rPr dirty="0" sz="10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OPENED</a:t>
            </a:r>
            <a:r>
              <a:rPr dirty="0" sz="10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dirty="0" sz="1000" spc="-1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DIFFERENT</a:t>
            </a:r>
            <a:r>
              <a:rPr dirty="0" sz="10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 spc="5">
                <a:solidFill>
                  <a:srgbClr val="FFFFFF"/>
                </a:solidFill>
                <a:latin typeface="Segoe UI Light"/>
                <a:cs typeface="Segoe UI Light"/>
              </a:rPr>
              <a:t>YEARS</a:t>
            </a:r>
            <a:endParaRPr sz="1000">
              <a:latin typeface="Segoe UI Light"/>
              <a:cs typeface="Segoe UI Light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64236" y="2052827"/>
            <a:ext cx="6494145" cy="3870960"/>
          </a:xfrm>
          <a:custGeom>
            <a:avLst/>
            <a:gdLst/>
            <a:ahLst/>
            <a:cxnLst/>
            <a:rect l="l" t="t" r="r" b="b"/>
            <a:pathLst>
              <a:path w="6494145" h="3870960">
                <a:moveTo>
                  <a:pt x="0" y="3870960"/>
                </a:moveTo>
                <a:lnTo>
                  <a:pt x="6493764" y="3870960"/>
                </a:lnTo>
                <a:lnTo>
                  <a:pt x="6493764" y="0"/>
                </a:lnTo>
                <a:lnTo>
                  <a:pt x="0" y="0"/>
                </a:lnTo>
                <a:lnTo>
                  <a:pt x="0" y="387096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17635" y="484631"/>
            <a:ext cx="3674110" cy="76200"/>
          </a:xfrm>
          <a:custGeom>
            <a:avLst/>
            <a:gdLst/>
            <a:ahLst/>
            <a:cxnLst/>
            <a:rect l="l" t="t" r="r" b="b"/>
            <a:pathLst>
              <a:path w="3674109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674109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3674109" h="76200">
                <a:moveTo>
                  <a:pt x="3673983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3673983" y="44450"/>
                </a:lnTo>
                <a:lnTo>
                  <a:pt x="3673983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Zomato</a:t>
            </a:r>
            <a:r>
              <a:rPr dirty="0" spc="-40"/>
              <a:t> </a:t>
            </a:r>
            <a:r>
              <a:rPr dirty="0" spc="-165"/>
              <a:t>Restau</a:t>
            </a:r>
            <a:r>
              <a:rPr dirty="0" spc="-114"/>
              <a:t>r</a:t>
            </a:r>
            <a:r>
              <a:rPr dirty="0" spc="-105"/>
              <a:t>an</a:t>
            </a:r>
            <a:r>
              <a:rPr dirty="0" spc="-70"/>
              <a:t>t</a:t>
            </a:r>
            <a:r>
              <a:rPr dirty="0" spc="-40"/>
              <a:t> </a:t>
            </a:r>
            <a:r>
              <a:rPr dirty="0" spc="5"/>
              <a:t>Anal</a:t>
            </a:r>
            <a:r>
              <a:rPr dirty="0"/>
              <a:t>y</a:t>
            </a:r>
            <a:r>
              <a:rPr dirty="0" spc="-200"/>
              <a:t>sis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3658870" cy="76200"/>
          </a:xfrm>
          <a:custGeom>
            <a:avLst/>
            <a:gdLst/>
            <a:ahLst/>
            <a:cxnLst/>
            <a:rect l="l" t="t" r="r" b="b"/>
            <a:pathLst>
              <a:path w="3658870" h="76200">
                <a:moveTo>
                  <a:pt x="3620262" y="0"/>
                </a:moveTo>
                <a:lnTo>
                  <a:pt x="3605414" y="2988"/>
                </a:lnTo>
                <a:lnTo>
                  <a:pt x="3593306" y="11144"/>
                </a:lnTo>
                <a:lnTo>
                  <a:pt x="3585150" y="23252"/>
                </a:lnTo>
                <a:lnTo>
                  <a:pt x="3582162" y="38100"/>
                </a:lnTo>
                <a:lnTo>
                  <a:pt x="3585150" y="52947"/>
                </a:lnTo>
                <a:lnTo>
                  <a:pt x="3593306" y="65055"/>
                </a:lnTo>
                <a:lnTo>
                  <a:pt x="3605414" y="73211"/>
                </a:lnTo>
                <a:lnTo>
                  <a:pt x="3620262" y="76200"/>
                </a:lnTo>
                <a:lnTo>
                  <a:pt x="3635109" y="73211"/>
                </a:lnTo>
                <a:lnTo>
                  <a:pt x="3647217" y="65055"/>
                </a:lnTo>
                <a:lnTo>
                  <a:pt x="3655373" y="52947"/>
                </a:lnTo>
                <a:lnTo>
                  <a:pt x="3657083" y="44450"/>
                </a:lnTo>
                <a:lnTo>
                  <a:pt x="3620262" y="44450"/>
                </a:lnTo>
                <a:lnTo>
                  <a:pt x="3620262" y="31750"/>
                </a:lnTo>
                <a:lnTo>
                  <a:pt x="3657083" y="31750"/>
                </a:lnTo>
                <a:lnTo>
                  <a:pt x="3655373" y="23252"/>
                </a:lnTo>
                <a:lnTo>
                  <a:pt x="3647217" y="11144"/>
                </a:lnTo>
                <a:lnTo>
                  <a:pt x="3635109" y="2988"/>
                </a:lnTo>
                <a:lnTo>
                  <a:pt x="3620262" y="0"/>
                </a:lnTo>
                <a:close/>
              </a:path>
              <a:path w="3658870" h="76200">
                <a:moveTo>
                  <a:pt x="358344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83440" y="44450"/>
                </a:lnTo>
                <a:lnTo>
                  <a:pt x="3582162" y="38100"/>
                </a:lnTo>
                <a:lnTo>
                  <a:pt x="3583440" y="31750"/>
                </a:lnTo>
                <a:close/>
              </a:path>
              <a:path w="3658870" h="76200">
                <a:moveTo>
                  <a:pt x="3657083" y="31750"/>
                </a:moveTo>
                <a:lnTo>
                  <a:pt x="3620262" y="31750"/>
                </a:lnTo>
                <a:lnTo>
                  <a:pt x="3620262" y="44450"/>
                </a:lnTo>
                <a:lnTo>
                  <a:pt x="3657083" y="44450"/>
                </a:lnTo>
                <a:lnTo>
                  <a:pt x="3658362" y="38100"/>
                </a:lnTo>
                <a:lnTo>
                  <a:pt x="3657083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429245" y="5542325"/>
            <a:ext cx="4211955" cy="990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3100"/>
              </a:lnSpc>
              <a:spcBef>
                <a:spcPts val="90"/>
              </a:spcBef>
            </a:pP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The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price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range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shows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a</a:t>
            </a:r>
            <a:r>
              <a:rPr dirty="0" sz="1400" spc="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continuous</a:t>
            </a:r>
            <a:r>
              <a:rPr dirty="0" sz="1400" spc="-4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decline</a:t>
            </a:r>
            <a:r>
              <a:rPr dirty="0" sz="1400" spc="-2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in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number</a:t>
            </a:r>
            <a:r>
              <a:rPr dirty="0" sz="1400" spc="-2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 </a:t>
            </a:r>
            <a:r>
              <a:rPr dirty="0" sz="1400" spc="-30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restaurants.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Maximum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number of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 have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a </a:t>
            </a:r>
            <a:r>
              <a:rPr dirty="0" sz="1400" spc="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price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range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 1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where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as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least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number of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have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price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range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7022" y="5703823"/>
            <a:ext cx="4180204" cy="7480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12900"/>
              </a:lnSpc>
              <a:spcBef>
                <a:spcPts val="95"/>
              </a:spcBef>
            </a:pP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Maximum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number of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were considered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as </a:t>
            </a:r>
            <a:r>
              <a:rPr dirty="0" sz="1400" spc="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Good 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rated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restaurants.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For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these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restaurants, ratings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lie </a:t>
            </a:r>
            <a:r>
              <a:rPr dirty="0" sz="1400" spc="-30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between</a:t>
            </a:r>
            <a:r>
              <a:rPr dirty="0" sz="1400" spc="-6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3.0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–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4.0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316211" y="5253228"/>
            <a:ext cx="219710" cy="287020"/>
          </a:xfrm>
          <a:custGeom>
            <a:avLst/>
            <a:gdLst/>
            <a:ahLst/>
            <a:cxnLst/>
            <a:rect l="l" t="t" r="r" b="b"/>
            <a:pathLst>
              <a:path w="219709" h="287020">
                <a:moveTo>
                  <a:pt x="140081" y="0"/>
                </a:moveTo>
                <a:lnTo>
                  <a:pt x="4699" y="0"/>
                </a:lnTo>
                <a:lnTo>
                  <a:pt x="2794" y="381"/>
                </a:lnTo>
                <a:lnTo>
                  <a:pt x="1143" y="1143"/>
                </a:lnTo>
                <a:lnTo>
                  <a:pt x="381" y="2794"/>
                </a:lnTo>
                <a:lnTo>
                  <a:pt x="0" y="4318"/>
                </a:lnTo>
                <a:lnTo>
                  <a:pt x="0" y="281813"/>
                </a:lnTo>
                <a:lnTo>
                  <a:pt x="381" y="283718"/>
                </a:lnTo>
                <a:lnTo>
                  <a:pt x="1143" y="285369"/>
                </a:lnTo>
                <a:lnTo>
                  <a:pt x="2794" y="286131"/>
                </a:lnTo>
                <a:lnTo>
                  <a:pt x="4699" y="286512"/>
                </a:lnTo>
                <a:lnTo>
                  <a:pt x="214630" y="286512"/>
                </a:lnTo>
                <a:lnTo>
                  <a:pt x="216662" y="286131"/>
                </a:lnTo>
                <a:lnTo>
                  <a:pt x="218313" y="285369"/>
                </a:lnTo>
                <a:lnTo>
                  <a:pt x="219075" y="283718"/>
                </a:lnTo>
                <a:lnTo>
                  <a:pt x="219456" y="281813"/>
                </a:lnTo>
                <a:lnTo>
                  <a:pt x="219456" y="238887"/>
                </a:lnTo>
                <a:lnTo>
                  <a:pt x="42799" y="238887"/>
                </a:lnTo>
                <a:lnTo>
                  <a:pt x="41275" y="238506"/>
                </a:lnTo>
                <a:lnTo>
                  <a:pt x="39243" y="237744"/>
                </a:lnTo>
                <a:lnTo>
                  <a:pt x="38100" y="236093"/>
                </a:lnTo>
                <a:lnTo>
                  <a:pt x="37719" y="234188"/>
                </a:lnTo>
                <a:lnTo>
                  <a:pt x="37719" y="95631"/>
                </a:lnTo>
                <a:lnTo>
                  <a:pt x="38100" y="93599"/>
                </a:lnTo>
                <a:lnTo>
                  <a:pt x="39243" y="92075"/>
                </a:lnTo>
                <a:lnTo>
                  <a:pt x="41275" y="91313"/>
                </a:lnTo>
                <a:lnTo>
                  <a:pt x="42799" y="90932"/>
                </a:lnTo>
                <a:lnTo>
                  <a:pt x="219456" y="90932"/>
                </a:lnTo>
                <a:lnTo>
                  <a:pt x="219456" y="80899"/>
                </a:lnTo>
                <a:lnTo>
                  <a:pt x="138049" y="80899"/>
                </a:lnTo>
                <a:lnTo>
                  <a:pt x="138049" y="4318"/>
                </a:lnTo>
                <a:lnTo>
                  <a:pt x="144907" y="4318"/>
                </a:lnTo>
                <a:lnTo>
                  <a:pt x="141732" y="1143"/>
                </a:lnTo>
                <a:lnTo>
                  <a:pt x="140081" y="0"/>
                </a:lnTo>
                <a:close/>
              </a:path>
              <a:path w="219709" h="287020">
                <a:moveTo>
                  <a:pt x="94869" y="155956"/>
                </a:moveTo>
                <a:lnTo>
                  <a:pt x="47625" y="198374"/>
                </a:lnTo>
                <a:lnTo>
                  <a:pt x="47625" y="228981"/>
                </a:lnTo>
                <a:lnTo>
                  <a:pt x="178562" y="228981"/>
                </a:lnTo>
                <a:lnTo>
                  <a:pt x="180594" y="229362"/>
                </a:lnTo>
                <a:lnTo>
                  <a:pt x="181737" y="230505"/>
                </a:lnTo>
                <a:lnTo>
                  <a:pt x="183007" y="232156"/>
                </a:lnTo>
                <a:lnTo>
                  <a:pt x="183388" y="234188"/>
                </a:lnTo>
                <a:lnTo>
                  <a:pt x="183007" y="236093"/>
                </a:lnTo>
                <a:lnTo>
                  <a:pt x="181737" y="237744"/>
                </a:lnTo>
                <a:lnTo>
                  <a:pt x="180594" y="238506"/>
                </a:lnTo>
                <a:lnTo>
                  <a:pt x="178562" y="238887"/>
                </a:lnTo>
                <a:lnTo>
                  <a:pt x="219456" y="238887"/>
                </a:lnTo>
                <a:lnTo>
                  <a:pt x="219456" y="178181"/>
                </a:lnTo>
                <a:lnTo>
                  <a:pt x="129413" y="178181"/>
                </a:lnTo>
                <a:lnTo>
                  <a:pt x="127762" y="177800"/>
                </a:lnTo>
                <a:lnTo>
                  <a:pt x="94869" y="155956"/>
                </a:lnTo>
                <a:close/>
              </a:path>
              <a:path w="219709" h="287020">
                <a:moveTo>
                  <a:pt x="219456" y="90932"/>
                </a:moveTo>
                <a:lnTo>
                  <a:pt x="42799" y="90932"/>
                </a:lnTo>
                <a:lnTo>
                  <a:pt x="44831" y="91313"/>
                </a:lnTo>
                <a:lnTo>
                  <a:pt x="46482" y="92075"/>
                </a:lnTo>
                <a:lnTo>
                  <a:pt x="47244" y="93599"/>
                </a:lnTo>
                <a:lnTo>
                  <a:pt x="47625" y="95631"/>
                </a:lnTo>
                <a:lnTo>
                  <a:pt x="47625" y="185293"/>
                </a:lnTo>
                <a:lnTo>
                  <a:pt x="91313" y="146050"/>
                </a:lnTo>
                <a:lnTo>
                  <a:pt x="92456" y="144780"/>
                </a:lnTo>
                <a:lnTo>
                  <a:pt x="94107" y="144399"/>
                </a:lnTo>
                <a:lnTo>
                  <a:pt x="151203" y="144399"/>
                </a:lnTo>
                <a:lnTo>
                  <a:pt x="172974" y="121412"/>
                </a:lnTo>
                <a:lnTo>
                  <a:pt x="174625" y="120269"/>
                </a:lnTo>
                <a:lnTo>
                  <a:pt x="176657" y="119507"/>
                </a:lnTo>
                <a:lnTo>
                  <a:pt x="219456" y="119507"/>
                </a:lnTo>
                <a:lnTo>
                  <a:pt x="219456" y="90932"/>
                </a:lnTo>
                <a:close/>
              </a:path>
              <a:path w="219709" h="287020">
                <a:moveTo>
                  <a:pt x="219456" y="119507"/>
                </a:moveTo>
                <a:lnTo>
                  <a:pt x="177419" y="119507"/>
                </a:lnTo>
                <a:lnTo>
                  <a:pt x="178943" y="120269"/>
                </a:lnTo>
                <a:lnTo>
                  <a:pt x="179832" y="120650"/>
                </a:lnTo>
                <a:lnTo>
                  <a:pt x="180975" y="122174"/>
                </a:lnTo>
                <a:lnTo>
                  <a:pt x="181356" y="124206"/>
                </a:lnTo>
                <a:lnTo>
                  <a:pt x="180975" y="125857"/>
                </a:lnTo>
                <a:lnTo>
                  <a:pt x="180213" y="127381"/>
                </a:lnTo>
                <a:lnTo>
                  <a:pt x="134112" y="177038"/>
                </a:lnTo>
                <a:lnTo>
                  <a:pt x="132588" y="177800"/>
                </a:lnTo>
                <a:lnTo>
                  <a:pt x="130937" y="178181"/>
                </a:lnTo>
                <a:lnTo>
                  <a:pt x="219456" y="178181"/>
                </a:lnTo>
                <a:lnTo>
                  <a:pt x="219456" y="119507"/>
                </a:lnTo>
                <a:close/>
              </a:path>
              <a:path w="219709" h="287020">
                <a:moveTo>
                  <a:pt x="151203" y="144399"/>
                </a:moveTo>
                <a:lnTo>
                  <a:pt x="94107" y="144399"/>
                </a:lnTo>
                <a:lnTo>
                  <a:pt x="95631" y="144780"/>
                </a:lnTo>
                <a:lnTo>
                  <a:pt x="96774" y="145669"/>
                </a:lnTo>
                <a:lnTo>
                  <a:pt x="129794" y="167005"/>
                </a:lnTo>
                <a:lnTo>
                  <a:pt x="151203" y="144399"/>
                </a:lnTo>
                <a:close/>
              </a:path>
              <a:path w="219709" h="287020">
                <a:moveTo>
                  <a:pt x="144907" y="4318"/>
                </a:moveTo>
                <a:lnTo>
                  <a:pt x="138049" y="4318"/>
                </a:lnTo>
                <a:lnTo>
                  <a:pt x="214630" y="80899"/>
                </a:lnTo>
                <a:lnTo>
                  <a:pt x="219456" y="80899"/>
                </a:lnTo>
                <a:lnTo>
                  <a:pt x="219075" y="79375"/>
                </a:lnTo>
                <a:lnTo>
                  <a:pt x="218313" y="77724"/>
                </a:lnTo>
                <a:lnTo>
                  <a:pt x="144907" y="4318"/>
                </a:lnTo>
                <a:close/>
              </a:path>
            </a:pathLst>
          </a:custGeom>
          <a:solidFill>
            <a:srgbClr val="0D829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871727" y="2369820"/>
            <a:ext cx="3032760" cy="2012314"/>
            <a:chOff x="871727" y="2369820"/>
            <a:chExt cx="3032760" cy="2012314"/>
          </a:xfrm>
        </p:grpSpPr>
        <p:sp>
          <p:nvSpPr>
            <p:cNvPr id="9" name="object 9"/>
            <p:cNvSpPr/>
            <p:nvPr/>
          </p:nvSpPr>
          <p:spPr>
            <a:xfrm>
              <a:off x="932688" y="2369819"/>
              <a:ext cx="2912745" cy="2007235"/>
            </a:xfrm>
            <a:custGeom>
              <a:avLst/>
              <a:gdLst/>
              <a:ahLst/>
              <a:cxnLst/>
              <a:rect l="l" t="t" r="r" b="b"/>
              <a:pathLst>
                <a:path w="2912745" h="2007235">
                  <a:moveTo>
                    <a:pt x="637032" y="0"/>
                  </a:moveTo>
                  <a:lnTo>
                    <a:pt x="0" y="0"/>
                  </a:lnTo>
                  <a:lnTo>
                    <a:pt x="0" y="2007108"/>
                  </a:lnTo>
                  <a:lnTo>
                    <a:pt x="637032" y="2007108"/>
                  </a:lnTo>
                  <a:lnTo>
                    <a:pt x="637032" y="0"/>
                  </a:lnTo>
                  <a:close/>
                </a:path>
                <a:path w="2912745" h="2007235">
                  <a:moveTo>
                    <a:pt x="1394460" y="594360"/>
                  </a:moveTo>
                  <a:lnTo>
                    <a:pt x="757428" y="594360"/>
                  </a:lnTo>
                  <a:lnTo>
                    <a:pt x="757428" y="2007108"/>
                  </a:lnTo>
                  <a:lnTo>
                    <a:pt x="1394460" y="2007108"/>
                  </a:lnTo>
                  <a:lnTo>
                    <a:pt x="1394460" y="594360"/>
                  </a:lnTo>
                  <a:close/>
                </a:path>
                <a:path w="2912745" h="2007235">
                  <a:moveTo>
                    <a:pt x="2153412" y="1370076"/>
                  </a:moveTo>
                  <a:lnTo>
                    <a:pt x="1516380" y="1370076"/>
                  </a:lnTo>
                  <a:lnTo>
                    <a:pt x="1516380" y="2007108"/>
                  </a:lnTo>
                  <a:lnTo>
                    <a:pt x="2153412" y="2007108"/>
                  </a:lnTo>
                  <a:lnTo>
                    <a:pt x="2153412" y="1370076"/>
                  </a:lnTo>
                  <a:close/>
                </a:path>
                <a:path w="2912745" h="2007235">
                  <a:moveTo>
                    <a:pt x="2912364" y="1741932"/>
                  </a:moveTo>
                  <a:lnTo>
                    <a:pt x="2275332" y="1741932"/>
                  </a:lnTo>
                  <a:lnTo>
                    <a:pt x="2275332" y="2007108"/>
                  </a:lnTo>
                  <a:lnTo>
                    <a:pt x="2912364" y="2007108"/>
                  </a:lnTo>
                  <a:lnTo>
                    <a:pt x="2912364" y="1741932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71727" y="4376927"/>
              <a:ext cx="3032760" cy="0"/>
            </a:xfrm>
            <a:custGeom>
              <a:avLst/>
              <a:gdLst/>
              <a:ahLst/>
              <a:cxnLst/>
              <a:rect l="l" t="t" r="r" b="b"/>
              <a:pathLst>
                <a:path w="3032760" h="0">
                  <a:moveTo>
                    <a:pt x="0" y="0"/>
                  </a:moveTo>
                  <a:lnTo>
                    <a:pt x="3032760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092708" y="2407920"/>
            <a:ext cx="315595" cy="18923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7940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220"/>
              </a:spcBef>
            </a:pP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4423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1472" y="3002279"/>
            <a:ext cx="276225" cy="19050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8575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225"/>
              </a:spcBef>
            </a:pP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3113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19755" y="3777996"/>
            <a:ext cx="295910" cy="19050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857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225"/>
              </a:spcBef>
            </a:pP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1405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00044" y="4149852"/>
            <a:ext cx="253365" cy="18923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857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225"/>
              </a:spcBef>
            </a:pP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586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6655" y="1607819"/>
            <a:ext cx="3390900" cy="323723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50">
              <a:latin typeface="Times New Roman"/>
              <a:cs typeface="Times New Roman"/>
            </a:endParaRPr>
          </a:p>
          <a:p>
            <a:pPr marL="553720">
              <a:lnSpc>
                <a:spcPct val="100000"/>
              </a:lnSpc>
              <a:tabLst>
                <a:tab pos="1303020" algn="l"/>
                <a:tab pos="2061210" algn="l"/>
                <a:tab pos="2818765" algn="l"/>
              </a:tabLst>
            </a:pPr>
            <a:r>
              <a:rPr dirty="0" sz="900">
                <a:solidFill>
                  <a:srgbClr val="575757"/>
                </a:solidFill>
                <a:latin typeface="Segoe UI Light"/>
                <a:cs typeface="Segoe UI Light"/>
              </a:rPr>
              <a:t>1	2	3	4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0432" y="1776983"/>
            <a:ext cx="2414270" cy="20764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9845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235"/>
              </a:spcBef>
            </a:pP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RESTAURANTS</a:t>
            </a:r>
            <a:r>
              <a:rPr dirty="0" sz="1000" spc="-5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dirty="0" sz="1000" spc="-1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DIFFERENT</a:t>
            </a:r>
            <a:r>
              <a:rPr dirty="0" sz="10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PRICE</a:t>
            </a:r>
            <a:r>
              <a:rPr dirty="0" sz="1000" spc="-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RANGE</a:t>
            </a:r>
            <a:endParaRPr sz="1000">
              <a:latin typeface="Segoe UI Light"/>
              <a:cs typeface="Segoe UI Ligh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789164" y="4270247"/>
            <a:ext cx="1554480" cy="457200"/>
            <a:chOff x="7789164" y="4270247"/>
            <a:chExt cx="1554480" cy="457200"/>
          </a:xfrm>
        </p:grpSpPr>
        <p:sp>
          <p:nvSpPr>
            <p:cNvPr id="18" name="object 18"/>
            <p:cNvSpPr/>
            <p:nvPr/>
          </p:nvSpPr>
          <p:spPr>
            <a:xfrm>
              <a:off x="7789164" y="4270247"/>
              <a:ext cx="187960" cy="457200"/>
            </a:xfrm>
            <a:custGeom>
              <a:avLst/>
              <a:gdLst/>
              <a:ahLst/>
              <a:cxnLst/>
              <a:rect l="l" t="t" r="r" b="b"/>
              <a:pathLst>
                <a:path w="187959" h="457200">
                  <a:moveTo>
                    <a:pt x="187451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87451" y="457200"/>
                  </a:lnTo>
                  <a:lnTo>
                    <a:pt x="187451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014716" y="4351019"/>
              <a:ext cx="1329055" cy="297180"/>
            </a:xfrm>
            <a:custGeom>
              <a:avLst/>
              <a:gdLst/>
              <a:ahLst/>
              <a:cxnLst/>
              <a:rect l="l" t="t" r="r" b="b"/>
              <a:pathLst>
                <a:path w="1329054" h="297179">
                  <a:moveTo>
                    <a:pt x="1328927" y="0"/>
                  </a:moveTo>
                  <a:lnTo>
                    <a:pt x="0" y="0"/>
                  </a:lnTo>
                  <a:lnTo>
                    <a:pt x="0" y="297179"/>
                  </a:lnTo>
                  <a:lnTo>
                    <a:pt x="1328927" y="297179"/>
                  </a:lnTo>
                  <a:lnTo>
                    <a:pt x="13289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7789164" y="2185416"/>
            <a:ext cx="2849880" cy="457200"/>
          </a:xfrm>
          <a:custGeom>
            <a:avLst/>
            <a:gdLst/>
            <a:ahLst/>
            <a:cxnLst/>
            <a:rect l="l" t="t" r="r" b="b"/>
            <a:pathLst>
              <a:path w="2849879" h="457200">
                <a:moveTo>
                  <a:pt x="2849879" y="0"/>
                </a:moveTo>
                <a:lnTo>
                  <a:pt x="0" y="0"/>
                </a:lnTo>
                <a:lnTo>
                  <a:pt x="0" y="457200"/>
                </a:lnTo>
                <a:lnTo>
                  <a:pt x="2849879" y="457200"/>
                </a:lnTo>
                <a:lnTo>
                  <a:pt x="2849879" y="0"/>
                </a:lnTo>
                <a:close/>
              </a:path>
            </a:pathLst>
          </a:custGeom>
          <a:solidFill>
            <a:srgbClr val="E1051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7724965" y="1583245"/>
          <a:ext cx="3405504" cy="3266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3495"/>
                <a:gridCol w="827405"/>
              </a:tblGrid>
              <a:tr h="68122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912494">
                        <a:lnSpc>
                          <a:spcPct val="100000"/>
                        </a:lnSpc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Ratings</a:t>
                      </a:r>
                      <a:r>
                        <a:rPr dirty="0" sz="1100" spc="-45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dirty="0" sz="1100" spc="1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For</a:t>
                      </a:r>
                      <a:r>
                        <a:rPr dirty="0" sz="1100" spc="-55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dirty="0" sz="1100" spc="-5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Restaurants</a:t>
                      </a:r>
                      <a:endParaRPr sz="1100">
                        <a:latin typeface="Segoe UI Light"/>
                        <a:cs typeface="Segoe UI Light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9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E10512"/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80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Good</a:t>
                      </a:r>
                      <a:r>
                        <a:rPr dirty="0" sz="800" spc="-2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dirty="0" sz="80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45</a:t>
                      </a:r>
                      <a:r>
                        <a:rPr dirty="0" sz="800" spc="-5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7</a:t>
                      </a:r>
                      <a:r>
                        <a:rPr dirty="0" sz="80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2</a:t>
                      </a:r>
                      <a:endParaRPr sz="800">
                        <a:latin typeface="Segoe UI Light"/>
                        <a:cs typeface="Segoe UI Light"/>
                      </a:endParaRPr>
                    </a:p>
                  </a:txBody>
                  <a:tcPr marL="0" marR="0" marB="0" marT="85725">
                    <a:solidFill>
                      <a:srgbClr val="000000"/>
                    </a:solidFill>
                  </a:tcPr>
                </a:tc>
              </a:tr>
              <a:tr h="228599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L="403225">
                        <a:lnSpc>
                          <a:spcPct val="100000"/>
                        </a:lnSpc>
                      </a:pPr>
                      <a:r>
                        <a:rPr dirty="0" sz="800" spc="-5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Poor</a:t>
                      </a:r>
                      <a:r>
                        <a:rPr dirty="0" sz="800" spc="-5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dirty="0" sz="80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2151</a:t>
                      </a:r>
                      <a:endParaRPr sz="800">
                        <a:latin typeface="Segoe UI Light"/>
                        <a:cs typeface="Segoe UI Ligh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23876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80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Average</a:t>
                      </a:r>
                      <a:r>
                        <a:rPr dirty="0" sz="800" spc="-55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dirty="0" sz="80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1430</a:t>
                      </a:r>
                      <a:endParaRPr sz="800">
                        <a:latin typeface="Segoe UI Light"/>
                        <a:cs typeface="Segoe UI Ligh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06426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800" spc="-5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Very</a:t>
                      </a:r>
                      <a:r>
                        <a:rPr dirty="0" sz="800" spc="-35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dirty="0" sz="80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Good</a:t>
                      </a:r>
                      <a:r>
                        <a:rPr dirty="0" sz="800" spc="-4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dirty="0" sz="80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1075</a:t>
                      </a:r>
                      <a:endParaRPr sz="800">
                        <a:latin typeface="Segoe UI Light"/>
                        <a:cs typeface="Segoe UI Ligh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2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80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E</a:t>
                      </a:r>
                      <a:r>
                        <a:rPr dirty="0" sz="800" spc="-5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x</a:t>
                      </a:r>
                      <a:r>
                        <a:rPr dirty="0" sz="80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cellent</a:t>
                      </a:r>
                      <a:r>
                        <a:rPr dirty="0" sz="800" spc="-35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dirty="0" sz="800" spc="5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299</a:t>
                      </a:r>
                      <a:endParaRPr sz="800">
                        <a:latin typeface="Segoe UI Light"/>
                        <a:cs typeface="Segoe UI Light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22" name="object 22"/>
          <p:cNvGrpSpPr/>
          <p:nvPr/>
        </p:nvGrpSpPr>
        <p:grpSpPr>
          <a:xfrm>
            <a:off x="7789164" y="3749040"/>
            <a:ext cx="1979930" cy="457200"/>
            <a:chOff x="7789164" y="3749040"/>
            <a:chExt cx="1979930" cy="457200"/>
          </a:xfrm>
        </p:grpSpPr>
        <p:sp>
          <p:nvSpPr>
            <p:cNvPr id="23" name="object 23"/>
            <p:cNvSpPr/>
            <p:nvPr/>
          </p:nvSpPr>
          <p:spPr>
            <a:xfrm>
              <a:off x="7789164" y="3749040"/>
              <a:ext cx="670560" cy="457200"/>
            </a:xfrm>
            <a:custGeom>
              <a:avLst/>
              <a:gdLst/>
              <a:ahLst/>
              <a:cxnLst/>
              <a:rect l="l" t="t" r="r" b="b"/>
              <a:pathLst>
                <a:path w="670559" h="457200">
                  <a:moveTo>
                    <a:pt x="67055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670559" y="457200"/>
                  </a:lnTo>
                  <a:lnTo>
                    <a:pt x="670559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497824" y="3837432"/>
              <a:ext cx="1271270" cy="280670"/>
            </a:xfrm>
            <a:custGeom>
              <a:avLst/>
              <a:gdLst/>
              <a:ahLst/>
              <a:cxnLst/>
              <a:rect l="l" t="t" r="r" b="b"/>
              <a:pathLst>
                <a:path w="1271270" h="280670">
                  <a:moveTo>
                    <a:pt x="1271016" y="0"/>
                  </a:moveTo>
                  <a:lnTo>
                    <a:pt x="0" y="0"/>
                  </a:lnTo>
                  <a:lnTo>
                    <a:pt x="0" y="280415"/>
                  </a:lnTo>
                  <a:lnTo>
                    <a:pt x="1271016" y="280415"/>
                  </a:lnTo>
                  <a:lnTo>
                    <a:pt x="1271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7789164" y="3227832"/>
            <a:ext cx="2094230" cy="457200"/>
            <a:chOff x="7789164" y="3227832"/>
            <a:chExt cx="2094230" cy="457200"/>
          </a:xfrm>
        </p:grpSpPr>
        <p:sp>
          <p:nvSpPr>
            <p:cNvPr id="26" name="object 26"/>
            <p:cNvSpPr/>
            <p:nvPr/>
          </p:nvSpPr>
          <p:spPr>
            <a:xfrm>
              <a:off x="7789164" y="3227832"/>
              <a:ext cx="891540" cy="457200"/>
            </a:xfrm>
            <a:custGeom>
              <a:avLst/>
              <a:gdLst/>
              <a:ahLst/>
              <a:cxnLst/>
              <a:rect l="l" t="t" r="r" b="b"/>
              <a:pathLst>
                <a:path w="891540" h="457200">
                  <a:moveTo>
                    <a:pt x="891539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891539" y="457199"/>
                  </a:lnTo>
                  <a:lnTo>
                    <a:pt x="891539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718804" y="3316224"/>
              <a:ext cx="1164590" cy="280670"/>
            </a:xfrm>
            <a:custGeom>
              <a:avLst/>
              <a:gdLst/>
              <a:ahLst/>
              <a:cxnLst/>
              <a:rect l="l" t="t" r="r" b="b"/>
              <a:pathLst>
                <a:path w="1164590" h="280670">
                  <a:moveTo>
                    <a:pt x="1164336" y="0"/>
                  </a:moveTo>
                  <a:lnTo>
                    <a:pt x="0" y="0"/>
                  </a:lnTo>
                  <a:lnTo>
                    <a:pt x="0" y="280415"/>
                  </a:lnTo>
                  <a:lnTo>
                    <a:pt x="1164336" y="280415"/>
                  </a:lnTo>
                  <a:lnTo>
                    <a:pt x="11643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7789164" y="2706623"/>
            <a:ext cx="2295525" cy="457200"/>
            <a:chOff x="7789164" y="2706623"/>
            <a:chExt cx="2295525" cy="457200"/>
          </a:xfrm>
        </p:grpSpPr>
        <p:sp>
          <p:nvSpPr>
            <p:cNvPr id="29" name="object 29"/>
            <p:cNvSpPr/>
            <p:nvPr/>
          </p:nvSpPr>
          <p:spPr>
            <a:xfrm>
              <a:off x="7789164" y="2706623"/>
              <a:ext cx="1341120" cy="457200"/>
            </a:xfrm>
            <a:custGeom>
              <a:avLst/>
              <a:gdLst/>
              <a:ahLst/>
              <a:cxnLst/>
              <a:rect l="l" t="t" r="r" b="b"/>
              <a:pathLst>
                <a:path w="1341120" h="457200">
                  <a:moveTo>
                    <a:pt x="134111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341119" y="457200"/>
                  </a:lnTo>
                  <a:lnTo>
                    <a:pt x="1341119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168384" y="2795015"/>
              <a:ext cx="916305" cy="280670"/>
            </a:xfrm>
            <a:custGeom>
              <a:avLst/>
              <a:gdLst/>
              <a:ahLst/>
              <a:cxnLst/>
              <a:rect l="l" t="t" r="r" b="b"/>
              <a:pathLst>
                <a:path w="916304" h="280669">
                  <a:moveTo>
                    <a:pt x="915924" y="0"/>
                  </a:moveTo>
                  <a:lnTo>
                    <a:pt x="0" y="0"/>
                  </a:lnTo>
                  <a:lnTo>
                    <a:pt x="0" y="280415"/>
                  </a:lnTo>
                  <a:lnTo>
                    <a:pt x="915924" y="280415"/>
                  </a:lnTo>
                  <a:lnTo>
                    <a:pt x="9159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/>
          <p:nvPr/>
        </p:nvSpPr>
        <p:spPr>
          <a:xfrm>
            <a:off x="8606028" y="1728216"/>
            <a:ext cx="1440180" cy="224154"/>
          </a:xfrm>
          <a:custGeom>
            <a:avLst/>
            <a:gdLst/>
            <a:ahLst/>
            <a:cxnLst/>
            <a:rect l="l" t="t" r="r" b="b"/>
            <a:pathLst>
              <a:path w="1440179" h="224155">
                <a:moveTo>
                  <a:pt x="1440179" y="0"/>
                </a:moveTo>
                <a:lnTo>
                  <a:pt x="0" y="0"/>
                </a:lnTo>
                <a:lnTo>
                  <a:pt x="0" y="224027"/>
                </a:lnTo>
                <a:lnTo>
                  <a:pt x="1440179" y="224027"/>
                </a:lnTo>
                <a:lnTo>
                  <a:pt x="14401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5688" y="5253228"/>
            <a:ext cx="288036" cy="286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01456" y="484631"/>
            <a:ext cx="3590925" cy="76200"/>
          </a:xfrm>
          <a:custGeom>
            <a:avLst/>
            <a:gdLst/>
            <a:ahLst/>
            <a:cxnLst/>
            <a:rect l="l" t="t" r="r" b="b"/>
            <a:pathLst>
              <a:path w="359092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590925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3590925" h="76200">
                <a:moveTo>
                  <a:pt x="359092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3590925" y="44450"/>
                </a:lnTo>
                <a:lnTo>
                  <a:pt x="359092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23259" y="127203"/>
            <a:ext cx="47472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Zomato </a:t>
            </a:r>
            <a:r>
              <a:rPr dirty="0" spc="-140"/>
              <a:t>Restaurant</a:t>
            </a:r>
            <a:r>
              <a:rPr dirty="0" spc="-60"/>
              <a:t> </a:t>
            </a:r>
            <a:r>
              <a:rPr dirty="0" spc="-70"/>
              <a:t>Analysis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3619500" cy="76200"/>
          </a:xfrm>
          <a:custGeom>
            <a:avLst/>
            <a:gdLst/>
            <a:ahLst/>
            <a:cxnLst/>
            <a:rect l="l" t="t" r="r" b="b"/>
            <a:pathLst>
              <a:path w="3619500" h="76200">
                <a:moveTo>
                  <a:pt x="3581400" y="0"/>
                </a:moveTo>
                <a:lnTo>
                  <a:pt x="3566552" y="2988"/>
                </a:lnTo>
                <a:lnTo>
                  <a:pt x="3554444" y="11144"/>
                </a:lnTo>
                <a:lnTo>
                  <a:pt x="3546288" y="23252"/>
                </a:lnTo>
                <a:lnTo>
                  <a:pt x="3543300" y="38100"/>
                </a:lnTo>
                <a:lnTo>
                  <a:pt x="3546288" y="52947"/>
                </a:lnTo>
                <a:lnTo>
                  <a:pt x="3554444" y="65055"/>
                </a:lnTo>
                <a:lnTo>
                  <a:pt x="3566552" y="73211"/>
                </a:lnTo>
                <a:lnTo>
                  <a:pt x="3581400" y="76200"/>
                </a:lnTo>
                <a:lnTo>
                  <a:pt x="3596247" y="73211"/>
                </a:lnTo>
                <a:lnTo>
                  <a:pt x="3608355" y="65055"/>
                </a:lnTo>
                <a:lnTo>
                  <a:pt x="3616511" y="52947"/>
                </a:lnTo>
                <a:lnTo>
                  <a:pt x="3618221" y="44450"/>
                </a:lnTo>
                <a:lnTo>
                  <a:pt x="3581400" y="44450"/>
                </a:lnTo>
                <a:lnTo>
                  <a:pt x="3581400" y="31750"/>
                </a:lnTo>
                <a:lnTo>
                  <a:pt x="3618221" y="31750"/>
                </a:lnTo>
                <a:lnTo>
                  <a:pt x="3616511" y="23252"/>
                </a:lnTo>
                <a:lnTo>
                  <a:pt x="3608355" y="11144"/>
                </a:lnTo>
                <a:lnTo>
                  <a:pt x="3596247" y="2988"/>
                </a:lnTo>
                <a:lnTo>
                  <a:pt x="3581400" y="0"/>
                </a:lnTo>
                <a:close/>
              </a:path>
              <a:path w="3619500" h="76200">
                <a:moveTo>
                  <a:pt x="354457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44578" y="44450"/>
                </a:lnTo>
                <a:lnTo>
                  <a:pt x="3543300" y="38100"/>
                </a:lnTo>
                <a:lnTo>
                  <a:pt x="3544578" y="31750"/>
                </a:lnTo>
                <a:close/>
              </a:path>
              <a:path w="3619500" h="76200">
                <a:moveTo>
                  <a:pt x="3618221" y="31750"/>
                </a:moveTo>
                <a:lnTo>
                  <a:pt x="3581400" y="31750"/>
                </a:lnTo>
                <a:lnTo>
                  <a:pt x="3581400" y="44450"/>
                </a:lnTo>
                <a:lnTo>
                  <a:pt x="3618221" y="44450"/>
                </a:lnTo>
                <a:lnTo>
                  <a:pt x="3619500" y="38100"/>
                </a:lnTo>
                <a:lnTo>
                  <a:pt x="3618221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52900" y="4879847"/>
            <a:ext cx="0" cy="1206500"/>
          </a:xfrm>
          <a:custGeom>
            <a:avLst/>
            <a:gdLst/>
            <a:ahLst/>
            <a:cxnLst/>
            <a:rect l="l" t="t" r="r" b="b"/>
            <a:pathLst>
              <a:path w="0" h="1206500">
                <a:moveTo>
                  <a:pt x="0" y="0"/>
                </a:moveTo>
                <a:lnTo>
                  <a:pt x="0" y="1206500"/>
                </a:lnTo>
              </a:path>
            </a:pathLst>
          </a:custGeom>
          <a:ln w="6350">
            <a:solidFill>
              <a:srgbClr val="09566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39100" y="4879847"/>
            <a:ext cx="0" cy="1206500"/>
          </a:xfrm>
          <a:custGeom>
            <a:avLst/>
            <a:gdLst/>
            <a:ahLst/>
            <a:cxnLst/>
            <a:rect l="l" t="t" r="r" b="b"/>
            <a:pathLst>
              <a:path w="0" h="1206500">
                <a:moveTo>
                  <a:pt x="0" y="0"/>
                </a:moveTo>
                <a:lnTo>
                  <a:pt x="0" y="1206500"/>
                </a:lnTo>
              </a:path>
            </a:pathLst>
          </a:custGeom>
          <a:ln w="6350">
            <a:solidFill>
              <a:srgbClr val="09566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00100" y="5090286"/>
            <a:ext cx="2806065" cy="9029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5">
                <a:solidFill>
                  <a:srgbClr val="0D8294"/>
                </a:solidFill>
                <a:latin typeface="Segoe UI Light"/>
                <a:cs typeface="Segoe UI Light"/>
              </a:rPr>
              <a:t>7076</a:t>
            </a:r>
            <a:r>
              <a:rPr dirty="0" sz="1800" spc="-35">
                <a:solidFill>
                  <a:srgbClr val="0D8294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0D8294"/>
                </a:solidFill>
                <a:latin typeface="Segoe UI Light"/>
                <a:cs typeface="Segoe UI Light"/>
              </a:rPr>
              <a:t>–</a:t>
            </a:r>
            <a:r>
              <a:rPr dirty="0" sz="1800" spc="-15">
                <a:solidFill>
                  <a:srgbClr val="0D8294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0D8294"/>
                </a:solidFill>
                <a:latin typeface="Segoe UI Light"/>
                <a:cs typeface="Segoe UI Light"/>
              </a:rPr>
              <a:t>No</a:t>
            </a:r>
            <a:r>
              <a:rPr dirty="0" sz="1800" spc="-5">
                <a:solidFill>
                  <a:srgbClr val="0D8294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0D8294"/>
                </a:solidFill>
                <a:latin typeface="Segoe UI Light"/>
                <a:cs typeface="Segoe UI Light"/>
              </a:rPr>
              <a:t>Online</a:t>
            </a:r>
            <a:r>
              <a:rPr dirty="0" sz="1800" spc="-25">
                <a:solidFill>
                  <a:srgbClr val="0D8294"/>
                </a:solidFill>
                <a:latin typeface="Segoe UI Light"/>
                <a:cs typeface="Segoe UI Light"/>
              </a:rPr>
              <a:t> </a:t>
            </a:r>
            <a:r>
              <a:rPr dirty="0" sz="1800" spc="15">
                <a:solidFill>
                  <a:srgbClr val="0D8294"/>
                </a:solidFill>
                <a:latin typeface="Segoe UI Light"/>
                <a:cs typeface="Segoe UI Light"/>
              </a:rPr>
              <a:t>Delivery</a:t>
            </a:r>
            <a:endParaRPr sz="1800">
              <a:latin typeface="Segoe UI Light"/>
              <a:cs typeface="Segoe UI Light"/>
            </a:endParaRPr>
          </a:p>
          <a:p>
            <a:pPr marL="95250">
              <a:lnSpc>
                <a:spcPct val="100000"/>
              </a:lnSpc>
              <a:spcBef>
                <a:spcPts val="1165"/>
              </a:spcBef>
            </a:pP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Almost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3/4</a:t>
            </a:r>
            <a:r>
              <a:rPr dirty="0" baseline="24691" sz="1350" b="1">
                <a:solidFill>
                  <a:srgbClr val="575757"/>
                </a:solidFill>
                <a:latin typeface="Calibri"/>
                <a:cs typeface="Calibri"/>
              </a:rPr>
              <a:t>th</a:t>
            </a:r>
            <a:r>
              <a:rPr dirty="0" baseline="24691" sz="1350" spc="15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</a:t>
            </a:r>
            <a:r>
              <a:rPr dirty="0" sz="1400" spc="-4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don’t</a:t>
            </a:r>
            <a:r>
              <a:rPr dirty="0" sz="1400" spc="-3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have</a:t>
            </a:r>
            <a:endParaRPr sz="1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15"/>
              </a:spcBef>
            </a:pP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the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facility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to</a:t>
            </a:r>
            <a:r>
              <a:rPr dirty="0" sz="1400" spc="-2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provide</a:t>
            </a:r>
            <a:r>
              <a:rPr dirty="0" sz="1400" spc="-4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online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delivery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32368" y="4889093"/>
            <a:ext cx="2659380" cy="990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95"/>
              </a:spcBef>
            </a:pP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Restaurants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with Online Delivery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have </a:t>
            </a:r>
            <a:r>
              <a:rPr dirty="0" sz="1400" spc="-15" b="1">
                <a:solidFill>
                  <a:srgbClr val="404040"/>
                </a:solidFill>
                <a:latin typeface="Calibri"/>
                <a:cs typeface="Calibri"/>
              </a:rPr>
              <a:t>Average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Rating of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3.29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Restaurants</a:t>
            </a:r>
            <a:r>
              <a:rPr dirty="0" sz="1400" spc="-7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without</a:t>
            </a:r>
            <a:r>
              <a:rPr dirty="0" sz="14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online</a:t>
            </a:r>
            <a:r>
              <a:rPr dirty="0" sz="14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delivery </a:t>
            </a:r>
            <a:r>
              <a:rPr dirty="0" sz="1400" spc="-30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dirty="0" sz="14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5" b="1">
                <a:solidFill>
                  <a:srgbClr val="404040"/>
                </a:solidFill>
                <a:latin typeface="Calibri"/>
                <a:cs typeface="Calibri"/>
              </a:rPr>
              <a:t>Average</a:t>
            </a:r>
            <a:r>
              <a:rPr dirty="0" sz="14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Rating</a:t>
            </a:r>
            <a:r>
              <a:rPr dirty="0" sz="14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2.75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26629" y="1849945"/>
            <a:ext cx="2183130" cy="2193925"/>
            <a:chOff x="1226629" y="1849945"/>
            <a:chExt cx="2183130" cy="2193925"/>
          </a:xfrm>
        </p:grpSpPr>
        <p:sp>
          <p:nvSpPr>
            <p:cNvPr id="10" name="object 10"/>
            <p:cNvSpPr/>
            <p:nvPr/>
          </p:nvSpPr>
          <p:spPr>
            <a:xfrm>
              <a:off x="1269250" y="1897252"/>
              <a:ext cx="2098040" cy="2098675"/>
            </a:xfrm>
            <a:custGeom>
              <a:avLst/>
              <a:gdLst/>
              <a:ahLst/>
              <a:cxnLst/>
              <a:rect l="l" t="t" r="r" b="b"/>
              <a:pathLst>
                <a:path w="2098040" h="2098675">
                  <a:moveTo>
                    <a:pt x="1048118" y="0"/>
                  </a:moveTo>
                  <a:lnTo>
                    <a:pt x="1048118" y="1049274"/>
                  </a:lnTo>
                  <a:lnTo>
                    <a:pt x="0" y="1097152"/>
                  </a:lnTo>
                  <a:lnTo>
                    <a:pt x="3257" y="1144881"/>
                  </a:lnTo>
                  <a:lnTo>
                    <a:pt x="8603" y="1191980"/>
                  </a:lnTo>
                  <a:lnTo>
                    <a:pt x="15991" y="1238405"/>
                  </a:lnTo>
                  <a:lnTo>
                    <a:pt x="25372" y="1284110"/>
                  </a:lnTo>
                  <a:lnTo>
                    <a:pt x="36701" y="1329052"/>
                  </a:lnTo>
                  <a:lnTo>
                    <a:pt x="49929" y="1373184"/>
                  </a:lnTo>
                  <a:lnTo>
                    <a:pt x="65010" y="1416462"/>
                  </a:lnTo>
                  <a:lnTo>
                    <a:pt x="81897" y="1458841"/>
                  </a:lnTo>
                  <a:lnTo>
                    <a:pt x="100542" y="1500275"/>
                  </a:lnTo>
                  <a:lnTo>
                    <a:pt x="120898" y="1540719"/>
                  </a:lnTo>
                  <a:lnTo>
                    <a:pt x="142919" y="1580130"/>
                  </a:lnTo>
                  <a:lnTo>
                    <a:pt x="166557" y="1618461"/>
                  </a:lnTo>
                  <a:lnTo>
                    <a:pt x="191764" y="1655667"/>
                  </a:lnTo>
                  <a:lnTo>
                    <a:pt x="218495" y="1691704"/>
                  </a:lnTo>
                  <a:lnTo>
                    <a:pt x="246701" y="1726526"/>
                  </a:lnTo>
                  <a:lnTo>
                    <a:pt x="276335" y="1760088"/>
                  </a:lnTo>
                  <a:lnTo>
                    <a:pt x="307351" y="1792346"/>
                  </a:lnTo>
                  <a:lnTo>
                    <a:pt x="339701" y="1823254"/>
                  </a:lnTo>
                  <a:lnTo>
                    <a:pt x="373338" y="1852767"/>
                  </a:lnTo>
                  <a:lnTo>
                    <a:pt x="408215" y="1880841"/>
                  </a:lnTo>
                  <a:lnTo>
                    <a:pt x="444285" y="1907430"/>
                  </a:lnTo>
                  <a:lnTo>
                    <a:pt x="481501" y="1932489"/>
                  </a:lnTo>
                  <a:lnTo>
                    <a:pt x="519815" y="1955973"/>
                  </a:lnTo>
                  <a:lnTo>
                    <a:pt x="559181" y="1977837"/>
                  </a:lnTo>
                  <a:lnTo>
                    <a:pt x="599551" y="1998036"/>
                  </a:lnTo>
                  <a:lnTo>
                    <a:pt x="640878" y="2016525"/>
                  </a:lnTo>
                  <a:lnTo>
                    <a:pt x="683115" y="2033259"/>
                  </a:lnTo>
                  <a:lnTo>
                    <a:pt x="726216" y="2048194"/>
                  </a:lnTo>
                  <a:lnTo>
                    <a:pt x="770131" y="2061283"/>
                  </a:lnTo>
                  <a:lnTo>
                    <a:pt x="814816" y="2072481"/>
                  </a:lnTo>
                  <a:lnTo>
                    <a:pt x="860222" y="2081745"/>
                  </a:lnTo>
                  <a:lnTo>
                    <a:pt x="906302" y="2089029"/>
                  </a:lnTo>
                  <a:lnTo>
                    <a:pt x="953010" y="2094287"/>
                  </a:lnTo>
                  <a:lnTo>
                    <a:pt x="1000297" y="2097475"/>
                  </a:lnTo>
                  <a:lnTo>
                    <a:pt x="1048118" y="2098548"/>
                  </a:lnTo>
                  <a:lnTo>
                    <a:pt x="1096148" y="2097468"/>
                  </a:lnTo>
                  <a:lnTo>
                    <a:pt x="1143625" y="2094259"/>
                  </a:lnTo>
                  <a:lnTo>
                    <a:pt x="1190501" y="2088969"/>
                  </a:lnTo>
                  <a:lnTo>
                    <a:pt x="1236731" y="2081642"/>
                  </a:lnTo>
                  <a:lnTo>
                    <a:pt x="1282269" y="2072326"/>
                  </a:lnTo>
                  <a:lnTo>
                    <a:pt x="1327067" y="2061067"/>
                  </a:lnTo>
                  <a:lnTo>
                    <a:pt x="1371080" y="2047910"/>
                  </a:lnTo>
                  <a:lnTo>
                    <a:pt x="1414261" y="2032903"/>
                  </a:lnTo>
                  <a:lnTo>
                    <a:pt x="1456564" y="2016091"/>
                  </a:lnTo>
                  <a:lnTo>
                    <a:pt x="1497942" y="1997521"/>
                  </a:lnTo>
                  <a:lnTo>
                    <a:pt x="1538350" y="1977239"/>
                  </a:lnTo>
                  <a:lnTo>
                    <a:pt x="1577741" y="1955292"/>
                  </a:lnTo>
                  <a:lnTo>
                    <a:pt x="1616068" y="1931725"/>
                  </a:lnTo>
                  <a:lnTo>
                    <a:pt x="1653285" y="1906585"/>
                  </a:lnTo>
                  <a:lnTo>
                    <a:pt x="1689347" y="1879919"/>
                  </a:lnTo>
                  <a:lnTo>
                    <a:pt x="1724206" y="1851772"/>
                  </a:lnTo>
                  <a:lnTo>
                    <a:pt x="1757816" y="1822192"/>
                  </a:lnTo>
                  <a:lnTo>
                    <a:pt x="1790131" y="1791223"/>
                  </a:lnTo>
                  <a:lnTo>
                    <a:pt x="1821105" y="1758914"/>
                  </a:lnTo>
                  <a:lnTo>
                    <a:pt x="1850691" y="1725309"/>
                  </a:lnTo>
                  <a:lnTo>
                    <a:pt x="1878843" y="1690455"/>
                  </a:lnTo>
                  <a:lnTo>
                    <a:pt x="1905514" y="1654399"/>
                  </a:lnTo>
                  <a:lnTo>
                    <a:pt x="1930658" y="1617186"/>
                  </a:lnTo>
                  <a:lnTo>
                    <a:pt x="1954230" y="1578864"/>
                  </a:lnTo>
                  <a:lnTo>
                    <a:pt x="1976182" y="1539477"/>
                  </a:lnTo>
                  <a:lnTo>
                    <a:pt x="1996468" y="1499074"/>
                  </a:lnTo>
                  <a:lnTo>
                    <a:pt x="2015042" y="1457700"/>
                  </a:lnTo>
                  <a:lnTo>
                    <a:pt x="2031858" y="1415400"/>
                  </a:lnTo>
                  <a:lnTo>
                    <a:pt x="2046869" y="1372223"/>
                  </a:lnTo>
                  <a:lnTo>
                    <a:pt x="2060029" y="1328213"/>
                  </a:lnTo>
                  <a:lnTo>
                    <a:pt x="2071291" y="1283418"/>
                  </a:lnTo>
                  <a:lnTo>
                    <a:pt x="2080609" y="1237883"/>
                  </a:lnTo>
                  <a:lnTo>
                    <a:pt x="2087938" y="1191654"/>
                  </a:lnTo>
                  <a:lnTo>
                    <a:pt x="2093230" y="1144779"/>
                  </a:lnTo>
                  <a:lnTo>
                    <a:pt x="2096439" y="1097304"/>
                  </a:lnTo>
                  <a:lnTo>
                    <a:pt x="2097519" y="1049274"/>
                  </a:lnTo>
                  <a:lnTo>
                    <a:pt x="2096439" y="1001243"/>
                  </a:lnTo>
                  <a:lnTo>
                    <a:pt x="2093230" y="953768"/>
                  </a:lnTo>
                  <a:lnTo>
                    <a:pt x="2087938" y="906893"/>
                  </a:lnTo>
                  <a:lnTo>
                    <a:pt x="2080609" y="860664"/>
                  </a:lnTo>
                  <a:lnTo>
                    <a:pt x="2071291" y="815129"/>
                  </a:lnTo>
                  <a:lnTo>
                    <a:pt x="2060029" y="770334"/>
                  </a:lnTo>
                  <a:lnTo>
                    <a:pt x="2046869" y="726324"/>
                  </a:lnTo>
                  <a:lnTo>
                    <a:pt x="2031858" y="683147"/>
                  </a:lnTo>
                  <a:lnTo>
                    <a:pt x="2015042" y="640847"/>
                  </a:lnTo>
                  <a:lnTo>
                    <a:pt x="1996468" y="599473"/>
                  </a:lnTo>
                  <a:lnTo>
                    <a:pt x="1976182" y="559070"/>
                  </a:lnTo>
                  <a:lnTo>
                    <a:pt x="1954230" y="519684"/>
                  </a:lnTo>
                  <a:lnTo>
                    <a:pt x="1930658" y="481361"/>
                  </a:lnTo>
                  <a:lnTo>
                    <a:pt x="1905514" y="444148"/>
                  </a:lnTo>
                  <a:lnTo>
                    <a:pt x="1878843" y="408092"/>
                  </a:lnTo>
                  <a:lnTo>
                    <a:pt x="1850691" y="373238"/>
                  </a:lnTo>
                  <a:lnTo>
                    <a:pt x="1821105" y="339633"/>
                  </a:lnTo>
                  <a:lnTo>
                    <a:pt x="1790131" y="307324"/>
                  </a:lnTo>
                  <a:lnTo>
                    <a:pt x="1757816" y="276355"/>
                  </a:lnTo>
                  <a:lnTo>
                    <a:pt x="1724206" y="246775"/>
                  </a:lnTo>
                  <a:lnTo>
                    <a:pt x="1689347" y="218628"/>
                  </a:lnTo>
                  <a:lnTo>
                    <a:pt x="1653285" y="191962"/>
                  </a:lnTo>
                  <a:lnTo>
                    <a:pt x="1616068" y="166822"/>
                  </a:lnTo>
                  <a:lnTo>
                    <a:pt x="1577741" y="143256"/>
                  </a:lnTo>
                  <a:lnTo>
                    <a:pt x="1538350" y="121308"/>
                  </a:lnTo>
                  <a:lnTo>
                    <a:pt x="1497942" y="101026"/>
                  </a:lnTo>
                  <a:lnTo>
                    <a:pt x="1456564" y="82456"/>
                  </a:lnTo>
                  <a:lnTo>
                    <a:pt x="1414261" y="65644"/>
                  </a:lnTo>
                  <a:lnTo>
                    <a:pt x="1371080" y="50637"/>
                  </a:lnTo>
                  <a:lnTo>
                    <a:pt x="1327067" y="37480"/>
                  </a:lnTo>
                  <a:lnTo>
                    <a:pt x="1282269" y="26221"/>
                  </a:lnTo>
                  <a:lnTo>
                    <a:pt x="1236731" y="16905"/>
                  </a:lnTo>
                  <a:lnTo>
                    <a:pt x="1190501" y="9578"/>
                  </a:lnTo>
                  <a:lnTo>
                    <a:pt x="1143625" y="4288"/>
                  </a:lnTo>
                  <a:lnTo>
                    <a:pt x="1096148" y="1079"/>
                  </a:lnTo>
                  <a:lnTo>
                    <a:pt x="1048118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268135" y="1897252"/>
              <a:ext cx="1049655" cy="1097280"/>
            </a:xfrm>
            <a:custGeom>
              <a:avLst/>
              <a:gdLst/>
              <a:ahLst/>
              <a:cxnLst/>
              <a:rect l="l" t="t" r="r" b="b"/>
              <a:pathLst>
                <a:path w="1049655" h="1097280">
                  <a:moveTo>
                    <a:pt x="1049233" y="0"/>
                  </a:moveTo>
                  <a:lnTo>
                    <a:pt x="1001354" y="1143"/>
                  </a:lnTo>
                  <a:lnTo>
                    <a:pt x="953426" y="4411"/>
                  </a:lnTo>
                  <a:lnTo>
                    <a:pt x="906148" y="9780"/>
                  </a:lnTo>
                  <a:lnTo>
                    <a:pt x="859566" y="17202"/>
                  </a:lnTo>
                  <a:lnTo>
                    <a:pt x="813722" y="26629"/>
                  </a:lnTo>
                  <a:lnTo>
                    <a:pt x="768662" y="38011"/>
                  </a:lnTo>
                  <a:lnTo>
                    <a:pt x="724429" y="51302"/>
                  </a:lnTo>
                  <a:lnTo>
                    <a:pt x="681067" y="66451"/>
                  </a:lnTo>
                  <a:lnTo>
                    <a:pt x="638622" y="83412"/>
                  </a:lnTo>
                  <a:lnTo>
                    <a:pt x="597135" y="102135"/>
                  </a:lnTo>
                  <a:lnTo>
                    <a:pt x="556653" y="122573"/>
                  </a:lnTo>
                  <a:lnTo>
                    <a:pt x="517219" y="144676"/>
                  </a:lnTo>
                  <a:lnTo>
                    <a:pt x="478877" y="168397"/>
                  </a:lnTo>
                  <a:lnTo>
                    <a:pt x="441672" y="193687"/>
                  </a:lnTo>
                  <a:lnTo>
                    <a:pt x="405647" y="220497"/>
                  </a:lnTo>
                  <a:lnTo>
                    <a:pt x="370846" y="248780"/>
                  </a:lnTo>
                  <a:lnTo>
                    <a:pt x="337315" y="278487"/>
                  </a:lnTo>
                  <a:lnTo>
                    <a:pt x="305096" y="309569"/>
                  </a:lnTo>
                  <a:lnTo>
                    <a:pt x="274234" y="341979"/>
                  </a:lnTo>
                  <a:lnTo>
                    <a:pt x="244774" y="375667"/>
                  </a:lnTo>
                  <a:lnTo>
                    <a:pt x="216759" y="410586"/>
                  </a:lnTo>
                  <a:lnTo>
                    <a:pt x="190234" y="446687"/>
                  </a:lnTo>
                  <a:lnTo>
                    <a:pt x="165242" y="483921"/>
                  </a:lnTo>
                  <a:lnTo>
                    <a:pt x="141828" y="522241"/>
                  </a:lnTo>
                  <a:lnTo>
                    <a:pt x="120036" y="561598"/>
                  </a:lnTo>
                  <a:lnTo>
                    <a:pt x="99910" y="601944"/>
                  </a:lnTo>
                  <a:lnTo>
                    <a:pt x="81494" y="643229"/>
                  </a:lnTo>
                  <a:lnTo>
                    <a:pt x="64833" y="685407"/>
                  </a:lnTo>
                  <a:lnTo>
                    <a:pt x="49971" y="728427"/>
                  </a:lnTo>
                  <a:lnTo>
                    <a:pt x="36951" y="772243"/>
                  </a:lnTo>
                  <a:lnTo>
                    <a:pt x="25817" y="816806"/>
                  </a:lnTo>
                  <a:lnTo>
                    <a:pt x="16615" y="862067"/>
                  </a:lnTo>
                  <a:lnTo>
                    <a:pt x="9388" y="907978"/>
                  </a:lnTo>
                  <a:lnTo>
                    <a:pt x="4181" y="954490"/>
                  </a:lnTo>
                  <a:lnTo>
                    <a:pt x="1036" y="1001555"/>
                  </a:lnTo>
                  <a:lnTo>
                    <a:pt x="0" y="1049126"/>
                  </a:lnTo>
                  <a:lnTo>
                    <a:pt x="1114" y="1097152"/>
                  </a:lnTo>
                  <a:lnTo>
                    <a:pt x="1049233" y="1049274"/>
                  </a:lnTo>
                  <a:lnTo>
                    <a:pt x="1049233" y="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268135" y="1897252"/>
              <a:ext cx="1049655" cy="1097280"/>
            </a:xfrm>
            <a:custGeom>
              <a:avLst/>
              <a:gdLst/>
              <a:ahLst/>
              <a:cxnLst/>
              <a:rect l="l" t="t" r="r" b="b"/>
              <a:pathLst>
                <a:path w="1049655" h="1097280">
                  <a:moveTo>
                    <a:pt x="1114" y="1097152"/>
                  </a:moveTo>
                  <a:lnTo>
                    <a:pt x="0" y="1049126"/>
                  </a:lnTo>
                  <a:lnTo>
                    <a:pt x="1036" y="1001555"/>
                  </a:lnTo>
                  <a:lnTo>
                    <a:pt x="4181" y="954490"/>
                  </a:lnTo>
                  <a:lnTo>
                    <a:pt x="9388" y="907978"/>
                  </a:lnTo>
                  <a:lnTo>
                    <a:pt x="16615" y="862067"/>
                  </a:lnTo>
                  <a:lnTo>
                    <a:pt x="25817" y="816806"/>
                  </a:lnTo>
                  <a:lnTo>
                    <a:pt x="36951" y="772243"/>
                  </a:lnTo>
                  <a:lnTo>
                    <a:pt x="49971" y="728427"/>
                  </a:lnTo>
                  <a:lnTo>
                    <a:pt x="64833" y="685407"/>
                  </a:lnTo>
                  <a:lnTo>
                    <a:pt x="81494" y="643229"/>
                  </a:lnTo>
                  <a:lnTo>
                    <a:pt x="99910" y="601944"/>
                  </a:lnTo>
                  <a:lnTo>
                    <a:pt x="120036" y="561598"/>
                  </a:lnTo>
                  <a:lnTo>
                    <a:pt x="141828" y="522241"/>
                  </a:lnTo>
                  <a:lnTo>
                    <a:pt x="165242" y="483921"/>
                  </a:lnTo>
                  <a:lnTo>
                    <a:pt x="190234" y="446687"/>
                  </a:lnTo>
                  <a:lnTo>
                    <a:pt x="216759" y="410586"/>
                  </a:lnTo>
                  <a:lnTo>
                    <a:pt x="244774" y="375667"/>
                  </a:lnTo>
                  <a:lnTo>
                    <a:pt x="274234" y="341979"/>
                  </a:lnTo>
                  <a:lnTo>
                    <a:pt x="305096" y="309569"/>
                  </a:lnTo>
                  <a:lnTo>
                    <a:pt x="337315" y="278487"/>
                  </a:lnTo>
                  <a:lnTo>
                    <a:pt x="370846" y="248780"/>
                  </a:lnTo>
                  <a:lnTo>
                    <a:pt x="405647" y="220497"/>
                  </a:lnTo>
                  <a:lnTo>
                    <a:pt x="441672" y="193687"/>
                  </a:lnTo>
                  <a:lnTo>
                    <a:pt x="478877" y="168397"/>
                  </a:lnTo>
                  <a:lnTo>
                    <a:pt x="517219" y="144676"/>
                  </a:lnTo>
                  <a:lnTo>
                    <a:pt x="556653" y="122573"/>
                  </a:lnTo>
                  <a:lnTo>
                    <a:pt x="597135" y="102135"/>
                  </a:lnTo>
                  <a:lnTo>
                    <a:pt x="638622" y="83412"/>
                  </a:lnTo>
                  <a:lnTo>
                    <a:pt x="681067" y="66451"/>
                  </a:lnTo>
                  <a:lnTo>
                    <a:pt x="724429" y="51302"/>
                  </a:lnTo>
                  <a:lnTo>
                    <a:pt x="768662" y="38011"/>
                  </a:lnTo>
                  <a:lnTo>
                    <a:pt x="813722" y="26629"/>
                  </a:lnTo>
                  <a:lnTo>
                    <a:pt x="859566" y="17202"/>
                  </a:lnTo>
                  <a:lnTo>
                    <a:pt x="906148" y="9780"/>
                  </a:lnTo>
                  <a:lnTo>
                    <a:pt x="953426" y="4411"/>
                  </a:lnTo>
                  <a:lnTo>
                    <a:pt x="1001354" y="1143"/>
                  </a:lnTo>
                  <a:lnTo>
                    <a:pt x="1049233" y="0"/>
                  </a:lnTo>
                  <a:lnTo>
                    <a:pt x="1049233" y="1049274"/>
                  </a:lnTo>
                  <a:lnTo>
                    <a:pt x="1114" y="1097152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76702" y="3671315"/>
              <a:ext cx="328295" cy="367665"/>
            </a:xfrm>
            <a:custGeom>
              <a:avLst/>
              <a:gdLst/>
              <a:ahLst/>
              <a:cxnLst/>
              <a:rect l="l" t="t" r="r" b="b"/>
              <a:pathLst>
                <a:path w="328295" h="367664">
                  <a:moveTo>
                    <a:pt x="0" y="0"/>
                  </a:moveTo>
                  <a:lnTo>
                    <a:pt x="41402" y="165480"/>
                  </a:lnTo>
                  <a:lnTo>
                    <a:pt x="41402" y="367283"/>
                  </a:lnTo>
                  <a:lnTo>
                    <a:pt x="327913" y="367283"/>
                  </a:lnTo>
                  <a:lnTo>
                    <a:pt x="327913" y="21335"/>
                  </a:lnTo>
                  <a:lnTo>
                    <a:pt x="41402" y="21335"/>
                  </a:lnTo>
                  <a:lnTo>
                    <a:pt x="41402" y="78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76702" y="3671315"/>
              <a:ext cx="328295" cy="367665"/>
            </a:xfrm>
            <a:custGeom>
              <a:avLst/>
              <a:gdLst/>
              <a:ahLst/>
              <a:cxnLst/>
              <a:rect l="l" t="t" r="r" b="b"/>
              <a:pathLst>
                <a:path w="328295" h="367664">
                  <a:moveTo>
                    <a:pt x="41402" y="21335"/>
                  </a:moveTo>
                  <a:lnTo>
                    <a:pt x="89154" y="21335"/>
                  </a:lnTo>
                  <a:lnTo>
                    <a:pt x="160781" y="21335"/>
                  </a:lnTo>
                  <a:lnTo>
                    <a:pt x="327913" y="21335"/>
                  </a:lnTo>
                  <a:lnTo>
                    <a:pt x="327913" y="78993"/>
                  </a:lnTo>
                  <a:lnTo>
                    <a:pt x="327913" y="165480"/>
                  </a:lnTo>
                  <a:lnTo>
                    <a:pt x="327913" y="367283"/>
                  </a:lnTo>
                  <a:lnTo>
                    <a:pt x="160781" y="367283"/>
                  </a:lnTo>
                  <a:lnTo>
                    <a:pt x="89154" y="367283"/>
                  </a:lnTo>
                  <a:lnTo>
                    <a:pt x="41402" y="367283"/>
                  </a:lnTo>
                  <a:lnTo>
                    <a:pt x="41402" y="165480"/>
                  </a:lnTo>
                  <a:lnTo>
                    <a:pt x="0" y="0"/>
                  </a:lnTo>
                  <a:lnTo>
                    <a:pt x="41402" y="78993"/>
                  </a:lnTo>
                  <a:lnTo>
                    <a:pt x="41402" y="21335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231391" y="1854707"/>
              <a:ext cx="328295" cy="367665"/>
            </a:xfrm>
            <a:custGeom>
              <a:avLst/>
              <a:gdLst/>
              <a:ahLst/>
              <a:cxnLst/>
              <a:rect l="l" t="t" r="r" b="b"/>
              <a:pathLst>
                <a:path w="328294" h="367664">
                  <a:moveTo>
                    <a:pt x="286512" y="0"/>
                  </a:moveTo>
                  <a:lnTo>
                    <a:pt x="0" y="0"/>
                  </a:lnTo>
                  <a:lnTo>
                    <a:pt x="0" y="345947"/>
                  </a:lnTo>
                  <a:lnTo>
                    <a:pt x="286512" y="345947"/>
                  </a:lnTo>
                  <a:lnTo>
                    <a:pt x="286512" y="288289"/>
                  </a:lnTo>
                  <a:lnTo>
                    <a:pt x="327914" y="367283"/>
                  </a:lnTo>
                  <a:lnTo>
                    <a:pt x="286512" y="20180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231391" y="1854707"/>
              <a:ext cx="328295" cy="367665"/>
            </a:xfrm>
            <a:custGeom>
              <a:avLst/>
              <a:gdLst/>
              <a:ahLst/>
              <a:cxnLst/>
              <a:rect l="l" t="t" r="r" b="b"/>
              <a:pathLst>
                <a:path w="328294" h="367664">
                  <a:moveTo>
                    <a:pt x="0" y="0"/>
                  </a:moveTo>
                  <a:lnTo>
                    <a:pt x="167132" y="0"/>
                  </a:lnTo>
                  <a:lnTo>
                    <a:pt x="238760" y="0"/>
                  </a:lnTo>
                  <a:lnTo>
                    <a:pt x="286512" y="0"/>
                  </a:lnTo>
                  <a:lnTo>
                    <a:pt x="286512" y="201802"/>
                  </a:lnTo>
                  <a:lnTo>
                    <a:pt x="327914" y="367283"/>
                  </a:lnTo>
                  <a:lnTo>
                    <a:pt x="286512" y="288289"/>
                  </a:lnTo>
                  <a:lnTo>
                    <a:pt x="286512" y="345947"/>
                  </a:lnTo>
                  <a:lnTo>
                    <a:pt x="238760" y="345947"/>
                  </a:lnTo>
                  <a:lnTo>
                    <a:pt x="167132" y="345947"/>
                  </a:lnTo>
                  <a:lnTo>
                    <a:pt x="0" y="345947"/>
                  </a:lnTo>
                  <a:lnTo>
                    <a:pt x="0" y="288289"/>
                  </a:lnTo>
                  <a:lnTo>
                    <a:pt x="0" y="20180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838200" y="1304544"/>
            <a:ext cx="2958465" cy="300101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Times New Roman"/>
              <a:cs typeface="Times New Roman"/>
            </a:endParaRPr>
          </a:p>
          <a:p>
            <a:pPr marL="430530" marR="2309495" indent="19685">
              <a:lnSpc>
                <a:spcPct val="111100"/>
              </a:lnSpc>
            </a:pP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Yes </a:t>
            </a:r>
            <a:r>
              <a:rPr dirty="0" sz="900" spc="-2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2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6%</a:t>
            </a:r>
            <a:endParaRPr sz="9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2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2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2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2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2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2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200">
              <a:latin typeface="Segoe UI Light"/>
              <a:cs typeface="Segoe UI Light"/>
            </a:endParaRPr>
          </a:p>
          <a:p>
            <a:pPr algn="r" marL="2317750" marR="422275" indent="30480">
              <a:lnSpc>
                <a:spcPct val="111300"/>
              </a:lnSpc>
              <a:spcBef>
                <a:spcPts val="894"/>
              </a:spcBef>
            </a:pP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No </a:t>
            </a:r>
            <a:r>
              <a:rPr dirty="0" sz="900" spc="-2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7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4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%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79575" y="1380744"/>
            <a:ext cx="2275840" cy="20764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r>
              <a:rPr dirty="0" sz="1000" spc="-5">
                <a:solidFill>
                  <a:srgbClr val="FFFFFF"/>
                </a:solidFill>
                <a:latin typeface="Segoe UI Light"/>
                <a:cs typeface="Segoe UI Light"/>
              </a:rPr>
              <a:t>Does </a:t>
            </a:r>
            <a:r>
              <a:rPr dirty="0" sz="1000" spc="-10">
                <a:solidFill>
                  <a:srgbClr val="FFFFFF"/>
                </a:solidFill>
                <a:latin typeface="Segoe UI Light"/>
                <a:cs typeface="Segoe UI Light"/>
              </a:rPr>
              <a:t>Restaurant</a:t>
            </a:r>
            <a:r>
              <a:rPr dirty="0" sz="1000" spc="3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 Light"/>
                <a:cs typeface="Segoe UI Light"/>
              </a:rPr>
              <a:t>Provide</a:t>
            </a:r>
            <a:r>
              <a:rPr dirty="0" sz="1000" spc="1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 Light"/>
                <a:cs typeface="Segoe UI Light"/>
              </a:rPr>
              <a:t>Online</a:t>
            </a:r>
            <a:r>
              <a:rPr dirty="0" sz="1000" spc="3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 spc="-5">
                <a:solidFill>
                  <a:srgbClr val="FFFFFF"/>
                </a:solidFill>
                <a:latin typeface="Segoe UI Light"/>
                <a:cs typeface="Segoe UI Light"/>
              </a:rPr>
              <a:t>Delivery?</a:t>
            </a:r>
            <a:endParaRPr sz="1000">
              <a:latin typeface="Segoe UI Light"/>
              <a:cs typeface="Segoe UI Ligh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150352" y="1575625"/>
            <a:ext cx="1504315" cy="2531745"/>
            <a:chOff x="8150352" y="1575625"/>
            <a:chExt cx="1504315" cy="2531745"/>
          </a:xfrm>
        </p:grpSpPr>
        <p:sp>
          <p:nvSpPr>
            <p:cNvPr id="20" name="object 20"/>
            <p:cNvSpPr/>
            <p:nvPr/>
          </p:nvSpPr>
          <p:spPr>
            <a:xfrm>
              <a:off x="8150352" y="1810512"/>
              <a:ext cx="751840" cy="2296795"/>
            </a:xfrm>
            <a:custGeom>
              <a:avLst/>
              <a:gdLst/>
              <a:ahLst/>
              <a:cxnLst/>
              <a:rect l="l" t="t" r="r" b="b"/>
              <a:pathLst>
                <a:path w="751840" h="2296795">
                  <a:moveTo>
                    <a:pt x="751331" y="0"/>
                  </a:moveTo>
                  <a:lnTo>
                    <a:pt x="0" y="0"/>
                  </a:lnTo>
                  <a:lnTo>
                    <a:pt x="0" y="2296668"/>
                  </a:lnTo>
                  <a:lnTo>
                    <a:pt x="751331" y="2296668"/>
                  </a:lnTo>
                  <a:lnTo>
                    <a:pt x="751331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901684" y="3845052"/>
              <a:ext cx="753110" cy="262255"/>
            </a:xfrm>
            <a:custGeom>
              <a:avLst/>
              <a:gdLst/>
              <a:ahLst/>
              <a:cxnLst/>
              <a:rect l="l" t="t" r="r" b="b"/>
              <a:pathLst>
                <a:path w="753109" h="262254">
                  <a:moveTo>
                    <a:pt x="752856" y="0"/>
                  </a:moveTo>
                  <a:lnTo>
                    <a:pt x="0" y="0"/>
                  </a:lnTo>
                  <a:lnTo>
                    <a:pt x="0" y="262128"/>
                  </a:lnTo>
                  <a:lnTo>
                    <a:pt x="752856" y="262128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269224" y="1580388"/>
              <a:ext cx="513715" cy="413384"/>
            </a:xfrm>
            <a:custGeom>
              <a:avLst/>
              <a:gdLst/>
              <a:ahLst/>
              <a:cxnLst/>
              <a:rect l="l" t="t" r="r" b="b"/>
              <a:pathLst>
                <a:path w="513715" h="413385">
                  <a:moveTo>
                    <a:pt x="513587" y="0"/>
                  </a:moveTo>
                  <a:lnTo>
                    <a:pt x="0" y="0"/>
                  </a:lnTo>
                  <a:lnTo>
                    <a:pt x="0" y="192024"/>
                  </a:lnTo>
                  <a:lnTo>
                    <a:pt x="85598" y="192024"/>
                  </a:lnTo>
                  <a:lnTo>
                    <a:pt x="256794" y="413003"/>
                  </a:lnTo>
                  <a:lnTo>
                    <a:pt x="213995" y="192024"/>
                  </a:lnTo>
                  <a:lnTo>
                    <a:pt x="513587" y="192024"/>
                  </a:lnTo>
                  <a:lnTo>
                    <a:pt x="5135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269224" y="1580388"/>
              <a:ext cx="513715" cy="413384"/>
            </a:xfrm>
            <a:custGeom>
              <a:avLst/>
              <a:gdLst/>
              <a:ahLst/>
              <a:cxnLst/>
              <a:rect l="l" t="t" r="r" b="b"/>
              <a:pathLst>
                <a:path w="513715" h="413385">
                  <a:moveTo>
                    <a:pt x="0" y="0"/>
                  </a:moveTo>
                  <a:lnTo>
                    <a:pt x="85598" y="0"/>
                  </a:lnTo>
                  <a:lnTo>
                    <a:pt x="213995" y="0"/>
                  </a:lnTo>
                  <a:lnTo>
                    <a:pt x="513587" y="0"/>
                  </a:lnTo>
                  <a:lnTo>
                    <a:pt x="513587" y="112013"/>
                  </a:lnTo>
                  <a:lnTo>
                    <a:pt x="513587" y="160020"/>
                  </a:lnTo>
                  <a:lnTo>
                    <a:pt x="513587" y="192024"/>
                  </a:lnTo>
                  <a:lnTo>
                    <a:pt x="213995" y="192024"/>
                  </a:lnTo>
                  <a:lnTo>
                    <a:pt x="256794" y="413003"/>
                  </a:lnTo>
                  <a:lnTo>
                    <a:pt x="85598" y="192024"/>
                  </a:lnTo>
                  <a:lnTo>
                    <a:pt x="0" y="192024"/>
                  </a:lnTo>
                  <a:lnTo>
                    <a:pt x="0" y="160020"/>
                  </a:lnTo>
                  <a:lnTo>
                    <a:pt x="0" y="11201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309864" y="1600961"/>
              <a:ext cx="433070" cy="152400"/>
            </a:xfrm>
            <a:custGeom>
              <a:avLst/>
              <a:gdLst/>
              <a:ahLst/>
              <a:cxnLst/>
              <a:rect l="l" t="t" r="r" b="b"/>
              <a:pathLst>
                <a:path w="433070" h="152400">
                  <a:moveTo>
                    <a:pt x="432816" y="0"/>
                  </a:moveTo>
                  <a:lnTo>
                    <a:pt x="201168" y="0"/>
                  </a:lnTo>
                  <a:lnTo>
                    <a:pt x="144780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144780" y="152400"/>
                  </a:lnTo>
                  <a:lnTo>
                    <a:pt x="201168" y="152400"/>
                  </a:lnTo>
                  <a:lnTo>
                    <a:pt x="432816" y="152400"/>
                  </a:lnTo>
                  <a:lnTo>
                    <a:pt x="4328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9977628" y="1851469"/>
            <a:ext cx="1504315" cy="2256155"/>
            <a:chOff x="9977628" y="1851469"/>
            <a:chExt cx="1504315" cy="2256155"/>
          </a:xfrm>
        </p:grpSpPr>
        <p:sp>
          <p:nvSpPr>
            <p:cNvPr id="26" name="object 26"/>
            <p:cNvSpPr/>
            <p:nvPr/>
          </p:nvSpPr>
          <p:spPr>
            <a:xfrm>
              <a:off x="9977628" y="2086356"/>
              <a:ext cx="753110" cy="2021205"/>
            </a:xfrm>
            <a:custGeom>
              <a:avLst/>
              <a:gdLst/>
              <a:ahLst/>
              <a:cxnLst/>
              <a:rect l="l" t="t" r="r" b="b"/>
              <a:pathLst>
                <a:path w="753109" h="2021204">
                  <a:moveTo>
                    <a:pt x="752855" y="0"/>
                  </a:moveTo>
                  <a:lnTo>
                    <a:pt x="0" y="0"/>
                  </a:lnTo>
                  <a:lnTo>
                    <a:pt x="0" y="2020824"/>
                  </a:lnTo>
                  <a:lnTo>
                    <a:pt x="752855" y="2020824"/>
                  </a:lnTo>
                  <a:lnTo>
                    <a:pt x="752855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730484" y="3799332"/>
              <a:ext cx="751840" cy="307975"/>
            </a:xfrm>
            <a:custGeom>
              <a:avLst/>
              <a:gdLst/>
              <a:ahLst/>
              <a:cxnLst/>
              <a:rect l="l" t="t" r="r" b="b"/>
              <a:pathLst>
                <a:path w="751840" h="307975">
                  <a:moveTo>
                    <a:pt x="751332" y="0"/>
                  </a:moveTo>
                  <a:lnTo>
                    <a:pt x="0" y="0"/>
                  </a:lnTo>
                  <a:lnTo>
                    <a:pt x="0" y="307848"/>
                  </a:lnTo>
                  <a:lnTo>
                    <a:pt x="751332" y="307848"/>
                  </a:lnTo>
                  <a:lnTo>
                    <a:pt x="751332" y="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093452" y="1856232"/>
              <a:ext cx="521334" cy="413384"/>
            </a:xfrm>
            <a:custGeom>
              <a:avLst/>
              <a:gdLst/>
              <a:ahLst/>
              <a:cxnLst/>
              <a:rect l="l" t="t" r="r" b="b"/>
              <a:pathLst>
                <a:path w="521334" h="413385">
                  <a:moveTo>
                    <a:pt x="521207" y="0"/>
                  </a:moveTo>
                  <a:lnTo>
                    <a:pt x="0" y="0"/>
                  </a:lnTo>
                  <a:lnTo>
                    <a:pt x="0" y="192023"/>
                  </a:lnTo>
                  <a:lnTo>
                    <a:pt x="86868" y="192023"/>
                  </a:lnTo>
                  <a:lnTo>
                    <a:pt x="260603" y="413003"/>
                  </a:lnTo>
                  <a:lnTo>
                    <a:pt x="217170" y="192023"/>
                  </a:lnTo>
                  <a:lnTo>
                    <a:pt x="521207" y="192023"/>
                  </a:lnTo>
                  <a:lnTo>
                    <a:pt x="521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093452" y="1856232"/>
              <a:ext cx="521334" cy="413384"/>
            </a:xfrm>
            <a:custGeom>
              <a:avLst/>
              <a:gdLst/>
              <a:ahLst/>
              <a:cxnLst/>
              <a:rect l="l" t="t" r="r" b="b"/>
              <a:pathLst>
                <a:path w="521334" h="413385">
                  <a:moveTo>
                    <a:pt x="0" y="0"/>
                  </a:moveTo>
                  <a:lnTo>
                    <a:pt x="86868" y="0"/>
                  </a:lnTo>
                  <a:lnTo>
                    <a:pt x="217170" y="0"/>
                  </a:lnTo>
                  <a:lnTo>
                    <a:pt x="521207" y="0"/>
                  </a:lnTo>
                  <a:lnTo>
                    <a:pt x="521207" y="112013"/>
                  </a:lnTo>
                  <a:lnTo>
                    <a:pt x="521207" y="160019"/>
                  </a:lnTo>
                  <a:lnTo>
                    <a:pt x="521207" y="192023"/>
                  </a:lnTo>
                  <a:lnTo>
                    <a:pt x="217170" y="192023"/>
                  </a:lnTo>
                  <a:lnTo>
                    <a:pt x="260603" y="413003"/>
                  </a:lnTo>
                  <a:lnTo>
                    <a:pt x="86868" y="192023"/>
                  </a:lnTo>
                  <a:lnTo>
                    <a:pt x="0" y="192023"/>
                  </a:lnTo>
                  <a:lnTo>
                    <a:pt x="0" y="160019"/>
                  </a:lnTo>
                  <a:lnTo>
                    <a:pt x="0" y="11201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0132949" y="1875535"/>
              <a:ext cx="441959" cy="152400"/>
            </a:xfrm>
            <a:custGeom>
              <a:avLst/>
              <a:gdLst/>
              <a:ahLst/>
              <a:cxnLst/>
              <a:rect l="l" t="t" r="r" b="b"/>
              <a:pathLst>
                <a:path w="441959" h="152400">
                  <a:moveTo>
                    <a:pt x="441960" y="0"/>
                  </a:moveTo>
                  <a:lnTo>
                    <a:pt x="220980" y="0"/>
                  </a:lnTo>
                  <a:lnTo>
                    <a:pt x="164592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164592" y="152400"/>
                  </a:lnTo>
                  <a:lnTo>
                    <a:pt x="220980" y="152400"/>
                  </a:lnTo>
                  <a:lnTo>
                    <a:pt x="441960" y="152400"/>
                  </a:lnTo>
                  <a:lnTo>
                    <a:pt x="441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309864" y="1597228"/>
            <a:ext cx="43370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Segoe UI Light"/>
                <a:cs typeface="Segoe UI Light"/>
              </a:rPr>
              <a:t>No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,</a:t>
            </a:r>
            <a:r>
              <a:rPr dirty="0" sz="900" spc="-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 Light"/>
                <a:cs typeface="Segoe UI Light"/>
              </a:rPr>
              <a:t>7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0</a:t>
            </a:r>
            <a:r>
              <a:rPr dirty="0" sz="900" spc="-10">
                <a:solidFill>
                  <a:srgbClr val="FFFFFF"/>
                </a:solidFill>
                <a:latin typeface="Segoe UI Light"/>
                <a:cs typeface="Segoe UI Light"/>
              </a:rPr>
              <a:t>7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6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132948" y="1872488"/>
            <a:ext cx="4432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Y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es,</a:t>
            </a:r>
            <a:r>
              <a:rPr dirty="0" sz="900" spc="-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24</a:t>
            </a: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5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031033" y="3610165"/>
            <a:ext cx="494665" cy="422909"/>
            <a:chOff x="9031033" y="3610165"/>
            <a:chExt cx="494665" cy="422909"/>
          </a:xfrm>
        </p:grpSpPr>
        <p:sp>
          <p:nvSpPr>
            <p:cNvPr id="34" name="object 34"/>
            <p:cNvSpPr/>
            <p:nvPr/>
          </p:nvSpPr>
          <p:spPr>
            <a:xfrm>
              <a:off x="9035795" y="3614928"/>
              <a:ext cx="485140" cy="413384"/>
            </a:xfrm>
            <a:custGeom>
              <a:avLst/>
              <a:gdLst/>
              <a:ahLst/>
              <a:cxnLst/>
              <a:rect l="l" t="t" r="r" b="b"/>
              <a:pathLst>
                <a:path w="485140" h="413385">
                  <a:moveTo>
                    <a:pt x="484631" y="0"/>
                  </a:moveTo>
                  <a:lnTo>
                    <a:pt x="0" y="0"/>
                  </a:lnTo>
                  <a:lnTo>
                    <a:pt x="0" y="192024"/>
                  </a:lnTo>
                  <a:lnTo>
                    <a:pt x="80772" y="192024"/>
                  </a:lnTo>
                  <a:lnTo>
                    <a:pt x="242315" y="413004"/>
                  </a:lnTo>
                  <a:lnTo>
                    <a:pt x="201929" y="192024"/>
                  </a:lnTo>
                  <a:lnTo>
                    <a:pt x="484631" y="192024"/>
                  </a:lnTo>
                  <a:lnTo>
                    <a:pt x="484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035795" y="3614928"/>
              <a:ext cx="485140" cy="413384"/>
            </a:xfrm>
            <a:custGeom>
              <a:avLst/>
              <a:gdLst/>
              <a:ahLst/>
              <a:cxnLst/>
              <a:rect l="l" t="t" r="r" b="b"/>
              <a:pathLst>
                <a:path w="485140" h="413385">
                  <a:moveTo>
                    <a:pt x="0" y="0"/>
                  </a:moveTo>
                  <a:lnTo>
                    <a:pt x="80772" y="0"/>
                  </a:lnTo>
                  <a:lnTo>
                    <a:pt x="201929" y="0"/>
                  </a:lnTo>
                  <a:lnTo>
                    <a:pt x="484631" y="0"/>
                  </a:lnTo>
                  <a:lnTo>
                    <a:pt x="484631" y="112014"/>
                  </a:lnTo>
                  <a:lnTo>
                    <a:pt x="484631" y="160020"/>
                  </a:lnTo>
                  <a:lnTo>
                    <a:pt x="484631" y="192024"/>
                  </a:lnTo>
                  <a:lnTo>
                    <a:pt x="201929" y="192024"/>
                  </a:lnTo>
                  <a:lnTo>
                    <a:pt x="242315" y="413004"/>
                  </a:lnTo>
                  <a:lnTo>
                    <a:pt x="80772" y="192024"/>
                  </a:lnTo>
                  <a:lnTo>
                    <a:pt x="0" y="192024"/>
                  </a:lnTo>
                  <a:lnTo>
                    <a:pt x="0" y="160020"/>
                  </a:lnTo>
                  <a:lnTo>
                    <a:pt x="0" y="11201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074658" y="3634994"/>
              <a:ext cx="407034" cy="152400"/>
            </a:xfrm>
            <a:custGeom>
              <a:avLst/>
              <a:gdLst/>
              <a:ahLst/>
              <a:cxnLst/>
              <a:rect l="l" t="t" r="r" b="b"/>
              <a:pathLst>
                <a:path w="407034" h="152400">
                  <a:moveTo>
                    <a:pt x="406908" y="0"/>
                  </a:moveTo>
                  <a:lnTo>
                    <a:pt x="202692" y="0"/>
                  </a:lnTo>
                  <a:lnTo>
                    <a:pt x="147828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147828" y="152400"/>
                  </a:lnTo>
                  <a:lnTo>
                    <a:pt x="202692" y="152400"/>
                  </a:lnTo>
                  <a:lnTo>
                    <a:pt x="406908" y="152400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9074657" y="3632072"/>
            <a:ext cx="4076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N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o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,</a:t>
            </a:r>
            <a:r>
              <a:rPr dirty="0" sz="900" spc="-1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2.</a:t>
            </a:r>
            <a:r>
              <a:rPr dirty="0" sz="900" spc="-10">
                <a:solidFill>
                  <a:srgbClr val="FFFFFF"/>
                </a:solidFill>
                <a:latin typeface="Segoe UI Light"/>
                <a:cs typeface="Segoe UI Light"/>
              </a:rPr>
              <a:t>7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5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0849165" y="3564445"/>
            <a:ext cx="514350" cy="422909"/>
            <a:chOff x="10849165" y="3564445"/>
            <a:chExt cx="514350" cy="422909"/>
          </a:xfrm>
        </p:grpSpPr>
        <p:sp>
          <p:nvSpPr>
            <p:cNvPr id="39" name="object 39"/>
            <p:cNvSpPr/>
            <p:nvPr/>
          </p:nvSpPr>
          <p:spPr>
            <a:xfrm>
              <a:off x="10853928" y="3569208"/>
              <a:ext cx="504825" cy="413384"/>
            </a:xfrm>
            <a:custGeom>
              <a:avLst/>
              <a:gdLst/>
              <a:ahLst/>
              <a:cxnLst/>
              <a:rect l="l" t="t" r="r" b="b"/>
              <a:pathLst>
                <a:path w="504825" h="413385">
                  <a:moveTo>
                    <a:pt x="504444" y="0"/>
                  </a:moveTo>
                  <a:lnTo>
                    <a:pt x="0" y="0"/>
                  </a:lnTo>
                  <a:lnTo>
                    <a:pt x="0" y="192023"/>
                  </a:lnTo>
                  <a:lnTo>
                    <a:pt x="84074" y="192023"/>
                  </a:lnTo>
                  <a:lnTo>
                    <a:pt x="252222" y="413003"/>
                  </a:lnTo>
                  <a:lnTo>
                    <a:pt x="210185" y="192023"/>
                  </a:lnTo>
                  <a:lnTo>
                    <a:pt x="504444" y="192023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0853928" y="3569208"/>
              <a:ext cx="504825" cy="413384"/>
            </a:xfrm>
            <a:custGeom>
              <a:avLst/>
              <a:gdLst/>
              <a:ahLst/>
              <a:cxnLst/>
              <a:rect l="l" t="t" r="r" b="b"/>
              <a:pathLst>
                <a:path w="504825" h="413385">
                  <a:moveTo>
                    <a:pt x="0" y="0"/>
                  </a:moveTo>
                  <a:lnTo>
                    <a:pt x="84074" y="0"/>
                  </a:lnTo>
                  <a:lnTo>
                    <a:pt x="210185" y="0"/>
                  </a:lnTo>
                  <a:lnTo>
                    <a:pt x="504444" y="0"/>
                  </a:lnTo>
                  <a:lnTo>
                    <a:pt x="504444" y="112013"/>
                  </a:lnTo>
                  <a:lnTo>
                    <a:pt x="504444" y="160019"/>
                  </a:lnTo>
                  <a:lnTo>
                    <a:pt x="504444" y="192023"/>
                  </a:lnTo>
                  <a:lnTo>
                    <a:pt x="210185" y="192023"/>
                  </a:lnTo>
                  <a:lnTo>
                    <a:pt x="252222" y="413003"/>
                  </a:lnTo>
                  <a:lnTo>
                    <a:pt x="84074" y="192023"/>
                  </a:lnTo>
                  <a:lnTo>
                    <a:pt x="0" y="192023"/>
                  </a:lnTo>
                  <a:lnTo>
                    <a:pt x="0" y="160019"/>
                  </a:lnTo>
                  <a:lnTo>
                    <a:pt x="0" y="11201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0891901" y="3588778"/>
              <a:ext cx="428625" cy="152400"/>
            </a:xfrm>
            <a:custGeom>
              <a:avLst/>
              <a:gdLst/>
              <a:ahLst/>
              <a:cxnLst/>
              <a:rect l="l" t="t" r="r" b="b"/>
              <a:pathLst>
                <a:path w="428625" h="152400">
                  <a:moveTo>
                    <a:pt x="428244" y="0"/>
                  </a:moveTo>
                  <a:lnTo>
                    <a:pt x="220980" y="0"/>
                  </a:lnTo>
                  <a:lnTo>
                    <a:pt x="167640" y="0"/>
                  </a:lnTo>
                  <a:lnTo>
                    <a:pt x="0" y="0"/>
                  </a:lnTo>
                  <a:lnTo>
                    <a:pt x="0" y="152387"/>
                  </a:lnTo>
                  <a:lnTo>
                    <a:pt x="167640" y="152387"/>
                  </a:lnTo>
                  <a:lnTo>
                    <a:pt x="220980" y="152387"/>
                  </a:lnTo>
                  <a:lnTo>
                    <a:pt x="428244" y="152387"/>
                  </a:lnTo>
                  <a:lnTo>
                    <a:pt x="4282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10891901" y="3586098"/>
            <a:ext cx="42925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">
              <a:lnSpc>
                <a:spcPct val="100000"/>
              </a:lnSpc>
              <a:spcBef>
                <a:spcPts val="100"/>
              </a:spcBef>
            </a:pP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Y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e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s,</a:t>
            </a:r>
            <a:r>
              <a:rPr dirty="0" sz="900" spc="-3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3.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29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065259" y="1392427"/>
            <a:ext cx="2326005" cy="16954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10160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80"/>
              </a:spcBef>
            </a:pPr>
            <a:r>
              <a:rPr dirty="0" sz="1000" spc="5">
                <a:solidFill>
                  <a:srgbClr val="FFFFFF"/>
                </a:solidFill>
                <a:latin typeface="Segoe UI Light"/>
                <a:cs typeface="Segoe UI Light"/>
              </a:rPr>
              <a:t>Does</a:t>
            </a:r>
            <a:r>
              <a:rPr dirty="0" sz="1000" spc="-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Online</a:t>
            </a:r>
            <a:r>
              <a:rPr dirty="0" sz="1000" spc="-2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Delivery</a:t>
            </a:r>
            <a:r>
              <a:rPr dirty="0" sz="1000" spc="-2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Option</a:t>
            </a:r>
            <a:r>
              <a:rPr dirty="0" sz="1000" spc="-3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affects</a:t>
            </a:r>
            <a:r>
              <a:rPr dirty="0" sz="1000" spc="-3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Rating?</a:t>
            </a:r>
            <a:endParaRPr sz="10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Zomato</a:t>
            </a:r>
            <a:r>
              <a:rPr dirty="0" spc="-40"/>
              <a:t> </a:t>
            </a:r>
            <a:r>
              <a:rPr dirty="0" spc="-165"/>
              <a:t>Restau</a:t>
            </a:r>
            <a:r>
              <a:rPr dirty="0" spc="-114"/>
              <a:t>r</a:t>
            </a:r>
            <a:r>
              <a:rPr dirty="0" spc="-105"/>
              <a:t>an</a:t>
            </a:r>
            <a:r>
              <a:rPr dirty="0" spc="-70"/>
              <a:t>t</a:t>
            </a:r>
            <a:r>
              <a:rPr dirty="0" spc="-40"/>
              <a:t> </a:t>
            </a:r>
            <a:r>
              <a:rPr dirty="0" spc="5"/>
              <a:t>Anal</a:t>
            </a:r>
            <a:r>
              <a:rPr dirty="0"/>
              <a:t>y</a:t>
            </a:r>
            <a:r>
              <a:rPr dirty="0" spc="-200"/>
              <a:t>sis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3619500" cy="76200"/>
          </a:xfrm>
          <a:custGeom>
            <a:avLst/>
            <a:gdLst/>
            <a:ahLst/>
            <a:cxnLst/>
            <a:rect l="l" t="t" r="r" b="b"/>
            <a:pathLst>
              <a:path w="3619500" h="76200">
                <a:moveTo>
                  <a:pt x="3581400" y="0"/>
                </a:moveTo>
                <a:lnTo>
                  <a:pt x="3566552" y="2988"/>
                </a:lnTo>
                <a:lnTo>
                  <a:pt x="3554444" y="11144"/>
                </a:lnTo>
                <a:lnTo>
                  <a:pt x="3546288" y="23252"/>
                </a:lnTo>
                <a:lnTo>
                  <a:pt x="3543300" y="38100"/>
                </a:lnTo>
                <a:lnTo>
                  <a:pt x="3546288" y="52947"/>
                </a:lnTo>
                <a:lnTo>
                  <a:pt x="3554444" y="65055"/>
                </a:lnTo>
                <a:lnTo>
                  <a:pt x="3566552" y="73211"/>
                </a:lnTo>
                <a:lnTo>
                  <a:pt x="3581400" y="76200"/>
                </a:lnTo>
                <a:lnTo>
                  <a:pt x="3596247" y="73211"/>
                </a:lnTo>
                <a:lnTo>
                  <a:pt x="3608355" y="65055"/>
                </a:lnTo>
                <a:lnTo>
                  <a:pt x="3616511" y="52947"/>
                </a:lnTo>
                <a:lnTo>
                  <a:pt x="3618221" y="44450"/>
                </a:lnTo>
                <a:lnTo>
                  <a:pt x="3581400" y="44450"/>
                </a:lnTo>
                <a:lnTo>
                  <a:pt x="3581400" y="31750"/>
                </a:lnTo>
                <a:lnTo>
                  <a:pt x="3618221" y="31750"/>
                </a:lnTo>
                <a:lnTo>
                  <a:pt x="3616511" y="23252"/>
                </a:lnTo>
                <a:lnTo>
                  <a:pt x="3608355" y="11144"/>
                </a:lnTo>
                <a:lnTo>
                  <a:pt x="3596247" y="2988"/>
                </a:lnTo>
                <a:lnTo>
                  <a:pt x="3581400" y="0"/>
                </a:lnTo>
                <a:close/>
              </a:path>
              <a:path w="3619500" h="76200">
                <a:moveTo>
                  <a:pt x="354457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44578" y="44450"/>
                </a:lnTo>
                <a:lnTo>
                  <a:pt x="3543300" y="38100"/>
                </a:lnTo>
                <a:lnTo>
                  <a:pt x="3544578" y="31750"/>
                </a:lnTo>
                <a:close/>
              </a:path>
              <a:path w="3619500" h="76200">
                <a:moveTo>
                  <a:pt x="3618221" y="31750"/>
                </a:moveTo>
                <a:lnTo>
                  <a:pt x="3581400" y="31750"/>
                </a:lnTo>
                <a:lnTo>
                  <a:pt x="3581400" y="44450"/>
                </a:lnTo>
                <a:lnTo>
                  <a:pt x="3618221" y="44450"/>
                </a:lnTo>
                <a:lnTo>
                  <a:pt x="3619500" y="38100"/>
                </a:lnTo>
                <a:lnTo>
                  <a:pt x="3618221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52900" y="4879847"/>
            <a:ext cx="0" cy="1206500"/>
          </a:xfrm>
          <a:custGeom>
            <a:avLst/>
            <a:gdLst/>
            <a:ahLst/>
            <a:cxnLst/>
            <a:rect l="l" t="t" r="r" b="b"/>
            <a:pathLst>
              <a:path w="0" h="1206500">
                <a:moveTo>
                  <a:pt x="0" y="0"/>
                </a:moveTo>
                <a:lnTo>
                  <a:pt x="0" y="1206500"/>
                </a:lnTo>
              </a:path>
            </a:pathLst>
          </a:custGeom>
          <a:ln w="6350">
            <a:solidFill>
              <a:srgbClr val="09566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039100" y="4879847"/>
            <a:ext cx="0" cy="1206500"/>
          </a:xfrm>
          <a:custGeom>
            <a:avLst/>
            <a:gdLst/>
            <a:ahLst/>
            <a:cxnLst/>
            <a:rect l="l" t="t" r="r" b="b"/>
            <a:pathLst>
              <a:path w="0" h="1206500">
                <a:moveTo>
                  <a:pt x="0" y="0"/>
                </a:moveTo>
                <a:lnTo>
                  <a:pt x="0" y="1206500"/>
                </a:lnTo>
              </a:path>
            </a:pathLst>
          </a:custGeom>
          <a:ln w="6350">
            <a:solidFill>
              <a:srgbClr val="09566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25500" y="5090286"/>
            <a:ext cx="2606040" cy="1143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D8294"/>
                </a:solidFill>
                <a:latin typeface="Segoe UI Light"/>
                <a:cs typeface="Segoe UI Light"/>
              </a:rPr>
              <a:t>8369</a:t>
            </a:r>
            <a:r>
              <a:rPr dirty="0" sz="1800" spc="-45">
                <a:solidFill>
                  <a:srgbClr val="0D8294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0D8294"/>
                </a:solidFill>
                <a:latin typeface="Segoe UI Light"/>
                <a:cs typeface="Segoe UI Light"/>
              </a:rPr>
              <a:t>– No</a:t>
            </a:r>
            <a:r>
              <a:rPr dirty="0" sz="1800" spc="-15">
                <a:solidFill>
                  <a:srgbClr val="0D8294"/>
                </a:solidFill>
                <a:latin typeface="Segoe UI Light"/>
                <a:cs typeface="Segoe UI Light"/>
              </a:rPr>
              <a:t> </a:t>
            </a:r>
            <a:r>
              <a:rPr dirty="0" sz="1800" spc="-55">
                <a:solidFill>
                  <a:srgbClr val="0D8294"/>
                </a:solidFill>
                <a:latin typeface="Segoe UI Light"/>
                <a:cs typeface="Segoe UI Light"/>
              </a:rPr>
              <a:t>Table</a:t>
            </a:r>
            <a:r>
              <a:rPr dirty="0" sz="1800" spc="-35">
                <a:solidFill>
                  <a:srgbClr val="0D8294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0D8294"/>
                </a:solidFill>
                <a:latin typeface="Segoe UI Light"/>
                <a:cs typeface="Segoe UI Light"/>
              </a:rPr>
              <a:t>Booking</a:t>
            </a:r>
            <a:endParaRPr sz="1800">
              <a:latin typeface="Segoe UI Light"/>
              <a:cs typeface="Segoe UI Light"/>
            </a:endParaRPr>
          </a:p>
          <a:p>
            <a:pPr algn="ctr" marL="173355" marR="5080" indent="635">
              <a:lnSpc>
                <a:spcPct val="112900"/>
              </a:lnSpc>
              <a:spcBef>
                <a:spcPts val="950"/>
              </a:spcBef>
            </a:pP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Most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 the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doesn’t </a:t>
            </a:r>
            <a:r>
              <a:rPr dirty="0" sz="1400" spc="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provide</a:t>
            </a:r>
            <a:r>
              <a:rPr dirty="0" sz="1400" spc="-6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the</a:t>
            </a:r>
            <a:r>
              <a:rPr dirty="0" sz="1400" spc="-4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convenience</a:t>
            </a:r>
            <a:r>
              <a:rPr dirty="0" sz="1400" spc="-6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</a:t>
            </a:r>
            <a:r>
              <a:rPr dirty="0" sz="1400" spc="-4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table </a:t>
            </a:r>
            <a:r>
              <a:rPr dirty="0" sz="1400" spc="-30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booking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to</a:t>
            </a:r>
            <a:r>
              <a:rPr dirty="0" sz="1400" spc="-2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the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customers.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32368" y="4889093"/>
            <a:ext cx="2659380" cy="990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95"/>
              </a:spcBef>
            </a:pP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Restaurants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with Online Delivery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have </a:t>
            </a:r>
            <a:r>
              <a:rPr dirty="0" sz="1400" spc="-15" b="1">
                <a:solidFill>
                  <a:srgbClr val="404040"/>
                </a:solidFill>
                <a:latin typeface="Calibri"/>
                <a:cs typeface="Calibri"/>
              </a:rPr>
              <a:t>Average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Rating of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3.48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Restaurants</a:t>
            </a:r>
            <a:r>
              <a:rPr dirty="0" sz="1400" spc="-7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without</a:t>
            </a:r>
            <a:r>
              <a:rPr dirty="0" sz="14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online</a:t>
            </a:r>
            <a:r>
              <a:rPr dirty="0" sz="14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delivery </a:t>
            </a:r>
            <a:r>
              <a:rPr dirty="0" sz="1400" spc="-30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dirty="0" sz="14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5" b="1">
                <a:solidFill>
                  <a:srgbClr val="404040"/>
                </a:solidFill>
                <a:latin typeface="Calibri"/>
                <a:cs typeface="Calibri"/>
              </a:rPr>
              <a:t>Average</a:t>
            </a:r>
            <a:r>
              <a:rPr dirty="0" sz="14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Rating</a:t>
            </a:r>
            <a:r>
              <a:rPr dirty="0" sz="14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2.81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026907" y="1590865"/>
            <a:ext cx="1445260" cy="2574290"/>
            <a:chOff x="8026907" y="1590865"/>
            <a:chExt cx="1445260" cy="2574290"/>
          </a:xfrm>
        </p:grpSpPr>
        <p:sp>
          <p:nvSpPr>
            <p:cNvPr id="9" name="object 9"/>
            <p:cNvSpPr/>
            <p:nvPr/>
          </p:nvSpPr>
          <p:spPr>
            <a:xfrm>
              <a:off x="8026907" y="1825752"/>
              <a:ext cx="722630" cy="2339340"/>
            </a:xfrm>
            <a:custGeom>
              <a:avLst/>
              <a:gdLst/>
              <a:ahLst/>
              <a:cxnLst/>
              <a:rect l="l" t="t" r="r" b="b"/>
              <a:pathLst>
                <a:path w="722629" h="2339340">
                  <a:moveTo>
                    <a:pt x="722376" y="0"/>
                  </a:moveTo>
                  <a:lnTo>
                    <a:pt x="0" y="0"/>
                  </a:lnTo>
                  <a:lnTo>
                    <a:pt x="0" y="2339340"/>
                  </a:lnTo>
                  <a:lnTo>
                    <a:pt x="722376" y="2339340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749283" y="3898392"/>
              <a:ext cx="722630" cy="266700"/>
            </a:xfrm>
            <a:custGeom>
              <a:avLst/>
              <a:gdLst/>
              <a:ahLst/>
              <a:cxnLst/>
              <a:rect l="l" t="t" r="r" b="b"/>
              <a:pathLst>
                <a:path w="722629" h="266700">
                  <a:moveTo>
                    <a:pt x="722376" y="0"/>
                  </a:moveTo>
                  <a:lnTo>
                    <a:pt x="0" y="0"/>
                  </a:lnTo>
                  <a:lnTo>
                    <a:pt x="0" y="266699"/>
                  </a:lnTo>
                  <a:lnTo>
                    <a:pt x="722376" y="266699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129015" y="1595627"/>
              <a:ext cx="518159" cy="413384"/>
            </a:xfrm>
            <a:custGeom>
              <a:avLst/>
              <a:gdLst/>
              <a:ahLst/>
              <a:cxnLst/>
              <a:rect l="l" t="t" r="r" b="b"/>
              <a:pathLst>
                <a:path w="518159" h="413385">
                  <a:moveTo>
                    <a:pt x="518159" y="0"/>
                  </a:moveTo>
                  <a:lnTo>
                    <a:pt x="0" y="0"/>
                  </a:lnTo>
                  <a:lnTo>
                    <a:pt x="0" y="192024"/>
                  </a:lnTo>
                  <a:lnTo>
                    <a:pt x="86359" y="192024"/>
                  </a:lnTo>
                  <a:lnTo>
                    <a:pt x="259079" y="413004"/>
                  </a:lnTo>
                  <a:lnTo>
                    <a:pt x="215900" y="192024"/>
                  </a:lnTo>
                  <a:lnTo>
                    <a:pt x="518159" y="192024"/>
                  </a:lnTo>
                  <a:lnTo>
                    <a:pt x="518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129015" y="1595627"/>
              <a:ext cx="518159" cy="413384"/>
            </a:xfrm>
            <a:custGeom>
              <a:avLst/>
              <a:gdLst/>
              <a:ahLst/>
              <a:cxnLst/>
              <a:rect l="l" t="t" r="r" b="b"/>
              <a:pathLst>
                <a:path w="518159" h="413385">
                  <a:moveTo>
                    <a:pt x="0" y="0"/>
                  </a:moveTo>
                  <a:lnTo>
                    <a:pt x="86359" y="0"/>
                  </a:lnTo>
                  <a:lnTo>
                    <a:pt x="215900" y="0"/>
                  </a:lnTo>
                  <a:lnTo>
                    <a:pt x="518159" y="0"/>
                  </a:lnTo>
                  <a:lnTo>
                    <a:pt x="518159" y="112013"/>
                  </a:lnTo>
                  <a:lnTo>
                    <a:pt x="518159" y="160020"/>
                  </a:lnTo>
                  <a:lnTo>
                    <a:pt x="518159" y="192024"/>
                  </a:lnTo>
                  <a:lnTo>
                    <a:pt x="215900" y="192024"/>
                  </a:lnTo>
                  <a:lnTo>
                    <a:pt x="259079" y="413004"/>
                  </a:lnTo>
                  <a:lnTo>
                    <a:pt x="86359" y="192024"/>
                  </a:lnTo>
                  <a:lnTo>
                    <a:pt x="0" y="192024"/>
                  </a:lnTo>
                  <a:lnTo>
                    <a:pt x="0" y="160020"/>
                  </a:lnTo>
                  <a:lnTo>
                    <a:pt x="0" y="11201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9854183" y="2102929"/>
            <a:ext cx="1445260" cy="2062480"/>
            <a:chOff x="9854183" y="2102929"/>
            <a:chExt cx="1445260" cy="2062480"/>
          </a:xfrm>
        </p:grpSpPr>
        <p:sp>
          <p:nvSpPr>
            <p:cNvPr id="14" name="object 14"/>
            <p:cNvSpPr/>
            <p:nvPr/>
          </p:nvSpPr>
          <p:spPr>
            <a:xfrm>
              <a:off x="9854183" y="2337816"/>
              <a:ext cx="722630" cy="1827530"/>
            </a:xfrm>
            <a:custGeom>
              <a:avLst/>
              <a:gdLst/>
              <a:ahLst/>
              <a:cxnLst/>
              <a:rect l="l" t="t" r="r" b="b"/>
              <a:pathLst>
                <a:path w="722629" h="1827529">
                  <a:moveTo>
                    <a:pt x="722376" y="0"/>
                  </a:moveTo>
                  <a:lnTo>
                    <a:pt x="0" y="0"/>
                  </a:lnTo>
                  <a:lnTo>
                    <a:pt x="0" y="1827276"/>
                  </a:lnTo>
                  <a:lnTo>
                    <a:pt x="722376" y="1827276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576559" y="3842004"/>
              <a:ext cx="722630" cy="323215"/>
            </a:xfrm>
            <a:custGeom>
              <a:avLst/>
              <a:gdLst/>
              <a:ahLst/>
              <a:cxnLst/>
              <a:rect l="l" t="t" r="r" b="b"/>
              <a:pathLst>
                <a:path w="722629" h="323214">
                  <a:moveTo>
                    <a:pt x="722376" y="0"/>
                  </a:moveTo>
                  <a:lnTo>
                    <a:pt x="0" y="0"/>
                  </a:lnTo>
                  <a:lnTo>
                    <a:pt x="0" y="323088"/>
                  </a:lnTo>
                  <a:lnTo>
                    <a:pt x="722376" y="323088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965435" y="2107692"/>
              <a:ext cx="501650" cy="413384"/>
            </a:xfrm>
            <a:custGeom>
              <a:avLst/>
              <a:gdLst/>
              <a:ahLst/>
              <a:cxnLst/>
              <a:rect l="l" t="t" r="r" b="b"/>
              <a:pathLst>
                <a:path w="501650" h="413385">
                  <a:moveTo>
                    <a:pt x="501396" y="0"/>
                  </a:moveTo>
                  <a:lnTo>
                    <a:pt x="0" y="0"/>
                  </a:lnTo>
                  <a:lnTo>
                    <a:pt x="0" y="192024"/>
                  </a:lnTo>
                  <a:lnTo>
                    <a:pt x="83566" y="192024"/>
                  </a:lnTo>
                  <a:lnTo>
                    <a:pt x="250698" y="413004"/>
                  </a:lnTo>
                  <a:lnTo>
                    <a:pt x="208915" y="192024"/>
                  </a:lnTo>
                  <a:lnTo>
                    <a:pt x="501396" y="192024"/>
                  </a:lnTo>
                  <a:lnTo>
                    <a:pt x="501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965435" y="2107692"/>
              <a:ext cx="501650" cy="413384"/>
            </a:xfrm>
            <a:custGeom>
              <a:avLst/>
              <a:gdLst/>
              <a:ahLst/>
              <a:cxnLst/>
              <a:rect l="l" t="t" r="r" b="b"/>
              <a:pathLst>
                <a:path w="501650" h="413385">
                  <a:moveTo>
                    <a:pt x="0" y="0"/>
                  </a:moveTo>
                  <a:lnTo>
                    <a:pt x="83566" y="0"/>
                  </a:lnTo>
                  <a:lnTo>
                    <a:pt x="208915" y="0"/>
                  </a:lnTo>
                  <a:lnTo>
                    <a:pt x="501396" y="0"/>
                  </a:lnTo>
                  <a:lnTo>
                    <a:pt x="501396" y="112013"/>
                  </a:lnTo>
                  <a:lnTo>
                    <a:pt x="501396" y="160020"/>
                  </a:lnTo>
                  <a:lnTo>
                    <a:pt x="501396" y="192024"/>
                  </a:lnTo>
                  <a:lnTo>
                    <a:pt x="208915" y="192024"/>
                  </a:lnTo>
                  <a:lnTo>
                    <a:pt x="250698" y="413004"/>
                  </a:lnTo>
                  <a:lnTo>
                    <a:pt x="83566" y="192024"/>
                  </a:lnTo>
                  <a:lnTo>
                    <a:pt x="0" y="192024"/>
                  </a:lnTo>
                  <a:lnTo>
                    <a:pt x="0" y="160020"/>
                  </a:lnTo>
                  <a:lnTo>
                    <a:pt x="0" y="11201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166989" y="1615821"/>
            <a:ext cx="454659" cy="15240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9525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75"/>
              </a:spcBef>
            </a:pP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No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,</a:t>
            </a:r>
            <a:r>
              <a:rPr dirty="0" sz="900" spc="-1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83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69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03028" y="2128139"/>
            <a:ext cx="438150" cy="15240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9525" rIns="0" bIns="0" rtlCol="0" vert="horz">
            <a:spAutoFit/>
          </a:bodyPr>
          <a:lstStyle/>
          <a:p>
            <a:pPr marL="1270">
              <a:lnSpc>
                <a:spcPct val="100000"/>
              </a:lnSpc>
              <a:spcBef>
                <a:spcPts val="75"/>
              </a:spcBef>
            </a:pP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Y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e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s,</a:t>
            </a:r>
            <a:r>
              <a:rPr dirty="0" sz="900" spc="-3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11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58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872537" y="3663505"/>
            <a:ext cx="476250" cy="422909"/>
            <a:chOff x="8872537" y="3663505"/>
            <a:chExt cx="476250" cy="422909"/>
          </a:xfrm>
        </p:grpSpPr>
        <p:sp>
          <p:nvSpPr>
            <p:cNvPr id="21" name="object 21"/>
            <p:cNvSpPr/>
            <p:nvPr/>
          </p:nvSpPr>
          <p:spPr>
            <a:xfrm>
              <a:off x="8877300" y="3668267"/>
              <a:ext cx="466725" cy="413384"/>
            </a:xfrm>
            <a:custGeom>
              <a:avLst/>
              <a:gdLst/>
              <a:ahLst/>
              <a:cxnLst/>
              <a:rect l="l" t="t" r="r" b="b"/>
              <a:pathLst>
                <a:path w="466725" h="413385">
                  <a:moveTo>
                    <a:pt x="466344" y="0"/>
                  </a:moveTo>
                  <a:lnTo>
                    <a:pt x="0" y="0"/>
                  </a:lnTo>
                  <a:lnTo>
                    <a:pt x="0" y="192023"/>
                  </a:lnTo>
                  <a:lnTo>
                    <a:pt x="77724" y="192023"/>
                  </a:lnTo>
                  <a:lnTo>
                    <a:pt x="233172" y="413003"/>
                  </a:lnTo>
                  <a:lnTo>
                    <a:pt x="194309" y="192023"/>
                  </a:lnTo>
                  <a:lnTo>
                    <a:pt x="466344" y="192023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877300" y="3668267"/>
              <a:ext cx="466725" cy="413384"/>
            </a:xfrm>
            <a:custGeom>
              <a:avLst/>
              <a:gdLst/>
              <a:ahLst/>
              <a:cxnLst/>
              <a:rect l="l" t="t" r="r" b="b"/>
              <a:pathLst>
                <a:path w="466725" h="413385">
                  <a:moveTo>
                    <a:pt x="0" y="0"/>
                  </a:moveTo>
                  <a:lnTo>
                    <a:pt x="77724" y="0"/>
                  </a:lnTo>
                  <a:lnTo>
                    <a:pt x="194309" y="0"/>
                  </a:lnTo>
                  <a:lnTo>
                    <a:pt x="466344" y="0"/>
                  </a:lnTo>
                  <a:lnTo>
                    <a:pt x="466344" y="112013"/>
                  </a:lnTo>
                  <a:lnTo>
                    <a:pt x="466344" y="160019"/>
                  </a:lnTo>
                  <a:lnTo>
                    <a:pt x="466344" y="192023"/>
                  </a:lnTo>
                  <a:lnTo>
                    <a:pt x="194309" y="192023"/>
                  </a:lnTo>
                  <a:lnTo>
                    <a:pt x="233172" y="413003"/>
                  </a:lnTo>
                  <a:lnTo>
                    <a:pt x="77724" y="192023"/>
                  </a:lnTo>
                  <a:lnTo>
                    <a:pt x="0" y="192023"/>
                  </a:lnTo>
                  <a:lnTo>
                    <a:pt x="0" y="160019"/>
                  </a:lnTo>
                  <a:lnTo>
                    <a:pt x="0" y="11201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915273" y="3688206"/>
              <a:ext cx="390525" cy="152400"/>
            </a:xfrm>
            <a:custGeom>
              <a:avLst/>
              <a:gdLst/>
              <a:ahLst/>
              <a:cxnLst/>
              <a:rect l="l" t="t" r="r" b="b"/>
              <a:pathLst>
                <a:path w="390525" h="152400">
                  <a:moveTo>
                    <a:pt x="390144" y="0"/>
                  </a:moveTo>
                  <a:lnTo>
                    <a:pt x="202692" y="0"/>
                  </a:lnTo>
                  <a:lnTo>
                    <a:pt x="147828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147828" y="152400"/>
                  </a:lnTo>
                  <a:lnTo>
                    <a:pt x="202692" y="152400"/>
                  </a:lnTo>
                  <a:lnTo>
                    <a:pt x="390144" y="152400"/>
                  </a:lnTo>
                  <a:lnTo>
                    <a:pt x="3901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8915272" y="3685413"/>
            <a:ext cx="392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N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o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,</a:t>
            </a:r>
            <a:r>
              <a:rPr dirty="0" sz="900" spc="-1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2.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81</a:t>
            </a:r>
            <a:endParaRPr sz="900">
              <a:latin typeface="Segoe UI Light"/>
              <a:cs typeface="Segoe UI Ligh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680001" y="3607117"/>
            <a:ext cx="515620" cy="422909"/>
            <a:chOff x="10680001" y="3607117"/>
            <a:chExt cx="515620" cy="422909"/>
          </a:xfrm>
        </p:grpSpPr>
        <p:sp>
          <p:nvSpPr>
            <p:cNvPr id="26" name="object 26"/>
            <p:cNvSpPr/>
            <p:nvPr/>
          </p:nvSpPr>
          <p:spPr>
            <a:xfrm>
              <a:off x="10684764" y="3611879"/>
              <a:ext cx="506095" cy="413384"/>
            </a:xfrm>
            <a:custGeom>
              <a:avLst/>
              <a:gdLst/>
              <a:ahLst/>
              <a:cxnLst/>
              <a:rect l="l" t="t" r="r" b="b"/>
              <a:pathLst>
                <a:path w="506095" h="413385">
                  <a:moveTo>
                    <a:pt x="505967" y="0"/>
                  </a:moveTo>
                  <a:lnTo>
                    <a:pt x="0" y="0"/>
                  </a:lnTo>
                  <a:lnTo>
                    <a:pt x="0" y="192024"/>
                  </a:lnTo>
                  <a:lnTo>
                    <a:pt x="84327" y="192024"/>
                  </a:lnTo>
                  <a:lnTo>
                    <a:pt x="252983" y="413004"/>
                  </a:lnTo>
                  <a:lnTo>
                    <a:pt x="210819" y="192024"/>
                  </a:lnTo>
                  <a:lnTo>
                    <a:pt x="505967" y="192024"/>
                  </a:lnTo>
                  <a:lnTo>
                    <a:pt x="5059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684764" y="3611879"/>
              <a:ext cx="506095" cy="413384"/>
            </a:xfrm>
            <a:custGeom>
              <a:avLst/>
              <a:gdLst/>
              <a:ahLst/>
              <a:cxnLst/>
              <a:rect l="l" t="t" r="r" b="b"/>
              <a:pathLst>
                <a:path w="506095" h="413385">
                  <a:moveTo>
                    <a:pt x="0" y="0"/>
                  </a:moveTo>
                  <a:lnTo>
                    <a:pt x="84327" y="0"/>
                  </a:lnTo>
                  <a:lnTo>
                    <a:pt x="210819" y="0"/>
                  </a:lnTo>
                  <a:lnTo>
                    <a:pt x="505967" y="0"/>
                  </a:lnTo>
                  <a:lnTo>
                    <a:pt x="505967" y="112014"/>
                  </a:lnTo>
                  <a:lnTo>
                    <a:pt x="505967" y="160020"/>
                  </a:lnTo>
                  <a:lnTo>
                    <a:pt x="505967" y="192024"/>
                  </a:lnTo>
                  <a:lnTo>
                    <a:pt x="210819" y="192024"/>
                  </a:lnTo>
                  <a:lnTo>
                    <a:pt x="252983" y="413004"/>
                  </a:lnTo>
                  <a:lnTo>
                    <a:pt x="84327" y="192024"/>
                  </a:lnTo>
                  <a:lnTo>
                    <a:pt x="0" y="192024"/>
                  </a:lnTo>
                  <a:lnTo>
                    <a:pt x="0" y="160020"/>
                  </a:lnTo>
                  <a:lnTo>
                    <a:pt x="0" y="11201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722991" y="3632326"/>
              <a:ext cx="429895" cy="152400"/>
            </a:xfrm>
            <a:custGeom>
              <a:avLst/>
              <a:gdLst/>
              <a:ahLst/>
              <a:cxnLst/>
              <a:rect l="l" t="t" r="r" b="b"/>
              <a:pathLst>
                <a:path w="429895" h="152400">
                  <a:moveTo>
                    <a:pt x="429768" y="0"/>
                  </a:moveTo>
                  <a:lnTo>
                    <a:pt x="220980" y="0"/>
                  </a:lnTo>
                  <a:lnTo>
                    <a:pt x="167640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167640" y="152400"/>
                  </a:lnTo>
                  <a:lnTo>
                    <a:pt x="220980" y="152400"/>
                  </a:lnTo>
                  <a:lnTo>
                    <a:pt x="429768" y="152400"/>
                  </a:lnTo>
                  <a:lnTo>
                    <a:pt x="4297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0722991" y="3629659"/>
            <a:ext cx="430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">
              <a:lnSpc>
                <a:spcPct val="100000"/>
              </a:lnSpc>
              <a:spcBef>
                <a:spcPts val="100"/>
              </a:spcBef>
            </a:pP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Y</a:t>
            </a: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e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s,</a:t>
            </a:r>
            <a:r>
              <a:rPr dirty="0" sz="900" spc="-3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3.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48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926576" y="1452117"/>
            <a:ext cx="2275840" cy="16954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10160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80"/>
              </a:spcBef>
            </a:pPr>
            <a:r>
              <a:rPr dirty="0" sz="1000" spc="5">
                <a:solidFill>
                  <a:srgbClr val="FFFFFF"/>
                </a:solidFill>
                <a:latin typeface="Segoe UI Light"/>
                <a:cs typeface="Segoe UI Light"/>
              </a:rPr>
              <a:t>Does</a:t>
            </a:r>
            <a:r>
              <a:rPr dirty="0" sz="1000" spc="-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Table</a:t>
            </a:r>
            <a:r>
              <a:rPr dirty="0" sz="1000" spc="-2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Booking</a:t>
            </a:r>
            <a:r>
              <a:rPr dirty="0" sz="1000" spc="-3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Option</a:t>
            </a:r>
            <a:r>
              <a:rPr dirty="0" sz="1000" spc="-3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affects</a:t>
            </a:r>
            <a:r>
              <a:rPr dirty="0" sz="1000" spc="-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Rating?</a:t>
            </a:r>
            <a:endParaRPr sz="1000">
              <a:latin typeface="Segoe UI Light"/>
              <a:cs typeface="Segoe UI Ligh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268145" y="1895665"/>
            <a:ext cx="2121535" cy="2431415"/>
            <a:chOff x="1268145" y="1895665"/>
            <a:chExt cx="2121535" cy="2431415"/>
          </a:xfrm>
        </p:grpSpPr>
        <p:sp>
          <p:nvSpPr>
            <p:cNvPr id="32" name="object 32"/>
            <p:cNvSpPr/>
            <p:nvPr/>
          </p:nvSpPr>
          <p:spPr>
            <a:xfrm>
              <a:off x="1268145" y="2129409"/>
              <a:ext cx="2098675" cy="2098675"/>
            </a:xfrm>
            <a:custGeom>
              <a:avLst/>
              <a:gdLst/>
              <a:ahLst/>
              <a:cxnLst/>
              <a:rect l="l" t="t" r="r" b="b"/>
              <a:pathLst>
                <a:path w="2098675" h="2098675">
                  <a:moveTo>
                    <a:pt x="1049223" y="0"/>
                  </a:moveTo>
                  <a:lnTo>
                    <a:pt x="1049223" y="1049274"/>
                  </a:lnTo>
                  <a:lnTo>
                    <a:pt x="323545" y="291338"/>
                  </a:lnTo>
                  <a:lnTo>
                    <a:pt x="288018" y="327050"/>
                  </a:lnTo>
                  <a:lnTo>
                    <a:pt x="254386" y="364258"/>
                  </a:lnTo>
                  <a:lnTo>
                    <a:pt x="222684" y="402882"/>
                  </a:lnTo>
                  <a:lnTo>
                    <a:pt x="192944" y="442847"/>
                  </a:lnTo>
                  <a:lnTo>
                    <a:pt x="165199" y="484075"/>
                  </a:lnTo>
                  <a:lnTo>
                    <a:pt x="139483" y="526488"/>
                  </a:lnTo>
                  <a:lnTo>
                    <a:pt x="115829" y="570011"/>
                  </a:lnTo>
                  <a:lnTo>
                    <a:pt x="94270" y="614566"/>
                  </a:lnTo>
                  <a:lnTo>
                    <a:pt x="74839" y="660075"/>
                  </a:lnTo>
                  <a:lnTo>
                    <a:pt x="57570" y="706463"/>
                  </a:lnTo>
                  <a:lnTo>
                    <a:pt x="42495" y="753650"/>
                  </a:lnTo>
                  <a:lnTo>
                    <a:pt x="29649" y="801562"/>
                  </a:lnTo>
                  <a:lnTo>
                    <a:pt x="19064" y="850120"/>
                  </a:lnTo>
                  <a:lnTo>
                    <a:pt x="10773" y="899247"/>
                  </a:lnTo>
                  <a:lnTo>
                    <a:pt x="4810" y="948866"/>
                  </a:lnTo>
                  <a:lnTo>
                    <a:pt x="1208" y="998901"/>
                  </a:lnTo>
                  <a:lnTo>
                    <a:pt x="0" y="1049274"/>
                  </a:lnTo>
                  <a:lnTo>
                    <a:pt x="1079" y="1097304"/>
                  </a:lnTo>
                  <a:lnTo>
                    <a:pt x="4287" y="1144779"/>
                  </a:lnTo>
                  <a:lnTo>
                    <a:pt x="9577" y="1191654"/>
                  </a:lnTo>
                  <a:lnTo>
                    <a:pt x="16903" y="1237883"/>
                  </a:lnTo>
                  <a:lnTo>
                    <a:pt x="26218" y="1283418"/>
                  </a:lnTo>
                  <a:lnTo>
                    <a:pt x="37477" y="1328213"/>
                  </a:lnTo>
                  <a:lnTo>
                    <a:pt x="50632" y="1372223"/>
                  </a:lnTo>
                  <a:lnTo>
                    <a:pt x="65638" y="1415400"/>
                  </a:lnTo>
                  <a:lnTo>
                    <a:pt x="82448" y="1457700"/>
                  </a:lnTo>
                  <a:lnTo>
                    <a:pt x="101017" y="1499074"/>
                  </a:lnTo>
                  <a:lnTo>
                    <a:pt x="121297" y="1539477"/>
                  </a:lnTo>
                  <a:lnTo>
                    <a:pt x="143242" y="1578864"/>
                  </a:lnTo>
                  <a:lnTo>
                    <a:pt x="166807" y="1617186"/>
                  </a:lnTo>
                  <a:lnTo>
                    <a:pt x="191945" y="1654399"/>
                  </a:lnTo>
                  <a:lnTo>
                    <a:pt x="218609" y="1690455"/>
                  </a:lnTo>
                  <a:lnTo>
                    <a:pt x="246753" y="1725309"/>
                  </a:lnTo>
                  <a:lnTo>
                    <a:pt x="276332" y="1758914"/>
                  </a:lnTo>
                  <a:lnTo>
                    <a:pt x="307298" y="1791223"/>
                  </a:lnTo>
                  <a:lnTo>
                    <a:pt x="339606" y="1822192"/>
                  </a:lnTo>
                  <a:lnTo>
                    <a:pt x="373209" y="1851772"/>
                  </a:lnTo>
                  <a:lnTo>
                    <a:pt x="408060" y="1879919"/>
                  </a:lnTo>
                  <a:lnTo>
                    <a:pt x="444115" y="1906585"/>
                  </a:lnTo>
                  <a:lnTo>
                    <a:pt x="481325" y="1931725"/>
                  </a:lnTo>
                  <a:lnTo>
                    <a:pt x="519646" y="1955291"/>
                  </a:lnTo>
                  <a:lnTo>
                    <a:pt x="559030" y="1977239"/>
                  </a:lnTo>
                  <a:lnTo>
                    <a:pt x="599432" y="1997521"/>
                  </a:lnTo>
                  <a:lnTo>
                    <a:pt x="640805" y="2016091"/>
                  </a:lnTo>
                  <a:lnTo>
                    <a:pt x="683102" y="2032903"/>
                  </a:lnTo>
                  <a:lnTo>
                    <a:pt x="726278" y="2047910"/>
                  </a:lnTo>
                  <a:lnTo>
                    <a:pt x="770287" y="2061067"/>
                  </a:lnTo>
                  <a:lnTo>
                    <a:pt x="815081" y="2072326"/>
                  </a:lnTo>
                  <a:lnTo>
                    <a:pt x="860615" y="2081642"/>
                  </a:lnTo>
                  <a:lnTo>
                    <a:pt x="906843" y="2088969"/>
                  </a:lnTo>
                  <a:lnTo>
                    <a:pt x="953717" y="2094259"/>
                  </a:lnTo>
                  <a:lnTo>
                    <a:pt x="1001193" y="2097468"/>
                  </a:lnTo>
                  <a:lnTo>
                    <a:pt x="1049223" y="2098547"/>
                  </a:lnTo>
                  <a:lnTo>
                    <a:pt x="1097253" y="2097468"/>
                  </a:lnTo>
                  <a:lnTo>
                    <a:pt x="1144730" y="2094259"/>
                  </a:lnTo>
                  <a:lnTo>
                    <a:pt x="1191606" y="2088969"/>
                  </a:lnTo>
                  <a:lnTo>
                    <a:pt x="1237836" y="2081642"/>
                  </a:lnTo>
                  <a:lnTo>
                    <a:pt x="1283373" y="2072326"/>
                  </a:lnTo>
                  <a:lnTo>
                    <a:pt x="1328172" y="2061067"/>
                  </a:lnTo>
                  <a:lnTo>
                    <a:pt x="1372185" y="2047910"/>
                  </a:lnTo>
                  <a:lnTo>
                    <a:pt x="1415366" y="2032903"/>
                  </a:lnTo>
                  <a:lnTo>
                    <a:pt x="1457669" y="2016091"/>
                  </a:lnTo>
                  <a:lnTo>
                    <a:pt x="1499047" y="1997521"/>
                  </a:lnTo>
                  <a:lnTo>
                    <a:pt x="1539455" y="1977239"/>
                  </a:lnTo>
                  <a:lnTo>
                    <a:pt x="1578846" y="1955291"/>
                  </a:lnTo>
                  <a:lnTo>
                    <a:pt x="1617173" y="1931725"/>
                  </a:lnTo>
                  <a:lnTo>
                    <a:pt x="1654390" y="1906585"/>
                  </a:lnTo>
                  <a:lnTo>
                    <a:pt x="1690452" y="1879919"/>
                  </a:lnTo>
                  <a:lnTo>
                    <a:pt x="1725311" y="1851772"/>
                  </a:lnTo>
                  <a:lnTo>
                    <a:pt x="1758921" y="1822192"/>
                  </a:lnTo>
                  <a:lnTo>
                    <a:pt x="1791236" y="1791223"/>
                  </a:lnTo>
                  <a:lnTo>
                    <a:pt x="1822210" y="1758914"/>
                  </a:lnTo>
                  <a:lnTo>
                    <a:pt x="1851796" y="1725309"/>
                  </a:lnTo>
                  <a:lnTo>
                    <a:pt x="1879947" y="1690455"/>
                  </a:lnTo>
                  <a:lnTo>
                    <a:pt x="1906619" y="1654399"/>
                  </a:lnTo>
                  <a:lnTo>
                    <a:pt x="1931763" y="1617186"/>
                  </a:lnTo>
                  <a:lnTo>
                    <a:pt x="1955335" y="1578863"/>
                  </a:lnTo>
                  <a:lnTo>
                    <a:pt x="1977287" y="1539477"/>
                  </a:lnTo>
                  <a:lnTo>
                    <a:pt x="1997573" y="1499074"/>
                  </a:lnTo>
                  <a:lnTo>
                    <a:pt x="2016147" y="1457700"/>
                  </a:lnTo>
                  <a:lnTo>
                    <a:pt x="2032963" y="1415400"/>
                  </a:lnTo>
                  <a:lnTo>
                    <a:pt x="2047974" y="1372223"/>
                  </a:lnTo>
                  <a:lnTo>
                    <a:pt x="2061133" y="1328213"/>
                  </a:lnTo>
                  <a:lnTo>
                    <a:pt x="2072396" y="1283418"/>
                  </a:lnTo>
                  <a:lnTo>
                    <a:pt x="2081714" y="1237883"/>
                  </a:lnTo>
                  <a:lnTo>
                    <a:pt x="2089043" y="1191654"/>
                  </a:lnTo>
                  <a:lnTo>
                    <a:pt x="2094335" y="1144779"/>
                  </a:lnTo>
                  <a:lnTo>
                    <a:pt x="2097544" y="1097304"/>
                  </a:lnTo>
                  <a:lnTo>
                    <a:pt x="2098624" y="1049274"/>
                  </a:lnTo>
                  <a:lnTo>
                    <a:pt x="2097544" y="1001243"/>
                  </a:lnTo>
                  <a:lnTo>
                    <a:pt x="2094335" y="953768"/>
                  </a:lnTo>
                  <a:lnTo>
                    <a:pt x="2089043" y="906893"/>
                  </a:lnTo>
                  <a:lnTo>
                    <a:pt x="2081714" y="860664"/>
                  </a:lnTo>
                  <a:lnTo>
                    <a:pt x="2072396" y="815129"/>
                  </a:lnTo>
                  <a:lnTo>
                    <a:pt x="2061133" y="770334"/>
                  </a:lnTo>
                  <a:lnTo>
                    <a:pt x="2047974" y="726324"/>
                  </a:lnTo>
                  <a:lnTo>
                    <a:pt x="2032963" y="683147"/>
                  </a:lnTo>
                  <a:lnTo>
                    <a:pt x="2016147" y="640847"/>
                  </a:lnTo>
                  <a:lnTo>
                    <a:pt x="1997573" y="599473"/>
                  </a:lnTo>
                  <a:lnTo>
                    <a:pt x="1977287" y="559070"/>
                  </a:lnTo>
                  <a:lnTo>
                    <a:pt x="1955335" y="519684"/>
                  </a:lnTo>
                  <a:lnTo>
                    <a:pt x="1931763" y="481361"/>
                  </a:lnTo>
                  <a:lnTo>
                    <a:pt x="1906619" y="444148"/>
                  </a:lnTo>
                  <a:lnTo>
                    <a:pt x="1879947" y="408092"/>
                  </a:lnTo>
                  <a:lnTo>
                    <a:pt x="1851796" y="373238"/>
                  </a:lnTo>
                  <a:lnTo>
                    <a:pt x="1822210" y="339633"/>
                  </a:lnTo>
                  <a:lnTo>
                    <a:pt x="1791236" y="307324"/>
                  </a:lnTo>
                  <a:lnTo>
                    <a:pt x="1758921" y="276355"/>
                  </a:lnTo>
                  <a:lnTo>
                    <a:pt x="1725311" y="246775"/>
                  </a:lnTo>
                  <a:lnTo>
                    <a:pt x="1690452" y="218628"/>
                  </a:lnTo>
                  <a:lnTo>
                    <a:pt x="1654390" y="191962"/>
                  </a:lnTo>
                  <a:lnTo>
                    <a:pt x="1617173" y="166822"/>
                  </a:lnTo>
                  <a:lnTo>
                    <a:pt x="1578846" y="143256"/>
                  </a:lnTo>
                  <a:lnTo>
                    <a:pt x="1539455" y="121308"/>
                  </a:lnTo>
                  <a:lnTo>
                    <a:pt x="1499047" y="101026"/>
                  </a:lnTo>
                  <a:lnTo>
                    <a:pt x="1457669" y="82456"/>
                  </a:lnTo>
                  <a:lnTo>
                    <a:pt x="1415366" y="65644"/>
                  </a:lnTo>
                  <a:lnTo>
                    <a:pt x="1372185" y="50637"/>
                  </a:lnTo>
                  <a:lnTo>
                    <a:pt x="1328172" y="37480"/>
                  </a:lnTo>
                  <a:lnTo>
                    <a:pt x="1283373" y="26221"/>
                  </a:lnTo>
                  <a:lnTo>
                    <a:pt x="1237836" y="16905"/>
                  </a:lnTo>
                  <a:lnTo>
                    <a:pt x="1191606" y="9578"/>
                  </a:lnTo>
                  <a:lnTo>
                    <a:pt x="1144730" y="4288"/>
                  </a:lnTo>
                  <a:lnTo>
                    <a:pt x="1097253" y="1079"/>
                  </a:lnTo>
                  <a:lnTo>
                    <a:pt x="1049223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591690" y="2129409"/>
              <a:ext cx="725805" cy="1049655"/>
            </a:xfrm>
            <a:custGeom>
              <a:avLst/>
              <a:gdLst/>
              <a:ahLst/>
              <a:cxnLst/>
              <a:rect l="l" t="t" r="r" b="b"/>
              <a:pathLst>
                <a:path w="725805" h="1049655">
                  <a:moveTo>
                    <a:pt x="725678" y="0"/>
                  </a:moveTo>
                  <a:lnTo>
                    <a:pt x="675116" y="1218"/>
                  </a:lnTo>
                  <a:lnTo>
                    <a:pt x="624878" y="4850"/>
                  </a:lnTo>
                  <a:lnTo>
                    <a:pt x="575043" y="10866"/>
                  </a:lnTo>
                  <a:lnTo>
                    <a:pt x="525690" y="19232"/>
                  </a:lnTo>
                  <a:lnTo>
                    <a:pt x="476899" y="29917"/>
                  </a:lnTo>
                  <a:lnTo>
                    <a:pt x="428750" y="42889"/>
                  </a:lnTo>
                  <a:lnTo>
                    <a:pt x="381321" y="58115"/>
                  </a:lnTo>
                  <a:lnTo>
                    <a:pt x="334692" y="75564"/>
                  </a:lnTo>
                  <a:lnTo>
                    <a:pt x="288943" y="95204"/>
                  </a:lnTo>
                  <a:lnTo>
                    <a:pt x="244153" y="117003"/>
                  </a:lnTo>
                  <a:lnTo>
                    <a:pt x="200401" y="140929"/>
                  </a:lnTo>
                  <a:lnTo>
                    <a:pt x="157767" y="166949"/>
                  </a:lnTo>
                  <a:lnTo>
                    <a:pt x="116331" y="195032"/>
                  </a:lnTo>
                  <a:lnTo>
                    <a:pt x="76171" y="225146"/>
                  </a:lnTo>
                  <a:lnTo>
                    <a:pt x="37367" y="257258"/>
                  </a:lnTo>
                  <a:lnTo>
                    <a:pt x="0" y="291338"/>
                  </a:lnTo>
                  <a:lnTo>
                    <a:pt x="725678" y="1049274"/>
                  </a:lnTo>
                  <a:lnTo>
                    <a:pt x="725678" y="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591690" y="2129409"/>
              <a:ext cx="725805" cy="1049655"/>
            </a:xfrm>
            <a:custGeom>
              <a:avLst/>
              <a:gdLst/>
              <a:ahLst/>
              <a:cxnLst/>
              <a:rect l="l" t="t" r="r" b="b"/>
              <a:pathLst>
                <a:path w="725805" h="1049655">
                  <a:moveTo>
                    <a:pt x="0" y="291338"/>
                  </a:moveTo>
                  <a:lnTo>
                    <a:pt x="37367" y="257258"/>
                  </a:lnTo>
                  <a:lnTo>
                    <a:pt x="76171" y="225146"/>
                  </a:lnTo>
                  <a:lnTo>
                    <a:pt x="116331" y="195032"/>
                  </a:lnTo>
                  <a:lnTo>
                    <a:pt x="157767" y="166949"/>
                  </a:lnTo>
                  <a:lnTo>
                    <a:pt x="200401" y="140929"/>
                  </a:lnTo>
                  <a:lnTo>
                    <a:pt x="244153" y="117003"/>
                  </a:lnTo>
                  <a:lnTo>
                    <a:pt x="288943" y="95204"/>
                  </a:lnTo>
                  <a:lnTo>
                    <a:pt x="334692" y="75564"/>
                  </a:lnTo>
                  <a:lnTo>
                    <a:pt x="381321" y="58115"/>
                  </a:lnTo>
                  <a:lnTo>
                    <a:pt x="428750" y="42889"/>
                  </a:lnTo>
                  <a:lnTo>
                    <a:pt x="476899" y="29917"/>
                  </a:lnTo>
                  <a:lnTo>
                    <a:pt x="525690" y="19232"/>
                  </a:lnTo>
                  <a:lnTo>
                    <a:pt x="575043" y="10866"/>
                  </a:lnTo>
                  <a:lnTo>
                    <a:pt x="624878" y="4850"/>
                  </a:lnTo>
                  <a:lnTo>
                    <a:pt x="675116" y="1218"/>
                  </a:lnTo>
                  <a:lnTo>
                    <a:pt x="725678" y="0"/>
                  </a:lnTo>
                  <a:lnTo>
                    <a:pt x="725678" y="1049274"/>
                  </a:lnTo>
                  <a:lnTo>
                    <a:pt x="0" y="29133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726550" y="3942079"/>
              <a:ext cx="658495" cy="379730"/>
            </a:xfrm>
            <a:custGeom>
              <a:avLst/>
              <a:gdLst/>
              <a:ahLst/>
              <a:cxnLst/>
              <a:rect l="l" t="t" r="r" b="b"/>
              <a:pathLst>
                <a:path w="658495" h="379729">
                  <a:moveTo>
                    <a:pt x="170103" y="210820"/>
                  </a:moveTo>
                  <a:lnTo>
                    <a:pt x="0" y="210820"/>
                  </a:lnTo>
                  <a:lnTo>
                    <a:pt x="0" y="222250"/>
                  </a:lnTo>
                  <a:lnTo>
                    <a:pt x="170103" y="222250"/>
                  </a:lnTo>
                  <a:lnTo>
                    <a:pt x="170103" y="210820"/>
                  </a:lnTo>
                  <a:close/>
                </a:path>
                <a:path w="658495" h="379729">
                  <a:moveTo>
                    <a:pt x="658253" y="0"/>
                  </a:moveTo>
                  <a:lnTo>
                    <a:pt x="347357" y="0"/>
                  </a:lnTo>
                  <a:lnTo>
                    <a:pt x="347357" y="210820"/>
                  </a:lnTo>
                  <a:lnTo>
                    <a:pt x="347357" y="222250"/>
                  </a:lnTo>
                  <a:lnTo>
                    <a:pt x="182702" y="222250"/>
                  </a:lnTo>
                  <a:lnTo>
                    <a:pt x="182702" y="316230"/>
                  </a:lnTo>
                  <a:lnTo>
                    <a:pt x="347357" y="316230"/>
                  </a:lnTo>
                  <a:lnTo>
                    <a:pt x="347357" y="379730"/>
                  </a:lnTo>
                  <a:lnTo>
                    <a:pt x="658253" y="379730"/>
                  </a:lnTo>
                  <a:lnTo>
                    <a:pt x="658253" y="316230"/>
                  </a:lnTo>
                  <a:lnTo>
                    <a:pt x="658253" y="222250"/>
                  </a:lnTo>
                  <a:lnTo>
                    <a:pt x="658253" y="210820"/>
                  </a:lnTo>
                  <a:lnTo>
                    <a:pt x="658253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706750" y="3942588"/>
              <a:ext cx="678180" cy="379730"/>
            </a:xfrm>
            <a:custGeom>
              <a:avLst/>
              <a:gdLst/>
              <a:ahLst/>
              <a:cxnLst/>
              <a:rect l="l" t="t" r="r" b="b"/>
              <a:pathLst>
                <a:path w="678179" h="379729">
                  <a:moveTo>
                    <a:pt x="367156" y="0"/>
                  </a:moveTo>
                  <a:lnTo>
                    <a:pt x="418973" y="0"/>
                  </a:lnTo>
                  <a:lnTo>
                    <a:pt x="496697" y="0"/>
                  </a:lnTo>
                  <a:lnTo>
                    <a:pt x="678052" y="0"/>
                  </a:lnTo>
                  <a:lnTo>
                    <a:pt x="678052" y="221361"/>
                  </a:lnTo>
                  <a:lnTo>
                    <a:pt x="678052" y="316230"/>
                  </a:lnTo>
                  <a:lnTo>
                    <a:pt x="678052" y="379475"/>
                  </a:lnTo>
                  <a:lnTo>
                    <a:pt x="496697" y="379475"/>
                  </a:lnTo>
                  <a:lnTo>
                    <a:pt x="418973" y="379475"/>
                  </a:lnTo>
                  <a:lnTo>
                    <a:pt x="367156" y="379475"/>
                  </a:lnTo>
                  <a:lnTo>
                    <a:pt x="367156" y="316230"/>
                  </a:lnTo>
                  <a:lnTo>
                    <a:pt x="0" y="210312"/>
                  </a:lnTo>
                  <a:lnTo>
                    <a:pt x="367156" y="221361"/>
                  </a:lnTo>
                  <a:lnTo>
                    <a:pt x="367156" y="0"/>
                  </a:lnTo>
                  <a:close/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385316" y="1899919"/>
              <a:ext cx="419734" cy="379730"/>
            </a:xfrm>
            <a:custGeom>
              <a:avLst/>
              <a:gdLst/>
              <a:ahLst/>
              <a:cxnLst/>
              <a:rect l="l" t="t" r="r" b="b"/>
              <a:pathLst>
                <a:path w="419735" h="379730">
                  <a:moveTo>
                    <a:pt x="419252" y="304800"/>
                  </a:moveTo>
                  <a:lnTo>
                    <a:pt x="416052" y="304800"/>
                  </a:lnTo>
                  <a:lnTo>
                    <a:pt x="416052" y="222250"/>
                  </a:lnTo>
                  <a:lnTo>
                    <a:pt x="289560" y="222250"/>
                  </a:lnTo>
                  <a:lnTo>
                    <a:pt x="289560" y="0"/>
                  </a:lnTo>
                  <a:lnTo>
                    <a:pt x="0" y="0"/>
                  </a:lnTo>
                  <a:lnTo>
                    <a:pt x="0" y="222250"/>
                  </a:lnTo>
                  <a:lnTo>
                    <a:pt x="0" y="304800"/>
                  </a:lnTo>
                  <a:lnTo>
                    <a:pt x="0" y="316230"/>
                  </a:lnTo>
                  <a:lnTo>
                    <a:pt x="0" y="379730"/>
                  </a:lnTo>
                  <a:lnTo>
                    <a:pt x="289560" y="379730"/>
                  </a:lnTo>
                  <a:lnTo>
                    <a:pt x="289560" y="316230"/>
                  </a:lnTo>
                  <a:lnTo>
                    <a:pt x="419252" y="316230"/>
                  </a:lnTo>
                  <a:lnTo>
                    <a:pt x="419252" y="30480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385315" y="1900427"/>
              <a:ext cx="541020" cy="379730"/>
            </a:xfrm>
            <a:custGeom>
              <a:avLst/>
              <a:gdLst/>
              <a:ahLst/>
              <a:cxnLst/>
              <a:rect l="l" t="t" r="r" b="b"/>
              <a:pathLst>
                <a:path w="541019" h="379730">
                  <a:moveTo>
                    <a:pt x="0" y="0"/>
                  </a:moveTo>
                  <a:lnTo>
                    <a:pt x="168909" y="0"/>
                  </a:lnTo>
                  <a:lnTo>
                    <a:pt x="241300" y="0"/>
                  </a:lnTo>
                  <a:lnTo>
                    <a:pt x="289559" y="0"/>
                  </a:lnTo>
                  <a:lnTo>
                    <a:pt x="289559" y="221361"/>
                  </a:lnTo>
                  <a:lnTo>
                    <a:pt x="541020" y="304164"/>
                  </a:lnTo>
                  <a:lnTo>
                    <a:pt x="289559" y="316230"/>
                  </a:lnTo>
                  <a:lnTo>
                    <a:pt x="289559" y="379475"/>
                  </a:lnTo>
                  <a:lnTo>
                    <a:pt x="241300" y="379475"/>
                  </a:lnTo>
                  <a:lnTo>
                    <a:pt x="168909" y="379475"/>
                  </a:lnTo>
                  <a:lnTo>
                    <a:pt x="0" y="379475"/>
                  </a:lnTo>
                  <a:lnTo>
                    <a:pt x="0" y="316230"/>
                  </a:lnTo>
                  <a:lnTo>
                    <a:pt x="0" y="22136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838200" y="1536191"/>
            <a:ext cx="2958465" cy="300101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585470" marR="2151380" indent="13335">
              <a:lnSpc>
                <a:spcPct val="111000"/>
              </a:lnSpc>
            </a:pP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Yes </a:t>
            </a:r>
            <a:r>
              <a:rPr dirty="0" sz="1000" spc="-26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 spc="1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1000" spc="5">
                <a:solidFill>
                  <a:srgbClr val="FFFFFF"/>
                </a:solidFill>
                <a:latin typeface="Segoe UI Light"/>
                <a:cs typeface="Segoe UI Light"/>
              </a:rPr>
              <a:t>2</a:t>
            </a:r>
            <a:r>
              <a:rPr dirty="0" sz="1000" spc="-5">
                <a:solidFill>
                  <a:srgbClr val="FFFFFF"/>
                </a:solidFill>
                <a:latin typeface="Segoe UI Light"/>
                <a:cs typeface="Segoe UI Light"/>
              </a:rPr>
              <a:t>%</a:t>
            </a:r>
            <a:endParaRPr sz="10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3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3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3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3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3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3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3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>
              <a:latin typeface="Segoe UI Light"/>
              <a:cs typeface="Segoe UI Light"/>
            </a:endParaRPr>
          </a:p>
          <a:p>
            <a:pPr algn="r" marL="2274570" marR="440055" indent="33020">
              <a:lnSpc>
                <a:spcPct val="111000"/>
              </a:lnSpc>
            </a:pPr>
            <a:r>
              <a:rPr dirty="0" sz="1000" spc="5">
                <a:solidFill>
                  <a:srgbClr val="FFFFFF"/>
                </a:solidFill>
                <a:latin typeface="Segoe UI Light"/>
                <a:cs typeface="Segoe UI Light"/>
              </a:rPr>
              <a:t>No </a:t>
            </a:r>
            <a:r>
              <a:rPr dirty="0" sz="1000" spc="-26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 spc="10">
                <a:solidFill>
                  <a:srgbClr val="FFFFFF"/>
                </a:solidFill>
                <a:latin typeface="Segoe UI Light"/>
                <a:cs typeface="Segoe UI Light"/>
              </a:rPr>
              <a:t>88%</a:t>
            </a:r>
            <a:endParaRPr sz="1000">
              <a:latin typeface="Segoe UI Light"/>
              <a:cs typeface="Segoe UI Ligh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306067" y="1612391"/>
            <a:ext cx="2022475" cy="207645"/>
          </a:xfrm>
          <a:custGeom>
            <a:avLst/>
            <a:gdLst/>
            <a:ahLst/>
            <a:cxnLst/>
            <a:rect l="l" t="t" r="r" b="b"/>
            <a:pathLst>
              <a:path w="2022475" h="207644">
                <a:moveTo>
                  <a:pt x="2022348" y="0"/>
                </a:moveTo>
                <a:lnTo>
                  <a:pt x="0" y="0"/>
                </a:lnTo>
                <a:lnTo>
                  <a:pt x="0" y="207263"/>
                </a:lnTo>
                <a:lnTo>
                  <a:pt x="2022348" y="207263"/>
                </a:lnTo>
                <a:lnTo>
                  <a:pt x="20223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306067" y="1630172"/>
            <a:ext cx="20224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FFFFFF"/>
                </a:solidFill>
                <a:latin typeface="Segoe UI Light"/>
                <a:cs typeface="Segoe UI Light"/>
              </a:rPr>
              <a:t>Does</a:t>
            </a:r>
            <a:r>
              <a:rPr dirty="0" sz="1000" spc="-10">
                <a:solidFill>
                  <a:srgbClr val="FFFFFF"/>
                </a:solidFill>
                <a:latin typeface="Segoe UI Light"/>
                <a:cs typeface="Segoe UI Light"/>
              </a:rPr>
              <a:t> Restaurant</a:t>
            </a:r>
            <a:r>
              <a:rPr dirty="0" sz="1000" spc="1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 spc="-5">
                <a:solidFill>
                  <a:srgbClr val="FFFFFF"/>
                </a:solidFill>
                <a:latin typeface="Segoe UI Light"/>
                <a:cs typeface="Segoe UI Light"/>
              </a:rPr>
              <a:t>Has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 Light"/>
                <a:cs typeface="Segoe UI Light"/>
              </a:rPr>
              <a:t>Table</a:t>
            </a:r>
            <a:r>
              <a:rPr dirty="0" sz="1000" spc="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 spc="-5">
                <a:solidFill>
                  <a:srgbClr val="FFFFFF"/>
                </a:solidFill>
                <a:latin typeface="Segoe UI Light"/>
                <a:cs typeface="Segoe UI Light"/>
              </a:rPr>
              <a:t>Booking?</a:t>
            </a:r>
            <a:endParaRPr sz="10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72500" y="484631"/>
            <a:ext cx="3619500" cy="76200"/>
          </a:xfrm>
          <a:custGeom>
            <a:avLst/>
            <a:gdLst/>
            <a:ahLst/>
            <a:cxnLst/>
            <a:rect l="l" t="t" r="r" b="b"/>
            <a:pathLst>
              <a:path w="36195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61950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3619500" h="76200">
                <a:moveTo>
                  <a:pt x="3619500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3619500" y="44450"/>
                </a:lnTo>
                <a:lnTo>
                  <a:pt x="3619500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23259" y="127203"/>
            <a:ext cx="47472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70" b="1">
                <a:solidFill>
                  <a:srgbClr val="404040"/>
                </a:solidFill>
                <a:latin typeface="Tahoma"/>
                <a:cs typeface="Tahoma"/>
              </a:rPr>
              <a:t>Zomato </a:t>
            </a:r>
            <a:r>
              <a:rPr dirty="0" sz="2800" spc="-140" b="1">
                <a:solidFill>
                  <a:srgbClr val="404040"/>
                </a:solidFill>
                <a:latin typeface="Tahoma"/>
                <a:cs typeface="Tahoma"/>
              </a:rPr>
              <a:t>Restaurant</a:t>
            </a:r>
            <a:r>
              <a:rPr dirty="0" sz="2800" spc="-60" b="1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404040"/>
                </a:solidFill>
                <a:latin typeface="Tahoma"/>
                <a:cs typeface="Tahoma"/>
              </a:rPr>
              <a:t>Analysis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3619500" cy="76200"/>
          </a:xfrm>
          <a:custGeom>
            <a:avLst/>
            <a:gdLst/>
            <a:ahLst/>
            <a:cxnLst/>
            <a:rect l="l" t="t" r="r" b="b"/>
            <a:pathLst>
              <a:path w="3619500" h="76200">
                <a:moveTo>
                  <a:pt x="3581400" y="0"/>
                </a:moveTo>
                <a:lnTo>
                  <a:pt x="3566552" y="2988"/>
                </a:lnTo>
                <a:lnTo>
                  <a:pt x="3554444" y="11144"/>
                </a:lnTo>
                <a:lnTo>
                  <a:pt x="3546288" y="23252"/>
                </a:lnTo>
                <a:lnTo>
                  <a:pt x="3543300" y="38100"/>
                </a:lnTo>
                <a:lnTo>
                  <a:pt x="3546288" y="52947"/>
                </a:lnTo>
                <a:lnTo>
                  <a:pt x="3554444" y="65055"/>
                </a:lnTo>
                <a:lnTo>
                  <a:pt x="3566552" y="73211"/>
                </a:lnTo>
                <a:lnTo>
                  <a:pt x="3581400" y="76200"/>
                </a:lnTo>
                <a:lnTo>
                  <a:pt x="3596247" y="73211"/>
                </a:lnTo>
                <a:lnTo>
                  <a:pt x="3608355" y="65055"/>
                </a:lnTo>
                <a:lnTo>
                  <a:pt x="3616511" y="52947"/>
                </a:lnTo>
                <a:lnTo>
                  <a:pt x="3618221" y="44450"/>
                </a:lnTo>
                <a:lnTo>
                  <a:pt x="3581400" y="44450"/>
                </a:lnTo>
                <a:lnTo>
                  <a:pt x="3581400" y="31750"/>
                </a:lnTo>
                <a:lnTo>
                  <a:pt x="3618221" y="31750"/>
                </a:lnTo>
                <a:lnTo>
                  <a:pt x="3616511" y="23252"/>
                </a:lnTo>
                <a:lnTo>
                  <a:pt x="3608355" y="11144"/>
                </a:lnTo>
                <a:lnTo>
                  <a:pt x="3596247" y="2988"/>
                </a:lnTo>
                <a:lnTo>
                  <a:pt x="3581400" y="0"/>
                </a:lnTo>
                <a:close/>
              </a:path>
              <a:path w="3619500" h="76200">
                <a:moveTo>
                  <a:pt x="354457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44578" y="44450"/>
                </a:lnTo>
                <a:lnTo>
                  <a:pt x="3543300" y="38100"/>
                </a:lnTo>
                <a:lnTo>
                  <a:pt x="3544578" y="31750"/>
                </a:lnTo>
                <a:close/>
              </a:path>
              <a:path w="3619500" h="76200">
                <a:moveTo>
                  <a:pt x="3618221" y="31750"/>
                </a:moveTo>
                <a:lnTo>
                  <a:pt x="3581400" y="31750"/>
                </a:lnTo>
                <a:lnTo>
                  <a:pt x="3581400" y="44450"/>
                </a:lnTo>
                <a:lnTo>
                  <a:pt x="3618221" y="44450"/>
                </a:lnTo>
                <a:lnTo>
                  <a:pt x="3619500" y="38100"/>
                </a:lnTo>
                <a:lnTo>
                  <a:pt x="3618221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52900" y="4879847"/>
            <a:ext cx="0" cy="1206500"/>
          </a:xfrm>
          <a:custGeom>
            <a:avLst/>
            <a:gdLst/>
            <a:ahLst/>
            <a:cxnLst/>
            <a:rect l="l" t="t" r="r" b="b"/>
            <a:pathLst>
              <a:path w="0" h="1206500">
                <a:moveTo>
                  <a:pt x="0" y="0"/>
                </a:moveTo>
                <a:lnTo>
                  <a:pt x="0" y="1206500"/>
                </a:lnTo>
              </a:path>
            </a:pathLst>
          </a:custGeom>
          <a:ln w="6350">
            <a:solidFill>
              <a:srgbClr val="09566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39100" y="4879847"/>
            <a:ext cx="0" cy="1206500"/>
          </a:xfrm>
          <a:custGeom>
            <a:avLst/>
            <a:gdLst/>
            <a:ahLst/>
            <a:cxnLst/>
            <a:rect l="l" t="t" r="r" b="b"/>
            <a:pathLst>
              <a:path w="0" h="1206500">
                <a:moveTo>
                  <a:pt x="0" y="0"/>
                </a:moveTo>
                <a:lnTo>
                  <a:pt x="0" y="1206500"/>
                </a:lnTo>
              </a:path>
            </a:pathLst>
          </a:custGeom>
          <a:ln w="6350">
            <a:solidFill>
              <a:srgbClr val="09566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25500" y="4823212"/>
            <a:ext cx="2580005" cy="1410970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3200" spc="-5">
                <a:solidFill>
                  <a:srgbClr val="0D8294"/>
                </a:solidFill>
                <a:latin typeface="Calibri"/>
                <a:cs typeface="Calibri"/>
              </a:rPr>
              <a:t>1,821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112900"/>
              </a:lnSpc>
              <a:spcBef>
                <a:spcPts val="275"/>
              </a:spcBef>
            </a:pP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There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are lot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many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varieties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dirty="0" sz="1400" spc="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cuisines</a:t>
            </a:r>
            <a:r>
              <a:rPr dirty="0" sz="14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available</a:t>
            </a:r>
            <a:r>
              <a:rPr dirty="0" sz="14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 restaurants</a:t>
            </a:r>
            <a:r>
              <a:rPr dirty="0" sz="14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all </a:t>
            </a:r>
            <a:r>
              <a:rPr dirty="0" sz="1400" spc="-30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over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1400" spc="-1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world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9169" y="4873230"/>
            <a:ext cx="2679700" cy="111950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3200" spc="-5">
                <a:solidFill>
                  <a:srgbClr val="404040"/>
                </a:solidFill>
                <a:latin typeface="Segoe UI Light"/>
                <a:cs typeface="Segoe UI Light"/>
              </a:rPr>
              <a:t>0.07</a:t>
            </a:r>
            <a:endParaRPr sz="32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There</a:t>
            </a:r>
            <a:r>
              <a:rPr dirty="0" sz="14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no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correlation</a:t>
            </a:r>
            <a:r>
              <a:rPr dirty="0" sz="14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between</a:t>
            </a:r>
            <a:r>
              <a:rPr dirty="0" sz="14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Avg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Cost</a:t>
            </a:r>
            <a:r>
              <a:rPr dirty="0" sz="14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14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Cuisines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Ratings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30351" y="1519427"/>
            <a:ext cx="8644255" cy="2344420"/>
            <a:chOff x="530351" y="1519427"/>
            <a:chExt cx="8644255" cy="2344420"/>
          </a:xfrm>
        </p:grpSpPr>
        <p:sp>
          <p:nvSpPr>
            <p:cNvPr id="10" name="object 10"/>
            <p:cNvSpPr/>
            <p:nvPr/>
          </p:nvSpPr>
          <p:spPr>
            <a:xfrm>
              <a:off x="530352" y="3488435"/>
              <a:ext cx="334010" cy="375285"/>
            </a:xfrm>
            <a:custGeom>
              <a:avLst/>
              <a:gdLst/>
              <a:ahLst/>
              <a:cxnLst/>
              <a:rect l="l" t="t" r="r" b="b"/>
              <a:pathLst>
                <a:path w="334009" h="375285">
                  <a:moveTo>
                    <a:pt x="1524" y="25908"/>
                  </a:moveTo>
                  <a:lnTo>
                    <a:pt x="0" y="25908"/>
                  </a:lnTo>
                  <a:lnTo>
                    <a:pt x="0" y="374904"/>
                  </a:lnTo>
                  <a:lnTo>
                    <a:pt x="1524" y="374904"/>
                  </a:lnTo>
                  <a:lnTo>
                    <a:pt x="1524" y="25908"/>
                  </a:lnTo>
                  <a:close/>
                </a:path>
                <a:path w="334009" h="375285">
                  <a:moveTo>
                    <a:pt x="6096" y="18288"/>
                  </a:moveTo>
                  <a:lnTo>
                    <a:pt x="4572" y="18288"/>
                  </a:lnTo>
                  <a:lnTo>
                    <a:pt x="4572" y="374904"/>
                  </a:lnTo>
                  <a:lnTo>
                    <a:pt x="6096" y="374904"/>
                  </a:lnTo>
                  <a:lnTo>
                    <a:pt x="6096" y="18288"/>
                  </a:lnTo>
                  <a:close/>
                </a:path>
                <a:path w="334009" h="375285">
                  <a:moveTo>
                    <a:pt x="10668" y="0"/>
                  </a:moveTo>
                  <a:lnTo>
                    <a:pt x="9144" y="0"/>
                  </a:lnTo>
                  <a:lnTo>
                    <a:pt x="9144" y="374904"/>
                  </a:lnTo>
                  <a:lnTo>
                    <a:pt x="10668" y="374904"/>
                  </a:lnTo>
                  <a:lnTo>
                    <a:pt x="10668" y="0"/>
                  </a:lnTo>
                  <a:close/>
                </a:path>
                <a:path w="334009" h="375285">
                  <a:moveTo>
                    <a:pt x="15240" y="70104"/>
                  </a:moveTo>
                  <a:lnTo>
                    <a:pt x="13716" y="70104"/>
                  </a:lnTo>
                  <a:lnTo>
                    <a:pt x="13716" y="374904"/>
                  </a:lnTo>
                  <a:lnTo>
                    <a:pt x="15240" y="374904"/>
                  </a:lnTo>
                  <a:lnTo>
                    <a:pt x="15240" y="70104"/>
                  </a:lnTo>
                  <a:close/>
                </a:path>
                <a:path w="334009" h="375285">
                  <a:moveTo>
                    <a:pt x="19812" y="25908"/>
                  </a:moveTo>
                  <a:lnTo>
                    <a:pt x="18288" y="25908"/>
                  </a:lnTo>
                  <a:lnTo>
                    <a:pt x="18288" y="374904"/>
                  </a:lnTo>
                  <a:lnTo>
                    <a:pt x="19812" y="374904"/>
                  </a:lnTo>
                  <a:lnTo>
                    <a:pt x="19812" y="25908"/>
                  </a:lnTo>
                  <a:close/>
                </a:path>
                <a:path w="334009" h="375285">
                  <a:moveTo>
                    <a:pt x="25908" y="21336"/>
                  </a:moveTo>
                  <a:lnTo>
                    <a:pt x="22860" y="21336"/>
                  </a:lnTo>
                  <a:lnTo>
                    <a:pt x="22860" y="374904"/>
                  </a:lnTo>
                  <a:lnTo>
                    <a:pt x="25908" y="374904"/>
                  </a:lnTo>
                  <a:lnTo>
                    <a:pt x="25908" y="21336"/>
                  </a:lnTo>
                  <a:close/>
                </a:path>
                <a:path w="334009" h="375285">
                  <a:moveTo>
                    <a:pt x="30480" y="32004"/>
                  </a:moveTo>
                  <a:lnTo>
                    <a:pt x="27432" y="32004"/>
                  </a:lnTo>
                  <a:lnTo>
                    <a:pt x="27432" y="374904"/>
                  </a:lnTo>
                  <a:lnTo>
                    <a:pt x="30480" y="374904"/>
                  </a:lnTo>
                  <a:lnTo>
                    <a:pt x="30480" y="32004"/>
                  </a:lnTo>
                  <a:close/>
                </a:path>
                <a:path w="334009" h="375285">
                  <a:moveTo>
                    <a:pt x="35052" y="21336"/>
                  </a:moveTo>
                  <a:lnTo>
                    <a:pt x="32004" y="21336"/>
                  </a:lnTo>
                  <a:lnTo>
                    <a:pt x="32004" y="374904"/>
                  </a:lnTo>
                  <a:lnTo>
                    <a:pt x="35052" y="374904"/>
                  </a:lnTo>
                  <a:lnTo>
                    <a:pt x="35052" y="21336"/>
                  </a:lnTo>
                  <a:close/>
                </a:path>
                <a:path w="334009" h="375285">
                  <a:moveTo>
                    <a:pt x="39624" y="260604"/>
                  </a:moveTo>
                  <a:lnTo>
                    <a:pt x="38100" y="260604"/>
                  </a:lnTo>
                  <a:lnTo>
                    <a:pt x="38100" y="374904"/>
                  </a:lnTo>
                  <a:lnTo>
                    <a:pt x="39624" y="374904"/>
                  </a:lnTo>
                  <a:lnTo>
                    <a:pt x="39624" y="260604"/>
                  </a:lnTo>
                  <a:close/>
                </a:path>
                <a:path w="334009" h="375285">
                  <a:moveTo>
                    <a:pt x="44196" y="21336"/>
                  </a:moveTo>
                  <a:lnTo>
                    <a:pt x="42672" y="21336"/>
                  </a:lnTo>
                  <a:lnTo>
                    <a:pt x="42672" y="374904"/>
                  </a:lnTo>
                  <a:lnTo>
                    <a:pt x="44196" y="374904"/>
                  </a:lnTo>
                  <a:lnTo>
                    <a:pt x="44196" y="21336"/>
                  </a:lnTo>
                  <a:close/>
                </a:path>
                <a:path w="334009" h="375285">
                  <a:moveTo>
                    <a:pt x="48768" y="21336"/>
                  </a:moveTo>
                  <a:lnTo>
                    <a:pt x="47244" y="21336"/>
                  </a:lnTo>
                  <a:lnTo>
                    <a:pt x="47244" y="374904"/>
                  </a:lnTo>
                  <a:lnTo>
                    <a:pt x="48768" y="374904"/>
                  </a:lnTo>
                  <a:lnTo>
                    <a:pt x="48768" y="21336"/>
                  </a:lnTo>
                  <a:close/>
                </a:path>
                <a:path w="334009" h="375285">
                  <a:moveTo>
                    <a:pt x="53340" y="60972"/>
                  </a:moveTo>
                  <a:lnTo>
                    <a:pt x="51816" y="60972"/>
                  </a:lnTo>
                  <a:lnTo>
                    <a:pt x="51816" y="374904"/>
                  </a:lnTo>
                  <a:lnTo>
                    <a:pt x="53340" y="374904"/>
                  </a:lnTo>
                  <a:lnTo>
                    <a:pt x="53340" y="60972"/>
                  </a:lnTo>
                  <a:close/>
                </a:path>
                <a:path w="334009" h="375285">
                  <a:moveTo>
                    <a:pt x="57912" y="260604"/>
                  </a:moveTo>
                  <a:lnTo>
                    <a:pt x="56388" y="260604"/>
                  </a:lnTo>
                  <a:lnTo>
                    <a:pt x="56388" y="374904"/>
                  </a:lnTo>
                  <a:lnTo>
                    <a:pt x="57912" y="374904"/>
                  </a:lnTo>
                  <a:lnTo>
                    <a:pt x="57912" y="260604"/>
                  </a:lnTo>
                  <a:close/>
                </a:path>
                <a:path w="334009" h="375285">
                  <a:moveTo>
                    <a:pt x="62484" y="260604"/>
                  </a:moveTo>
                  <a:lnTo>
                    <a:pt x="60960" y="260604"/>
                  </a:lnTo>
                  <a:lnTo>
                    <a:pt x="60960" y="374904"/>
                  </a:lnTo>
                  <a:lnTo>
                    <a:pt x="62484" y="374904"/>
                  </a:lnTo>
                  <a:lnTo>
                    <a:pt x="62484" y="260604"/>
                  </a:lnTo>
                  <a:close/>
                </a:path>
                <a:path w="334009" h="375285">
                  <a:moveTo>
                    <a:pt x="68580" y="48768"/>
                  </a:moveTo>
                  <a:lnTo>
                    <a:pt x="65532" y="48768"/>
                  </a:lnTo>
                  <a:lnTo>
                    <a:pt x="65532" y="374904"/>
                  </a:lnTo>
                  <a:lnTo>
                    <a:pt x="68580" y="374904"/>
                  </a:lnTo>
                  <a:lnTo>
                    <a:pt x="68580" y="48768"/>
                  </a:lnTo>
                  <a:close/>
                </a:path>
                <a:path w="334009" h="375285">
                  <a:moveTo>
                    <a:pt x="73152" y="103632"/>
                  </a:moveTo>
                  <a:lnTo>
                    <a:pt x="70104" y="103632"/>
                  </a:lnTo>
                  <a:lnTo>
                    <a:pt x="70104" y="374904"/>
                  </a:lnTo>
                  <a:lnTo>
                    <a:pt x="73152" y="374904"/>
                  </a:lnTo>
                  <a:lnTo>
                    <a:pt x="73152" y="103632"/>
                  </a:lnTo>
                  <a:close/>
                </a:path>
                <a:path w="334009" h="375285">
                  <a:moveTo>
                    <a:pt x="77724" y="260604"/>
                  </a:moveTo>
                  <a:lnTo>
                    <a:pt x="76200" y="260604"/>
                  </a:lnTo>
                  <a:lnTo>
                    <a:pt x="76200" y="374904"/>
                  </a:lnTo>
                  <a:lnTo>
                    <a:pt x="77724" y="374904"/>
                  </a:lnTo>
                  <a:lnTo>
                    <a:pt x="77724" y="260604"/>
                  </a:lnTo>
                  <a:close/>
                </a:path>
                <a:path w="334009" h="375285">
                  <a:moveTo>
                    <a:pt x="82296" y="112776"/>
                  </a:moveTo>
                  <a:lnTo>
                    <a:pt x="80772" y="112776"/>
                  </a:lnTo>
                  <a:lnTo>
                    <a:pt x="80772" y="374904"/>
                  </a:lnTo>
                  <a:lnTo>
                    <a:pt x="82296" y="374904"/>
                  </a:lnTo>
                  <a:lnTo>
                    <a:pt x="82296" y="112776"/>
                  </a:lnTo>
                  <a:close/>
                </a:path>
                <a:path w="334009" h="375285">
                  <a:moveTo>
                    <a:pt x="86868" y="260604"/>
                  </a:moveTo>
                  <a:lnTo>
                    <a:pt x="85344" y="260604"/>
                  </a:lnTo>
                  <a:lnTo>
                    <a:pt x="85344" y="374904"/>
                  </a:lnTo>
                  <a:lnTo>
                    <a:pt x="86868" y="374904"/>
                  </a:lnTo>
                  <a:lnTo>
                    <a:pt x="86868" y="260604"/>
                  </a:lnTo>
                  <a:close/>
                </a:path>
                <a:path w="334009" h="375285">
                  <a:moveTo>
                    <a:pt x="91440" y="18288"/>
                  </a:moveTo>
                  <a:lnTo>
                    <a:pt x="89916" y="18288"/>
                  </a:lnTo>
                  <a:lnTo>
                    <a:pt x="89916" y="374904"/>
                  </a:lnTo>
                  <a:lnTo>
                    <a:pt x="91440" y="374904"/>
                  </a:lnTo>
                  <a:lnTo>
                    <a:pt x="91440" y="18288"/>
                  </a:lnTo>
                  <a:close/>
                </a:path>
                <a:path w="334009" h="375285">
                  <a:moveTo>
                    <a:pt x="96012" y="50292"/>
                  </a:moveTo>
                  <a:lnTo>
                    <a:pt x="94488" y="50292"/>
                  </a:lnTo>
                  <a:lnTo>
                    <a:pt x="94488" y="374904"/>
                  </a:lnTo>
                  <a:lnTo>
                    <a:pt x="96012" y="374904"/>
                  </a:lnTo>
                  <a:lnTo>
                    <a:pt x="96012" y="50292"/>
                  </a:lnTo>
                  <a:close/>
                </a:path>
                <a:path w="334009" h="375285">
                  <a:moveTo>
                    <a:pt x="100584" y="13716"/>
                  </a:moveTo>
                  <a:lnTo>
                    <a:pt x="99060" y="13716"/>
                  </a:lnTo>
                  <a:lnTo>
                    <a:pt x="99060" y="374904"/>
                  </a:lnTo>
                  <a:lnTo>
                    <a:pt x="100584" y="374904"/>
                  </a:lnTo>
                  <a:lnTo>
                    <a:pt x="100584" y="13716"/>
                  </a:lnTo>
                  <a:close/>
                </a:path>
                <a:path w="334009" h="375285">
                  <a:moveTo>
                    <a:pt x="105156" y="74676"/>
                  </a:moveTo>
                  <a:lnTo>
                    <a:pt x="103632" y="74676"/>
                  </a:lnTo>
                  <a:lnTo>
                    <a:pt x="103632" y="374904"/>
                  </a:lnTo>
                  <a:lnTo>
                    <a:pt x="105156" y="374904"/>
                  </a:lnTo>
                  <a:lnTo>
                    <a:pt x="105156" y="74676"/>
                  </a:lnTo>
                  <a:close/>
                </a:path>
                <a:path w="334009" h="375285">
                  <a:moveTo>
                    <a:pt x="111252" y="38100"/>
                  </a:moveTo>
                  <a:lnTo>
                    <a:pt x="108204" y="38100"/>
                  </a:lnTo>
                  <a:lnTo>
                    <a:pt x="108204" y="374904"/>
                  </a:lnTo>
                  <a:lnTo>
                    <a:pt x="111252" y="374904"/>
                  </a:lnTo>
                  <a:lnTo>
                    <a:pt x="111252" y="38100"/>
                  </a:lnTo>
                  <a:close/>
                </a:path>
                <a:path w="334009" h="375285">
                  <a:moveTo>
                    <a:pt x="115824" y="45720"/>
                  </a:moveTo>
                  <a:lnTo>
                    <a:pt x="112776" y="45720"/>
                  </a:lnTo>
                  <a:lnTo>
                    <a:pt x="112776" y="374904"/>
                  </a:lnTo>
                  <a:lnTo>
                    <a:pt x="115824" y="374904"/>
                  </a:lnTo>
                  <a:lnTo>
                    <a:pt x="115824" y="45720"/>
                  </a:lnTo>
                  <a:close/>
                </a:path>
                <a:path w="334009" h="375285">
                  <a:moveTo>
                    <a:pt x="120396" y="42684"/>
                  </a:moveTo>
                  <a:lnTo>
                    <a:pt x="118872" y="42684"/>
                  </a:lnTo>
                  <a:lnTo>
                    <a:pt x="118872" y="374904"/>
                  </a:lnTo>
                  <a:lnTo>
                    <a:pt x="120396" y="374904"/>
                  </a:lnTo>
                  <a:lnTo>
                    <a:pt x="120396" y="42684"/>
                  </a:lnTo>
                  <a:close/>
                </a:path>
                <a:path w="334009" h="375285">
                  <a:moveTo>
                    <a:pt x="124968" y="42684"/>
                  </a:moveTo>
                  <a:lnTo>
                    <a:pt x="123444" y="42684"/>
                  </a:lnTo>
                  <a:lnTo>
                    <a:pt x="123444" y="374904"/>
                  </a:lnTo>
                  <a:lnTo>
                    <a:pt x="124968" y="374904"/>
                  </a:lnTo>
                  <a:lnTo>
                    <a:pt x="124968" y="42684"/>
                  </a:lnTo>
                  <a:close/>
                </a:path>
                <a:path w="334009" h="375285">
                  <a:moveTo>
                    <a:pt x="129540" y="56388"/>
                  </a:moveTo>
                  <a:lnTo>
                    <a:pt x="128016" y="56388"/>
                  </a:lnTo>
                  <a:lnTo>
                    <a:pt x="128016" y="374904"/>
                  </a:lnTo>
                  <a:lnTo>
                    <a:pt x="129540" y="374904"/>
                  </a:lnTo>
                  <a:lnTo>
                    <a:pt x="129540" y="56388"/>
                  </a:lnTo>
                  <a:close/>
                </a:path>
                <a:path w="334009" h="375285">
                  <a:moveTo>
                    <a:pt x="134112" y="32004"/>
                  </a:moveTo>
                  <a:lnTo>
                    <a:pt x="132588" y="32004"/>
                  </a:lnTo>
                  <a:lnTo>
                    <a:pt x="132588" y="374904"/>
                  </a:lnTo>
                  <a:lnTo>
                    <a:pt x="134112" y="374904"/>
                  </a:lnTo>
                  <a:lnTo>
                    <a:pt x="134112" y="32004"/>
                  </a:lnTo>
                  <a:close/>
                </a:path>
                <a:path w="334009" h="375285">
                  <a:moveTo>
                    <a:pt x="138684" y="28956"/>
                  </a:moveTo>
                  <a:lnTo>
                    <a:pt x="137160" y="28956"/>
                  </a:lnTo>
                  <a:lnTo>
                    <a:pt x="137160" y="374904"/>
                  </a:lnTo>
                  <a:lnTo>
                    <a:pt x="138684" y="374904"/>
                  </a:lnTo>
                  <a:lnTo>
                    <a:pt x="138684" y="28956"/>
                  </a:lnTo>
                  <a:close/>
                </a:path>
                <a:path w="334009" h="375285">
                  <a:moveTo>
                    <a:pt x="143256" y="33528"/>
                  </a:moveTo>
                  <a:lnTo>
                    <a:pt x="141732" y="33528"/>
                  </a:lnTo>
                  <a:lnTo>
                    <a:pt x="141732" y="374904"/>
                  </a:lnTo>
                  <a:lnTo>
                    <a:pt x="143256" y="374904"/>
                  </a:lnTo>
                  <a:lnTo>
                    <a:pt x="143256" y="33528"/>
                  </a:lnTo>
                  <a:close/>
                </a:path>
                <a:path w="334009" h="375285">
                  <a:moveTo>
                    <a:pt x="149352" y="54864"/>
                  </a:moveTo>
                  <a:lnTo>
                    <a:pt x="146304" y="54864"/>
                  </a:lnTo>
                  <a:lnTo>
                    <a:pt x="146304" y="374904"/>
                  </a:lnTo>
                  <a:lnTo>
                    <a:pt x="149352" y="374904"/>
                  </a:lnTo>
                  <a:lnTo>
                    <a:pt x="149352" y="54864"/>
                  </a:lnTo>
                  <a:close/>
                </a:path>
                <a:path w="334009" h="375285">
                  <a:moveTo>
                    <a:pt x="153924" y="126492"/>
                  </a:moveTo>
                  <a:lnTo>
                    <a:pt x="150876" y="126492"/>
                  </a:lnTo>
                  <a:lnTo>
                    <a:pt x="150876" y="374904"/>
                  </a:lnTo>
                  <a:lnTo>
                    <a:pt x="153924" y="374904"/>
                  </a:lnTo>
                  <a:lnTo>
                    <a:pt x="153924" y="126492"/>
                  </a:lnTo>
                  <a:close/>
                </a:path>
                <a:path w="334009" h="375285">
                  <a:moveTo>
                    <a:pt x="158496" y="28956"/>
                  </a:moveTo>
                  <a:lnTo>
                    <a:pt x="155448" y="28956"/>
                  </a:lnTo>
                  <a:lnTo>
                    <a:pt x="155448" y="374904"/>
                  </a:lnTo>
                  <a:lnTo>
                    <a:pt x="158496" y="374904"/>
                  </a:lnTo>
                  <a:lnTo>
                    <a:pt x="158496" y="28956"/>
                  </a:lnTo>
                  <a:close/>
                </a:path>
                <a:path w="334009" h="375285">
                  <a:moveTo>
                    <a:pt x="163068" y="260604"/>
                  </a:moveTo>
                  <a:lnTo>
                    <a:pt x="161544" y="260604"/>
                  </a:lnTo>
                  <a:lnTo>
                    <a:pt x="161544" y="374904"/>
                  </a:lnTo>
                  <a:lnTo>
                    <a:pt x="163068" y="374904"/>
                  </a:lnTo>
                  <a:lnTo>
                    <a:pt x="163068" y="260604"/>
                  </a:lnTo>
                  <a:close/>
                </a:path>
                <a:path w="334009" h="375285">
                  <a:moveTo>
                    <a:pt x="167640" y="205740"/>
                  </a:moveTo>
                  <a:lnTo>
                    <a:pt x="166116" y="205740"/>
                  </a:lnTo>
                  <a:lnTo>
                    <a:pt x="166116" y="374904"/>
                  </a:lnTo>
                  <a:lnTo>
                    <a:pt x="167640" y="374904"/>
                  </a:lnTo>
                  <a:lnTo>
                    <a:pt x="167640" y="205740"/>
                  </a:lnTo>
                  <a:close/>
                </a:path>
                <a:path w="334009" h="375285">
                  <a:moveTo>
                    <a:pt x="172212" y="18288"/>
                  </a:moveTo>
                  <a:lnTo>
                    <a:pt x="170688" y="18288"/>
                  </a:lnTo>
                  <a:lnTo>
                    <a:pt x="170688" y="374904"/>
                  </a:lnTo>
                  <a:lnTo>
                    <a:pt x="172212" y="374904"/>
                  </a:lnTo>
                  <a:lnTo>
                    <a:pt x="172212" y="18288"/>
                  </a:lnTo>
                  <a:close/>
                </a:path>
                <a:path w="334009" h="375285">
                  <a:moveTo>
                    <a:pt x="176784" y="9144"/>
                  </a:moveTo>
                  <a:lnTo>
                    <a:pt x="175260" y="9144"/>
                  </a:lnTo>
                  <a:lnTo>
                    <a:pt x="175260" y="374904"/>
                  </a:lnTo>
                  <a:lnTo>
                    <a:pt x="176784" y="374904"/>
                  </a:lnTo>
                  <a:lnTo>
                    <a:pt x="176784" y="9144"/>
                  </a:lnTo>
                  <a:close/>
                </a:path>
                <a:path w="334009" h="375285">
                  <a:moveTo>
                    <a:pt x="181356" y="33528"/>
                  </a:moveTo>
                  <a:lnTo>
                    <a:pt x="179832" y="33528"/>
                  </a:lnTo>
                  <a:lnTo>
                    <a:pt x="179832" y="374904"/>
                  </a:lnTo>
                  <a:lnTo>
                    <a:pt x="181356" y="374904"/>
                  </a:lnTo>
                  <a:lnTo>
                    <a:pt x="181356" y="33528"/>
                  </a:lnTo>
                  <a:close/>
                </a:path>
                <a:path w="334009" h="375285">
                  <a:moveTo>
                    <a:pt x="185928" y="13716"/>
                  </a:moveTo>
                  <a:lnTo>
                    <a:pt x="184404" y="13716"/>
                  </a:lnTo>
                  <a:lnTo>
                    <a:pt x="184404" y="374904"/>
                  </a:lnTo>
                  <a:lnTo>
                    <a:pt x="185928" y="374904"/>
                  </a:lnTo>
                  <a:lnTo>
                    <a:pt x="185928" y="13716"/>
                  </a:lnTo>
                  <a:close/>
                </a:path>
                <a:path w="334009" h="375285">
                  <a:moveTo>
                    <a:pt x="192024" y="33528"/>
                  </a:moveTo>
                  <a:lnTo>
                    <a:pt x="188976" y="33528"/>
                  </a:lnTo>
                  <a:lnTo>
                    <a:pt x="188976" y="374904"/>
                  </a:lnTo>
                  <a:lnTo>
                    <a:pt x="192024" y="374904"/>
                  </a:lnTo>
                  <a:lnTo>
                    <a:pt x="192024" y="33528"/>
                  </a:lnTo>
                  <a:close/>
                </a:path>
                <a:path w="334009" h="375285">
                  <a:moveTo>
                    <a:pt x="196596" y="42684"/>
                  </a:moveTo>
                  <a:lnTo>
                    <a:pt x="193548" y="42684"/>
                  </a:lnTo>
                  <a:lnTo>
                    <a:pt x="193548" y="374904"/>
                  </a:lnTo>
                  <a:lnTo>
                    <a:pt x="196596" y="374904"/>
                  </a:lnTo>
                  <a:lnTo>
                    <a:pt x="196596" y="42684"/>
                  </a:lnTo>
                  <a:close/>
                </a:path>
                <a:path w="334009" h="375285">
                  <a:moveTo>
                    <a:pt x="201168" y="25908"/>
                  </a:moveTo>
                  <a:lnTo>
                    <a:pt x="199644" y="25908"/>
                  </a:lnTo>
                  <a:lnTo>
                    <a:pt x="199644" y="374904"/>
                  </a:lnTo>
                  <a:lnTo>
                    <a:pt x="201168" y="374904"/>
                  </a:lnTo>
                  <a:lnTo>
                    <a:pt x="201168" y="25908"/>
                  </a:lnTo>
                  <a:close/>
                </a:path>
                <a:path w="334009" h="375285">
                  <a:moveTo>
                    <a:pt x="205740" y="48768"/>
                  </a:moveTo>
                  <a:lnTo>
                    <a:pt x="204216" y="48768"/>
                  </a:lnTo>
                  <a:lnTo>
                    <a:pt x="204216" y="374904"/>
                  </a:lnTo>
                  <a:lnTo>
                    <a:pt x="205740" y="374904"/>
                  </a:lnTo>
                  <a:lnTo>
                    <a:pt x="205740" y="48768"/>
                  </a:lnTo>
                  <a:close/>
                </a:path>
                <a:path w="334009" h="375285">
                  <a:moveTo>
                    <a:pt x="210312" y="38100"/>
                  </a:moveTo>
                  <a:lnTo>
                    <a:pt x="208788" y="38100"/>
                  </a:lnTo>
                  <a:lnTo>
                    <a:pt x="208788" y="374904"/>
                  </a:lnTo>
                  <a:lnTo>
                    <a:pt x="210312" y="374904"/>
                  </a:lnTo>
                  <a:lnTo>
                    <a:pt x="210312" y="38100"/>
                  </a:lnTo>
                  <a:close/>
                </a:path>
                <a:path w="334009" h="375285">
                  <a:moveTo>
                    <a:pt x="214884" y="0"/>
                  </a:moveTo>
                  <a:lnTo>
                    <a:pt x="213360" y="0"/>
                  </a:lnTo>
                  <a:lnTo>
                    <a:pt x="213360" y="374904"/>
                  </a:lnTo>
                  <a:lnTo>
                    <a:pt x="214884" y="374904"/>
                  </a:lnTo>
                  <a:lnTo>
                    <a:pt x="214884" y="0"/>
                  </a:lnTo>
                  <a:close/>
                </a:path>
                <a:path w="334009" h="375285">
                  <a:moveTo>
                    <a:pt x="219456" y="102120"/>
                  </a:moveTo>
                  <a:lnTo>
                    <a:pt x="217932" y="102120"/>
                  </a:lnTo>
                  <a:lnTo>
                    <a:pt x="217932" y="374904"/>
                  </a:lnTo>
                  <a:lnTo>
                    <a:pt x="219456" y="374904"/>
                  </a:lnTo>
                  <a:lnTo>
                    <a:pt x="219456" y="102120"/>
                  </a:lnTo>
                  <a:close/>
                </a:path>
                <a:path w="334009" h="375285">
                  <a:moveTo>
                    <a:pt x="224028" y="97536"/>
                  </a:moveTo>
                  <a:lnTo>
                    <a:pt x="222504" y="97536"/>
                  </a:lnTo>
                  <a:lnTo>
                    <a:pt x="222504" y="374904"/>
                  </a:lnTo>
                  <a:lnTo>
                    <a:pt x="224028" y="374904"/>
                  </a:lnTo>
                  <a:lnTo>
                    <a:pt x="224028" y="97536"/>
                  </a:lnTo>
                  <a:close/>
                </a:path>
                <a:path w="334009" h="375285">
                  <a:moveTo>
                    <a:pt x="228600" y="56388"/>
                  </a:moveTo>
                  <a:lnTo>
                    <a:pt x="227076" y="56388"/>
                  </a:lnTo>
                  <a:lnTo>
                    <a:pt x="227076" y="374904"/>
                  </a:lnTo>
                  <a:lnTo>
                    <a:pt x="228600" y="374904"/>
                  </a:lnTo>
                  <a:lnTo>
                    <a:pt x="228600" y="56388"/>
                  </a:lnTo>
                  <a:close/>
                </a:path>
                <a:path w="334009" h="375285">
                  <a:moveTo>
                    <a:pt x="234696" y="56388"/>
                  </a:moveTo>
                  <a:lnTo>
                    <a:pt x="231648" y="56388"/>
                  </a:lnTo>
                  <a:lnTo>
                    <a:pt x="231648" y="374904"/>
                  </a:lnTo>
                  <a:lnTo>
                    <a:pt x="234696" y="374904"/>
                  </a:lnTo>
                  <a:lnTo>
                    <a:pt x="234696" y="56388"/>
                  </a:lnTo>
                  <a:close/>
                </a:path>
                <a:path w="334009" h="375285">
                  <a:moveTo>
                    <a:pt x="239268" y="42684"/>
                  </a:moveTo>
                  <a:lnTo>
                    <a:pt x="236220" y="42684"/>
                  </a:lnTo>
                  <a:lnTo>
                    <a:pt x="236220" y="374904"/>
                  </a:lnTo>
                  <a:lnTo>
                    <a:pt x="239268" y="374904"/>
                  </a:lnTo>
                  <a:lnTo>
                    <a:pt x="239268" y="42684"/>
                  </a:lnTo>
                  <a:close/>
                </a:path>
                <a:path w="334009" h="375285">
                  <a:moveTo>
                    <a:pt x="243840" y="74676"/>
                  </a:moveTo>
                  <a:lnTo>
                    <a:pt x="242316" y="74676"/>
                  </a:lnTo>
                  <a:lnTo>
                    <a:pt x="242316" y="374904"/>
                  </a:lnTo>
                  <a:lnTo>
                    <a:pt x="243840" y="374904"/>
                  </a:lnTo>
                  <a:lnTo>
                    <a:pt x="243840" y="74676"/>
                  </a:lnTo>
                  <a:close/>
                </a:path>
                <a:path w="334009" h="375285">
                  <a:moveTo>
                    <a:pt x="248412" y="86868"/>
                  </a:moveTo>
                  <a:lnTo>
                    <a:pt x="246888" y="86868"/>
                  </a:lnTo>
                  <a:lnTo>
                    <a:pt x="246888" y="374904"/>
                  </a:lnTo>
                  <a:lnTo>
                    <a:pt x="248412" y="374904"/>
                  </a:lnTo>
                  <a:lnTo>
                    <a:pt x="248412" y="86868"/>
                  </a:lnTo>
                  <a:close/>
                </a:path>
                <a:path w="334009" h="375285">
                  <a:moveTo>
                    <a:pt x="252984" y="65532"/>
                  </a:moveTo>
                  <a:lnTo>
                    <a:pt x="251460" y="65532"/>
                  </a:lnTo>
                  <a:lnTo>
                    <a:pt x="251460" y="374904"/>
                  </a:lnTo>
                  <a:lnTo>
                    <a:pt x="252984" y="374904"/>
                  </a:lnTo>
                  <a:lnTo>
                    <a:pt x="252984" y="65532"/>
                  </a:lnTo>
                  <a:close/>
                </a:path>
                <a:path w="334009" h="375285">
                  <a:moveTo>
                    <a:pt x="257556" y="38100"/>
                  </a:moveTo>
                  <a:lnTo>
                    <a:pt x="256032" y="38100"/>
                  </a:lnTo>
                  <a:lnTo>
                    <a:pt x="256032" y="374904"/>
                  </a:lnTo>
                  <a:lnTo>
                    <a:pt x="257556" y="374904"/>
                  </a:lnTo>
                  <a:lnTo>
                    <a:pt x="257556" y="38100"/>
                  </a:lnTo>
                  <a:close/>
                </a:path>
                <a:path w="334009" h="375285">
                  <a:moveTo>
                    <a:pt x="262128" y="88392"/>
                  </a:moveTo>
                  <a:lnTo>
                    <a:pt x="260604" y="88392"/>
                  </a:lnTo>
                  <a:lnTo>
                    <a:pt x="260604" y="374904"/>
                  </a:lnTo>
                  <a:lnTo>
                    <a:pt x="262128" y="374904"/>
                  </a:lnTo>
                  <a:lnTo>
                    <a:pt x="262128" y="88392"/>
                  </a:lnTo>
                  <a:close/>
                </a:path>
                <a:path w="334009" h="375285">
                  <a:moveTo>
                    <a:pt x="266700" y="65532"/>
                  </a:moveTo>
                  <a:lnTo>
                    <a:pt x="265176" y="65532"/>
                  </a:lnTo>
                  <a:lnTo>
                    <a:pt x="265176" y="374904"/>
                  </a:lnTo>
                  <a:lnTo>
                    <a:pt x="266700" y="374904"/>
                  </a:lnTo>
                  <a:lnTo>
                    <a:pt x="266700" y="65532"/>
                  </a:lnTo>
                  <a:close/>
                </a:path>
                <a:path w="334009" h="375285">
                  <a:moveTo>
                    <a:pt x="272796" y="111252"/>
                  </a:moveTo>
                  <a:lnTo>
                    <a:pt x="269748" y="111252"/>
                  </a:lnTo>
                  <a:lnTo>
                    <a:pt x="269748" y="374904"/>
                  </a:lnTo>
                  <a:lnTo>
                    <a:pt x="272796" y="374904"/>
                  </a:lnTo>
                  <a:lnTo>
                    <a:pt x="272796" y="111252"/>
                  </a:lnTo>
                  <a:close/>
                </a:path>
                <a:path w="334009" h="375285">
                  <a:moveTo>
                    <a:pt x="277368" y="260604"/>
                  </a:moveTo>
                  <a:lnTo>
                    <a:pt x="274320" y="260604"/>
                  </a:lnTo>
                  <a:lnTo>
                    <a:pt x="274320" y="374904"/>
                  </a:lnTo>
                  <a:lnTo>
                    <a:pt x="277368" y="374904"/>
                  </a:lnTo>
                  <a:lnTo>
                    <a:pt x="277368" y="260604"/>
                  </a:lnTo>
                  <a:close/>
                </a:path>
                <a:path w="334009" h="375285">
                  <a:moveTo>
                    <a:pt x="281940" y="120396"/>
                  </a:moveTo>
                  <a:lnTo>
                    <a:pt x="278892" y="120396"/>
                  </a:lnTo>
                  <a:lnTo>
                    <a:pt x="278892" y="374904"/>
                  </a:lnTo>
                  <a:lnTo>
                    <a:pt x="281940" y="374904"/>
                  </a:lnTo>
                  <a:lnTo>
                    <a:pt x="281940" y="120396"/>
                  </a:lnTo>
                  <a:close/>
                </a:path>
                <a:path w="334009" h="375285">
                  <a:moveTo>
                    <a:pt x="286499" y="42684"/>
                  </a:moveTo>
                  <a:lnTo>
                    <a:pt x="284988" y="42684"/>
                  </a:lnTo>
                  <a:lnTo>
                    <a:pt x="284988" y="374904"/>
                  </a:lnTo>
                  <a:lnTo>
                    <a:pt x="286499" y="374904"/>
                  </a:lnTo>
                  <a:lnTo>
                    <a:pt x="286499" y="42684"/>
                  </a:lnTo>
                  <a:close/>
                </a:path>
                <a:path w="334009" h="375285">
                  <a:moveTo>
                    <a:pt x="291084" y="45720"/>
                  </a:moveTo>
                  <a:lnTo>
                    <a:pt x="289560" y="45720"/>
                  </a:lnTo>
                  <a:lnTo>
                    <a:pt x="289560" y="374904"/>
                  </a:lnTo>
                  <a:lnTo>
                    <a:pt x="291084" y="374904"/>
                  </a:lnTo>
                  <a:lnTo>
                    <a:pt x="291084" y="45720"/>
                  </a:lnTo>
                  <a:close/>
                </a:path>
                <a:path w="334009" h="375285">
                  <a:moveTo>
                    <a:pt x="295656" y="74676"/>
                  </a:moveTo>
                  <a:lnTo>
                    <a:pt x="294132" y="74676"/>
                  </a:lnTo>
                  <a:lnTo>
                    <a:pt x="294132" y="374904"/>
                  </a:lnTo>
                  <a:lnTo>
                    <a:pt x="295656" y="374904"/>
                  </a:lnTo>
                  <a:lnTo>
                    <a:pt x="295656" y="74676"/>
                  </a:lnTo>
                  <a:close/>
                </a:path>
                <a:path w="334009" h="375285">
                  <a:moveTo>
                    <a:pt x="300228" y="163068"/>
                  </a:moveTo>
                  <a:lnTo>
                    <a:pt x="298704" y="163068"/>
                  </a:lnTo>
                  <a:lnTo>
                    <a:pt x="298704" y="374904"/>
                  </a:lnTo>
                  <a:lnTo>
                    <a:pt x="300228" y="374904"/>
                  </a:lnTo>
                  <a:lnTo>
                    <a:pt x="300228" y="163068"/>
                  </a:lnTo>
                  <a:close/>
                </a:path>
                <a:path w="334009" h="375285">
                  <a:moveTo>
                    <a:pt x="304800" y="88392"/>
                  </a:moveTo>
                  <a:lnTo>
                    <a:pt x="303276" y="88392"/>
                  </a:lnTo>
                  <a:lnTo>
                    <a:pt x="303276" y="374904"/>
                  </a:lnTo>
                  <a:lnTo>
                    <a:pt x="304800" y="374904"/>
                  </a:lnTo>
                  <a:lnTo>
                    <a:pt x="304800" y="88392"/>
                  </a:lnTo>
                  <a:close/>
                </a:path>
                <a:path w="334009" h="375285">
                  <a:moveTo>
                    <a:pt x="309372" y="38100"/>
                  </a:moveTo>
                  <a:lnTo>
                    <a:pt x="307848" y="38100"/>
                  </a:lnTo>
                  <a:lnTo>
                    <a:pt x="307848" y="374904"/>
                  </a:lnTo>
                  <a:lnTo>
                    <a:pt x="309372" y="374904"/>
                  </a:lnTo>
                  <a:lnTo>
                    <a:pt x="309372" y="38100"/>
                  </a:lnTo>
                  <a:close/>
                </a:path>
                <a:path w="334009" h="375285">
                  <a:moveTo>
                    <a:pt x="315468" y="38100"/>
                  </a:moveTo>
                  <a:lnTo>
                    <a:pt x="312420" y="38100"/>
                  </a:lnTo>
                  <a:lnTo>
                    <a:pt x="312420" y="374904"/>
                  </a:lnTo>
                  <a:lnTo>
                    <a:pt x="315468" y="374904"/>
                  </a:lnTo>
                  <a:lnTo>
                    <a:pt x="315468" y="38100"/>
                  </a:lnTo>
                  <a:close/>
                </a:path>
                <a:path w="334009" h="375285">
                  <a:moveTo>
                    <a:pt x="320040" y="60972"/>
                  </a:moveTo>
                  <a:lnTo>
                    <a:pt x="316992" y="60972"/>
                  </a:lnTo>
                  <a:lnTo>
                    <a:pt x="316992" y="374904"/>
                  </a:lnTo>
                  <a:lnTo>
                    <a:pt x="320040" y="374904"/>
                  </a:lnTo>
                  <a:lnTo>
                    <a:pt x="320040" y="60972"/>
                  </a:lnTo>
                  <a:close/>
                </a:path>
                <a:path w="334009" h="375285">
                  <a:moveTo>
                    <a:pt x="324612" y="124968"/>
                  </a:moveTo>
                  <a:lnTo>
                    <a:pt x="323088" y="124968"/>
                  </a:lnTo>
                  <a:lnTo>
                    <a:pt x="323088" y="374904"/>
                  </a:lnTo>
                  <a:lnTo>
                    <a:pt x="324612" y="374904"/>
                  </a:lnTo>
                  <a:lnTo>
                    <a:pt x="324612" y="124968"/>
                  </a:lnTo>
                  <a:close/>
                </a:path>
                <a:path w="334009" h="375285">
                  <a:moveTo>
                    <a:pt x="329184" y="65532"/>
                  </a:moveTo>
                  <a:lnTo>
                    <a:pt x="327660" y="65532"/>
                  </a:lnTo>
                  <a:lnTo>
                    <a:pt x="327660" y="374904"/>
                  </a:lnTo>
                  <a:lnTo>
                    <a:pt x="329184" y="374904"/>
                  </a:lnTo>
                  <a:lnTo>
                    <a:pt x="329184" y="65532"/>
                  </a:lnTo>
                  <a:close/>
                </a:path>
                <a:path w="334009" h="375285">
                  <a:moveTo>
                    <a:pt x="333756" y="207264"/>
                  </a:moveTo>
                  <a:lnTo>
                    <a:pt x="332232" y="207264"/>
                  </a:lnTo>
                  <a:lnTo>
                    <a:pt x="332232" y="374904"/>
                  </a:lnTo>
                  <a:lnTo>
                    <a:pt x="333756" y="374904"/>
                  </a:lnTo>
                  <a:lnTo>
                    <a:pt x="333756" y="207264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62584" y="3505199"/>
              <a:ext cx="334010" cy="358140"/>
            </a:xfrm>
            <a:custGeom>
              <a:avLst/>
              <a:gdLst/>
              <a:ahLst/>
              <a:cxnLst/>
              <a:rect l="l" t="t" r="r" b="b"/>
              <a:pathLst>
                <a:path w="334009" h="358139">
                  <a:moveTo>
                    <a:pt x="1524" y="190500"/>
                  </a:moveTo>
                  <a:lnTo>
                    <a:pt x="0" y="190500"/>
                  </a:lnTo>
                  <a:lnTo>
                    <a:pt x="0" y="358140"/>
                  </a:lnTo>
                  <a:lnTo>
                    <a:pt x="1524" y="358140"/>
                  </a:lnTo>
                  <a:lnTo>
                    <a:pt x="1524" y="190500"/>
                  </a:lnTo>
                  <a:close/>
                </a:path>
                <a:path w="334009" h="358139">
                  <a:moveTo>
                    <a:pt x="6096" y="16764"/>
                  </a:moveTo>
                  <a:lnTo>
                    <a:pt x="4572" y="16764"/>
                  </a:lnTo>
                  <a:lnTo>
                    <a:pt x="4572" y="358140"/>
                  </a:lnTo>
                  <a:lnTo>
                    <a:pt x="6096" y="358140"/>
                  </a:lnTo>
                  <a:lnTo>
                    <a:pt x="6096" y="16764"/>
                  </a:lnTo>
                  <a:close/>
                </a:path>
                <a:path w="334009" h="358139">
                  <a:moveTo>
                    <a:pt x="10668" y="1524"/>
                  </a:moveTo>
                  <a:lnTo>
                    <a:pt x="9144" y="1524"/>
                  </a:lnTo>
                  <a:lnTo>
                    <a:pt x="9144" y="358140"/>
                  </a:lnTo>
                  <a:lnTo>
                    <a:pt x="10668" y="358140"/>
                  </a:lnTo>
                  <a:lnTo>
                    <a:pt x="10668" y="1524"/>
                  </a:lnTo>
                  <a:close/>
                </a:path>
                <a:path w="334009" h="358139">
                  <a:moveTo>
                    <a:pt x="15240" y="38100"/>
                  </a:moveTo>
                  <a:lnTo>
                    <a:pt x="13716" y="38100"/>
                  </a:lnTo>
                  <a:lnTo>
                    <a:pt x="13716" y="358140"/>
                  </a:lnTo>
                  <a:lnTo>
                    <a:pt x="15240" y="358140"/>
                  </a:lnTo>
                  <a:lnTo>
                    <a:pt x="15240" y="38100"/>
                  </a:lnTo>
                  <a:close/>
                </a:path>
                <a:path w="334009" h="358139">
                  <a:moveTo>
                    <a:pt x="19812" y="70104"/>
                  </a:moveTo>
                  <a:lnTo>
                    <a:pt x="18288" y="70104"/>
                  </a:lnTo>
                  <a:lnTo>
                    <a:pt x="18288" y="358140"/>
                  </a:lnTo>
                  <a:lnTo>
                    <a:pt x="19812" y="358140"/>
                  </a:lnTo>
                  <a:lnTo>
                    <a:pt x="19812" y="70104"/>
                  </a:lnTo>
                  <a:close/>
                </a:path>
                <a:path w="334009" h="358139">
                  <a:moveTo>
                    <a:pt x="25908" y="92964"/>
                  </a:moveTo>
                  <a:lnTo>
                    <a:pt x="22860" y="92964"/>
                  </a:lnTo>
                  <a:lnTo>
                    <a:pt x="22860" y="358140"/>
                  </a:lnTo>
                  <a:lnTo>
                    <a:pt x="25908" y="358140"/>
                  </a:lnTo>
                  <a:lnTo>
                    <a:pt x="25908" y="92964"/>
                  </a:lnTo>
                  <a:close/>
                </a:path>
                <a:path w="334009" h="358139">
                  <a:moveTo>
                    <a:pt x="30480" y="38100"/>
                  </a:moveTo>
                  <a:lnTo>
                    <a:pt x="27432" y="38100"/>
                  </a:lnTo>
                  <a:lnTo>
                    <a:pt x="27432" y="358140"/>
                  </a:lnTo>
                  <a:lnTo>
                    <a:pt x="30480" y="358140"/>
                  </a:lnTo>
                  <a:lnTo>
                    <a:pt x="30480" y="38100"/>
                  </a:lnTo>
                  <a:close/>
                </a:path>
                <a:path w="334009" h="358139">
                  <a:moveTo>
                    <a:pt x="35052" y="1524"/>
                  </a:moveTo>
                  <a:lnTo>
                    <a:pt x="33528" y="1524"/>
                  </a:lnTo>
                  <a:lnTo>
                    <a:pt x="33528" y="358140"/>
                  </a:lnTo>
                  <a:lnTo>
                    <a:pt x="35052" y="358140"/>
                  </a:lnTo>
                  <a:lnTo>
                    <a:pt x="35052" y="1524"/>
                  </a:lnTo>
                  <a:close/>
                </a:path>
                <a:path w="334009" h="358139">
                  <a:moveTo>
                    <a:pt x="39624" y="9144"/>
                  </a:moveTo>
                  <a:lnTo>
                    <a:pt x="38100" y="9144"/>
                  </a:lnTo>
                  <a:lnTo>
                    <a:pt x="38100" y="358140"/>
                  </a:lnTo>
                  <a:lnTo>
                    <a:pt x="39624" y="358140"/>
                  </a:lnTo>
                  <a:lnTo>
                    <a:pt x="39624" y="9144"/>
                  </a:lnTo>
                  <a:close/>
                </a:path>
                <a:path w="334009" h="358139">
                  <a:moveTo>
                    <a:pt x="44196" y="1524"/>
                  </a:moveTo>
                  <a:lnTo>
                    <a:pt x="42672" y="1524"/>
                  </a:lnTo>
                  <a:lnTo>
                    <a:pt x="42672" y="358140"/>
                  </a:lnTo>
                  <a:lnTo>
                    <a:pt x="44196" y="358140"/>
                  </a:lnTo>
                  <a:lnTo>
                    <a:pt x="44196" y="1524"/>
                  </a:lnTo>
                  <a:close/>
                </a:path>
                <a:path w="334009" h="358139">
                  <a:moveTo>
                    <a:pt x="48768" y="25920"/>
                  </a:moveTo>
                  <a:lnTo>
                    <a:pt x="47244" y="25920"/>
                  </a:lnTo>
                  <a:lnTo>
                    <a:pt x="47244" y="358140"/>
                  </a:lnTo>
                  <a:lnTo>
                    <a:pt x="48768" y="358140"/>
                  </a:lnTo>
                  <a:lnTo>
                    <a:pt x="48768" y="25920"/>
                  </a:lnTo>
                  <a:close/>
                </a:path>
                <a:path w="334009" h="358139">
                  <a:moveTo>
                    <a:pt x="53340" y="9144"/>
                  </a:moveTo>
                  <a:lnTo>
                    <a:pt x="51816" y="9144"/>
                  </a:lnTo>
                  <a:lnTo>
                    <a:pt x="51816" y="358140"/>
                  </a:lnTo>
                  <a:lnTo>
                    <a:pt x="53340" y="358140"/>
                  </a:lnTo>
                  <a:lnTo>
                    <a:pt x="53340" y="9144"/>
                  </a:lnTo>
                  <a:close/>
                </a:path>
                <a:path w="334009" h="358139">
                  <a:moveTo>
                    <a:pt x="57912" y="16764"/>
                  </a:moveTo>
                  <a:lnTo>
                    <a:pt x="56388" y="16764"/>
                  </a:lnTo>
                  <a:lnTo>
                    <a:pt x="56388" y="358140"/>
                  </a:lnTo>
                  <a:lnTo>
                    <a:pt x="57912" y="358140"/>
                  </a:lnTo>
                  <a:lnTo>
                    <a:pt x="57912" y="16764"/>
                  </a:lnTo>
                  <a:close/>
                </a:path>
                <a:path w="334009" h="358139">
                  <a:moveTo>
                    <a:pt x="64008" y="13716"/>
                  </a:moveTo>
                  <a:lnTo>
                    <a:pt x="60960" y="13716"/>
                  </a:lnTo>
                  <a:lnTo>
                    <a:pt x="60960" y="358140"/>
                  </a:lnTo>
                  <a:lnTo>
                    <a:pt x="64008" y="358140"/>
                  </a:lnTo>
                  <a:lnTo>
                    <a:pt x="64008" y="13716"/>
                  </a:lnTo>
                  <a:close/>
                </a:path>
                <a:path w="334009" h="358139">
                  <a:moveTo>
                    <a:pt x="68580" y="4572"/>
                  </a:moveTo>
                  <a:lnTo>
                    <a:pt x="65532" y="4572"/>
                  </a:lnTo>
                  <a:lnTo>
                    <a:pt x="65532" y="358140"/>
                  </a:lnTo>
                  <a:lnTo>
                    <a:pt x="68580" y="358140"/>
                  </a:lnTo>
                  <a:lnTo>
                    <a:pt x="68580" y="4572"/>
                  </a:lnTo>
                  <a:close/>
                </a:path>
                <a:path w="334009" h="358139">
                  <a:moveTo>
                    <a:pt x="73152" y="33528"/>
                  </a:moveTo>
                  <a:lnTo>
                    <a:pt x="70104" y="33528"/>
                  </a:lnTo>
                  <a:lnTo>
                    <a:pt x="70104" y="358140"/>
                  </a:lnTo>
                  <a:lnTo>
                    <a:pt x="73152" y="358140"/>
                  </a:lnTo>
                  <a:lnTo>
                    <a:pt x="73152" y="33528"/>
                  </a:lnTo>
                  <a:close/>
                </a:path>
                <a:path w="334009" h="358139">
                  <a:moveTo>
                    <a:pt x="77724" y="18288"/>
                  </a:moveTo>
                  <a:lnTo>
                    <a:pt x="76200" y="18288"/>
                  </a:lnTo>
                  <a:lnTo>
                    <a:pt x="76200" y="358140"/>
                  </a:lnTo>
                  <a:lnTo>
                    <a:pt x="77724" y="358140"/>
                  </a:lnTo>
                  <a:lnTo>
                    <a:pt x="77724" y="18288"/>
                  </a:lnTo>
                  <a:close/>
                </a:path>
                <a:path w="334009" h="358139">
                  <a:moveTo>
                    <a:pt x="82296" y="111252"/>
                  </a:moveTo>
                  <a:lnTo>
                    <a:pt x="80772" y="111252"/>
                  </a:lnTo>
                  <a:lnTo>
                    <a:pt x="80772" y="358140"/>
                  </a:lnTo>
                  <a:lnTo>
                    <a:pt x="82296" y="358140"/>
                  </a:lnTo>
                  <a:lnTo>
                    <a:pt x="82296" y="111252"/>
                  </a:lnTo>
                  <a:close/>
                </a:path>
                <a:path w="334009" h="358139">
                  <a:moveTo>
                    <a:pt x="86868" y="64020"/>
                  </a:moveTo>
                  <a:lnTo>
                    <a:pt x="85344" y="64020"/>
                  </a:lnTo>
                  <a:lnTo>
                    <a:pt x="85344" y="358140"/>
                  </a:lnTo>
                  <a:lnTo>
                    <a:pt x="86868" y="358140"/>
                  </a:lnTo>
                  <a:lnTo>
                    <a:pt x="86868" y="64020"/>
                  </a:lnTo>
                  <a:close/>
                </a:path>
                <a:path w="334009" h="358139">
                  <a:moveTo>
                    <a:pt x="91440" y="243840"/>
                  </a:moveTo>
                  <a:lnTo>
                    <a:pt x="89916" y="243840"/>
                  </a:lnTo>
                  <a:lnTo>
                    <a:pt x="89916" y="358140"/>
                  </a:lnTo>
                  <a:lnTo>
                    <a:pt x="91440" y="358140"/>
                  </a:lnTo>
                  <a:lnTo>
                    <a:pt x="91440" y="243840"/>
                  </a:lnTo>
                  <a:close/>
                </a:path>
                <a:path w="334009" h="358139">
                  <a:moveTo>
                    <a:pt x="96012" y="243840"/>
                  </a:moveTo>
                  <a:lnTo>
                    <a:pt x="94488" y="243840"/>
                  </a:lnTo>
                  <a:lnTo>
                    <a:pt x="94488" y="358140"/>
                  </a:lnTo>
                  <a:lnTo>
                    <a:pt x="96012" y="358140"/>
                  </a:lnTo>
                  <a:lnTo>
                    <a:pt x="96012" y="243840"/>
                  </a:lnTo>
                  <a:close/>
                </a:path>
                <a:path w="334009" h="358139">
                  <a:moveTo>
                    <a:pt x="100584" y="16764"/>
                  </a:moveTo>
                  <a:lnTo>
                    <a:pt x="99060" y="16764"/>
                  </a:lnTo>
                  <a:lnTo>
                    <a:pt x="99060" y="358140"/>
                  </a:lnTo>
                  <a:lnTo>
                    <a:pt x="100584" y="358140"/>
                  </a:lnTo>
                  <a:lnTo>
                    <a:pt x="100584" y="16764"/>
                  </a:lnTo>
                  <a:close/>
                </a:path>
                <a:path w="334009" h="358139">
                  <a:moveTo>
                    <a:pt x="106680" y="243840"/>
                  </a:moveTo>
                  <a:lnTo>
                    <a:pt x="103632" y="243840"/>
                  </a:lnTo>
                  <a:lnTo>
                    <a:pt x="103632" y="358140"/>
                  </a:lnTo>
                  <a:lnTo>
                    <a:pt x="106680" y="358140"/>
                  </a:lnTo>
                  <a:lnTo>
                    <a:pt x="106680" y="243840"/>
                  </a:lnTo>
                  <a:close/>
                </a:path>
                <a:path w="334009" h="358139">
                  <a:moveTo>
                    <a:pt x="111252" y="38100"/>
                  </a:moveTo>
                  <a:lnTo>
                    <a:pt x="108204" y="38100"/>
                  </a:lnTo>
                  <a:lnTo>
                    <a:pt x="108204" y="358140"/>
                  </a:lnTo>
                  <a:lnTo>
                    <a:pt x="111252" y="358140"/>
                  </a:lnTo>
                  <a:lnTo>
                    <a:pt x="111252" y="38100"/>
                  </a:lnTo>
                  <a:close/>
                </a:path>
                <a:path w="334009" h="358139">
                  <a:moveTo>
                    <a:pt x="115824" y="64020"/>
                  </a:moveTo>
                  <a:lnTo>
                    <a:pt x="112776" y="64020"/>
                  </a:lnTo>
                  <a:lnTo>
                    <a:pt x="112776" y="358140"/>
                  </a:lnTo>
                  <a:lnTo>
                    <a:pt x="115824" y="358140"/>
                  </a:lnTo>
                  <a:lnTo>
                    <a:pt x="115824" y="64020"/>
                  </a:lnTo>
                  <a:close/>
                </a:path>
                <a:path w="334009" h="358139">
                  <a:moveTo>
                    <a:pt x="120396" y="74676"/>
                  </a:moveTo>
                  <a:lnTo>
                    <a:pt x="118872" y="74676"/>
                  </a:lnTo>
                  <a:lnTo>
                    <a:pt x="118872" y="358140"/>
                  </a:lnTo>
                  <a:lnTo>
                    <a:pt x="120396" y="358140"/>
                  </a:lnTo>
                  <a:lnTo>
                    <a:pt x="120396" y="74676"/>
                  </a:lnTo>
                  <a:close/>
                </a:path>
                <a:path w="334009" h="358139">
                  <a:moveTo>
                    <a:pt x="124968" y="74676"/>
                  </a:moveTo>
                  <a:lnTo>
                    <a:pt x="123444" y="74676"/>
                  </a:lnTo>
                  <a:lnTo>
                    <a:pt x="123444" y="358140"/>
                  </a:lnTo>
                  <a:lnTo>
                    <a:pt x="124968" y="358140"/>
                  </a:lnTo>
                  <a:lnTo>
                    <a:pt x="124968" y="74676"/>
                  </a:lnTo>
                  <a:close/>
                </a:path>
                <a:path w="334009" h="358139">
                  <a:moveTo>
                    <a:pt x="129540" y="57912"/>
                  </a:moveTo>
                  <a:lnTo>
                    <a:pt x="128016" y="57912"/>
                  </a:lnTo>
                  <a:lnTo>
                    <a:pt x="128016" y="358140"/>
                  </a:lnTo>
                  <a:lnTo>
                    <a:pt x="129540" y="358140"/>
                  </a:lnTo>
                  <a:lnTo>
                    <a:pt x="129540" y="57912"/>
                  </a:lnTo>
                  <a:close/>
                </a:path>
                <a:path w="334009" h="358139">
                  <a:moveTo>
                    <a:pt x="134112" y="38100"/>
                  </a:moveTo>
                  <a:lnTo>
                    <a:pt x="132588" y="38100"/>
                  </a:lnTo>
                  <a:lnTo>
                    <a:pt x="132588" y="358140"/>
                  </a:lnTo>
                  <a:lnTo>
                    <a:pt x="134112" y="358140"/>
                  </a:lnTo>
                  <a:lnTo>
                    <a:pt x="134112" y="38100"/>
                  </a:lnTo>
                  <a:close/>
                </a:path>
                <a:path w="334009" h="358139">
                  <a:moveTo>
                    <a:pt x="138684" y="45732"/>
                  </a:moveTo>
                  <a:lnTo>
                    <a:pt x="137160" y="45732"/>
                  </a:lnTo>
                  <a:lnTo>
                    <a:pt x="137160" y="358140"/>
                  </a:lnTo>
                  <a:lnTo>
                    <a:pt x="138684" y="358140"/>
                  </a:lnTo>
                  <a:lnTo>
                    <a:pt x="138684" y="45732"/>
                  </a:lnTo>
                  <a:close/>
                </a:path>
                <a:path w="334009" h="358139">
                  <a:moveTo>
                    <a:pt x="143256" y="38100"/>
                  </a:moveTo>
                  <a:lnTo>
                    <a:pt x="141732" y="38100"/>
                  </a:lnTo>
                  <a:lnTo>
                    <a:pt x="141732" y="358140"/>
                  </a:lnTo>
                  <a:lnTo>
                    <a:pt x="143256" y="358140"/>
                  </a:lnTo>
                  <a:lnTo>
                    <a:pt x="143256" y="38100"/>
                  </a:lnTo>
                  <a:close/>
                </a:path>
                <a:path w="334009" h="358139">
                  <a:moveTo>
                    <a:pt x="149352" y="65544"/>
                  </a:moveTo>
                  <a:lnTo>
                    <a:pt x="146304" y="65544"/>
                  </a:lnTo>
                  <a:lnTo>
                    <a:pt x="146304" y="358140"/>
                  </a:lnTo>
                  <a:lnTo>
                    <a:pt x="149352" y="358140"/>
                  </a:lnTo>
                  <a:lnTo>
                    <a:pt x="149352" y="65544"/>
                  </a:lnTo>
                  <a:close/>
                </a:path>
                <a:path w="334009" h="358139">
                  <a:moveTo>
                    <a:pt x="153924" y="60960"/>
                  </a:moveTo>
                  <a:lnTo>
                    <a:pt x="150876" y="60960"/>
                  </a:lnTo>
                  <a:lnTo>
                    <a:pt x="150876" y="358140"/>
                  </a:lnTo>
                  <a:lnTo>
                    <a:pt x="153924" y="358140"/>
                  </a:lnTo>
                  <a:lnTo>
                    <a:pt x="153924" y="60960"/>
                  </a:lnTo>
                  <a:close/>
                </a:path>
                <a:path w="334009" h="358139">
                  <a:moveTo>
                    <a:pt x="158496" y="243840"/>
                  </a:moveTo>
                  <a:lnTo>
                    <a:pt x="156972" y="243840"/>
                  </a:lnTo>
                  <a:lnTo>
                    <a:pt x="156972" y="358140"/>
                  </a:lnTo>
                  <a:lnTo>
                    <a:pt x="158496" y="358140"/>
                  </a:lnTo>
                  <a:lnTo>
                    <a:pt x="158496" y="243840"/>
                  </a:lnTo>
                  <a:close/>
                </a:path>
                <a:path w="334009" h="358139">
                  <a:moveTo>
                    <a:pt x="163068" y="33528"/>
                  </a:moveTo>
                  <a:lnTo>
                    <a:pt x="161544" y="33528"/>
                  </a:lnTo>
                  <a:lnTo>
                    <a:pt x="161544" y="358140"/>
                  </a:lnTo>
                  <a:lnTo>
                    <a:pt x="163068" y="358140"/>
                  </a:lnTo>
                  <a:lnTo>
                    <a:pt x="163068" y="33528"/>
                  </a:lnTo>
                  <a:close/>
                </a:path>
                <a:path w="334009" h="358139">
                  <a:moveTo>
                    <a:pt x="167640" y="57912"/>
                  </a:moveTo>
                  <a:lnTo>
                    <a:pt x="166116" y="57912"/>
                  </a:lnTo>
                  <a:lnTo>
                    <a:pt x="166116" y="358140"/>
                  </a:lnTo>
                  <a:lnTo>
                    <a:pt x="167640" y="358140"/>
                  </a:lnTo>
                  <a:lnTo>
                    <a:pt x="167640" y="57912"/>
                  </a:lnTo>
                  <a:close/>
                </a:path>
                <a:path w="334009" h="358139">
                  <a:moveTo>
                    <a:pt x="172212" y="243840"/>
                  </a:moveTo>
                  <a:lnTo>
                    <a:pt x="170688" y="243840"/>
                  </a:lnTo>
                  <a:lnTo>
                    <a:pt x="170688" y="358140"/>
                  </a:lnTo>
                  <a:lnTo>
                    <a:pt x="172212" y="358140"/>
                  </a:lnTo>
                  <a:lnTo>
                    <a:pt x="172212" y="243840"/>
                  </a:lnTo>
                  <a:close/>
                </a:path>
                <a:path w="334009" h="358139">
                  <a:moveTo>
                    <a:pt x="176784" y="134112"/>
                  </a:moveTo>
                  <a:lnTo>
                    <a:pt x="175260" y="134112"/>
                  </a:lnTo>
                  <a:lnTo>
                    <a:pt x="175260" y="358140"/>
                  </a:lnTo>
                  <a:lnTo>
                    <a:pt x="176784" y="358140"/>
                  </a:lnTo>
                  <a:lnTo>
                    <a:pt x="176784" y="134112"/>
                  </a:lnTo>
                  <a:close/>
                </a:path>
                <a:path w="334009" h="358139">
                  <a:moveTo>
                    <a:pt x="181356" y="64020"/>
                  </a:moveTo>
                  <a:lnTo>
                    <a:pt x="179832" y="64020"/>
                  </a:lnTo>
                  <a:lnTo>
                    <a:pt x="179832" y="358140"/>
                  </a:lnTo>
                  <a:lnTo>
                    <a:pt x="181356" y="358140"/>
                  </a:lnTo>
                  <a:lnTo>
                    <a:pt x="181356" y="64020"/>
                  </a:lnTo>
                  <a:close/>
                </a:path>
                <a:path w="334009" h="358139">
                  <a:moveTo>
                    <a:pt x="187452" y="28956"/>
                  </a:moveTo>
                  <a:lnTo>
                    <a:pt x="184404" y="28956"/>
                  </a:lnTo>
                  <a:lnTo>
                    <a:pt x="184404" y="358140"/>
                  </a:lnTo>
                  <a:lnTo>
                    <a:pt x="187452" y="358140"/>
                  </a:lnTo>
                  <a:lnTo>
                    <a:pt x="187452" y="28956"/>
                  </a:lnTo>
                  <a:close/>
                </a:path>
                <a:path w="334009" h="358139">
                  <a:moveTo>
                    <a:pt x="192024" y="12192"/>
                  </a:moveTo>
                  <a:lnTo>
                    <a:pt x="188976" y="12192"/>
                  </a:lnTo>
                  <a:lnTo>
                    <a:pt x="188976" y="358140"/>
                  </a:lnTo>
                  <a:lnTo>
                    <a:pt x="192024" y="358140"/>
                  </a:lnTo>
                  <a:lnTo>
                    <a:pt x="192024" y="12192"/>
                  </a:lnTo>
                  <a:close/>
                </a:path>
                <a:path w="334009" h="358139">
                  <a:moveTo>
                    <a:pt x="196596" y="48768"/>
                  </a:moveTo>
                  <a:lnTo>
                    <a:pt x="193548" y="48768"/>
                  </a:lnTo>
                  <a:lnTo>
                    <a:pt x="193548" y="358140"/>
                  </a:lnTo>
                  <a:lnTo>
                    <a:pt x="196596" y="358140"/>
                  </a:lnTo>
                  <a:lnTo>
                    <a:pt x="196596" y="48768"/>
                  </a:lnTo>
                  <a:close/>
                </a:path>
                <a:path w="334009" h="358139">
                  <a:moveTo>
                    <a:pt x="201168" y="82308"/>
                  </a:moveTo>
                  <a:lnTo>
                    <a:pt x="199644" y="82308"/>
                  </a:lnTo>
                  <a:lnTo>
                    <a:pt x="199644" y="358140"/>
                  </a:lnTo>
                  <a:lnTo>
                    <a:pt x="201168" y="358140"/>
                  </a:lnTo>
                  <a:lnTo>
                    <a:pt x="201168" y="82308"/>
                  </a:lnTo>
                  <a:close/>
                </a:path>
                <a:path w="334009" h="358139">
                  <a:moveTo>
                    <a:pt x="205740" y="243840"/>
                  </a:moveTo>
                  <a:lnTo>
                    <a:pt x="204216" y="243840"/>
                  </a:lnTo>
                  <a:lnTo>
                    <a:pt x="204216" y="358140"/>
                  </a:lnTo>
                  <a:lnTo>
                    <a:pt x="205740" y="358140"/>
                  </a:lnTo>
                  <a:lnTo>
                    <a:pt x="205740" y="243840"/>
                  </a:lnTo>
                  <a:close/>
                </a:path>
                <a:path w="334009" h="358139">
                  <a:moveTo>
                    <a:pt x="210312" y="243840"/>
                  </a:moveTo>
                  <a:lnTo>
                    <a:pt x="208788" y="243840"/>
                  </a:lnTo>
                  <a:lnTo>
                    <a:pt x="208788" y="358140"/>
                  </a:lnTo>
                  <a:lnTo>
                    <a:pt x="210312" y="358140"/>
                  </a:lnTo>
                  <a:lnTo>
                    <a:pt x="210312" y="243840"/>
                  </a:lnTo>
                  <a:close/>
                </a:path>
                <a:path w="334009" h="358139">
                  <a:moveTo>
                    <a:pt x="214884" y="74676"/>
                  </a:moveTo>
                  <a:lnTo>
                    <a:pt x="213360" y="74676"/>
                  </a:lnTo>
                  <a:lnTo>
                    <a:pt x="213360" y="358140"/>
                  </a:lnTo>
                  <a:lnTo>
                    <a:pt x="214884" y="358140"/>
                  </a:lnTo>
                  <a:lnTo>
                    <a:pt x="214884" y="74676"/>
                  </a:lnTo>
                  <a:close/>
                </a:path>
                <a:path w="334009" h="358139">
                  <a:moveTo>
                    <a:pt x="219456" y="163068"/>
                  </a:moveTo>
                  <a:lnTo>
                    <a:pt x="217932" y="163068"/>
                  </a:lnTo>
                  <a:lnTo>
                    <a:pt x="217932" y="358140"/>
                  </a:lnTo>
                  <a:lnTo>
                    <a:pt x="219456" y="358140"/>
                  </a:lnTo>
                  <a:lnTo>
                    <a:pt x="219456" y="163068"/>
                  </a:lnTo>
                  <a:close/>
                </a:path>
                <a:path w="334009" h="358139">
                  <a:moveTo>
                    <a:pt x="224028" y="12192"/>
                  </a:moveTo>
                  <a:lnTo>
                    <a:pt x="222504" y="12192"/>
                  </a:lnTo>
                  <a:lnTo>
                    <a:pt x="222504" y="358140"/>
                  </a:lnTo>
                  <a:lnTo>
                    <a:pt x="224028" y="358140"/>
                  </a:lnTo>
                  <a:lnTo>
                    <a:pt x="224028" y="12192"/>
                  </a:lnTo>
                  <a:close/>
                </a:path>
                <a:path w="334009" h="358139">
                  <a:moveTo>
                    <a:pt x="230124" y="243840"/>
                  </a:moveTo>
                  <a:lnTo>
                    <a:pt x="227076" y="243840"/>
                  </a:lnTo>
                  <a:lnTo>
                    <a:pt x="227076" y="358140"/>
                  </a:lnTo>
                  <a:lnTo>
                    <a:pt x="230124" y="358140"/>
                  </a:lnTo>
                  <a:lnTo>
                    <a:pt x="230124" y="243840"/>
                  </a:lnTo>
                  <a:close/>
                </a:path>
                <a:path w="334009" h="358139">
                  <a:moveTo>
                    <a:pt x="234696" y="85356"/>
                  </a:moveTo>
                  <a:lnTo>
                    <a:pt x="231648" y="85356"/>
                  </a:lnTo>
                  <a:lnTo>
                    <a:pt x="231648" y="358140"/>
                  </a:lnTo>
                  <a:lnTo>
                    <a:pt x="234696" y="358140"/>
                  </a:lnTo>
                  <a:lnTo>
                    <a:pt x="234696" y="85356"/>
                  </a:lnTo>
                  <a:close/>
                </a:path>
                <a:path w="334009" h="358139">
                  <a:moveTo>
                    <a:pt x="239268" y="44208"/>
                  </a:moveTo>
                  <a:lnTo>
                    <a:pt x="236220" y="44208"/>
                  </a:lnTo>
                  <a:lnTo>
                    <a:pt x="236220" y="358140"/>
                  </a:lnTo>
                  <a:lnTo>
                    <a:pt x="239268" y="358140"/>
                  </a:lnTo>
                  <a:lnTo>
                    <a:pt x="239268" y="44208"/>
                  </a:lnTo>
                  <a:close/>
                </a:path>
                <a:path w="334009" h="358139">
                  <a:moveTo>
                    <a:pt x="243840" y="21336"/>
                  </a:moveTo>
                  <a:lnTo>
                    <a:pt x="242316" y="21336"/>
                  </a:lnTo>
                  <a:lnTo>
                    <a:pt x="242316" y="358140"/>
                  </a:lnTo>
                  <a:lnTo>
                    <a:pt x="243840" y="358140"/>
                  </a:lnTo>
                  <a:lnTo>
                    <a:pt x="243840" y="21336"/>
                  </a:lnTo>
                  <a:close/>
                </a:path>
                <a:path w="334009" h="358139">
                  <a:moveTo>
                    <a:pt x="248412" y="38100"/>
                  </a:moveTo>
                  <a:lnTo>
                    <a:pt x="246888" y="38100"/>
                  </a:lnTo>
                  <a:lnTo>
                    <a:pt x="246888" y="358140"/>
                  </a:lnTo>
                  <a:lnTo>
                    <a:pt x="248412" y="358140"/>
                  </a:lnTo>
                  <a:lnTo>
                    <a:pt x="248412" y="38100"/>
                  </a:lnTo>
                  <a:close/>
                </a:path>
                <a:path w="334009" h="358139">
                  <a:moveTo>
                    <a:pt x="252984" y="117348"/>
                  </a:moveTo>
                  <a:lnTo>
                    <a:pt x="251460" y="117348"/>
                  </a:lnTo>
                  <a:lnTo>
                    <a:pt x="251460" y="358140"/>
                  </a:lnTo>
                  <a:lnTo>
                    <a:pt x="252984" y="358140"/>
                  </a:lnTo>
                  <a:lnTo>
                    <a:pt x="252984" y="117348"/>
                  </a:lnTo>
                  <a:close/>
                </a:path>
                <a:path w="334009" h="358139">
                  <a:moveTo>
                    <a:pt x="257556" y="9144"/>
                  </a:moveTo>
                  <a:lnTo>
                    <a:pt x="256032" y="9144"/>
                  </a:lnTo>
                  <a:lnTo>
                    <a:pt x="256032" y="358140"/>
                  </a:lnTo>
                  <a:lnTo>
                    <a:pt x="257556" y="358140"/>
                  </a:lnTo>
                  <a:lnTo>
                    <a:pt x="257556" y="9144"/>
                  </a:lnTo>
                  <a:close/>
                </a:path>
                <a:path w="334009" h="358139">
                  <a:moveTo>
                    <a:pt x="262128" y="83832"/>
                  </a:moveTo>
                  <a:lnTo>
                    <a:pt x="260604" y="83832"/>
                  </a:lnTo>
                  <a:lnTo>
                    <a:pt x="260604" y="358140"/>
                  </a:lnTo>
                  <a:lnTo>
                    <a:pt x="262128" y="358140"/>
                  </a:lnTo>
                  <a:lnTo>
                    <a:pt x="262128" y="83832"/>
                  </a:lnTo>
                  <a:close/>
                </a:path>
                <a:path w="334009" h="358139">
                  <a:moveTo>
                    <a:pt x="266700" y="38100"/>
                  </a:moveTo>
                  <a:lnTo>
                    <a:pt x="265176" y="38100"/>
                  </a:lnTo>
                  <a:lnTo>
                    <a:pt x="265176" y="358140"/>
                  </a:lnTo>
                  <a:lnTo>
                    <a:pt x="266700" y="358140"/>
                  </a:lnTo>
                  <a:lnTo>
                    <a:pt x="266700" y="38100"/>
                  </a:lnTo>
                  <a:close/>
                </a:path>
                <a:path w="334009" h="358139">
                  <a:moveTo>
                    <a:pt x="272796" y="64020"/>
                  </a:moveTo>
                  <a:lnTo>
                    <a:pt x="269748" y="64020"/>
                  </a:lnTo>
                  <a:lnTo>
                    <a:pt x="269748" y="358140"/>
                  </a:lnTo>
                  <a:lnTo>
                    <a:pt x="272796" y="358140"/>
                  </a:lnTo>
                  <a:lnTo>
                    <a:pt x="272796" y="64020"/>
                  </a:lnTo>
                  <a:close/>
                </a:path>
                <a:path w="334009" h="358139">
                  <a:moveTo>
                    <a:pt x="277368" y="57912"/>
                  </a:moveTo>
                  <a:lnTo>
                    <a:pt x="274320" y="57912"/>
                  </a:lnTo>
                  <a:lnTo>
                    <a:pt x="274320" y="358140"/>
                  </a:lnTo>
                  <a:lnTo>
                    <a:pt x="277368" y="358140"/>
                  </a:lnTo>
                  <a:lnTo>
                    <a:pt x="277368" y="57912"/>
                  </a:lnTo>
                  <a:close/>
                </a:path>
                <a:path w="334009" h="358139">
                  <a:moveTo>
                    <a:pt x="281940" y="28956"/>
                  </a:moveTo>
                  <a:lnTo>
                    <a:pt x="280416" y="28956"/>
                  </a:lnTo>
                  <a:lnTo>
                    <a:pt x="280416" y="358140"/>
                  </a:lnTo>
                  <a:lnTo>
                    <a:pt x="281940" y="358140"/>
                  </a:lnTo>
                  <a:lnTo>
                    <a:pt x="281940" y="28956"/>
                  </a:lnTo>
                  <a:close/>
                </a:path>
                <a:path w="334009" h="358139">
                  <a:moveTo>
                    <a:pt x="286512" y="25920"/>
                  </a:moveTo>
                  <a:lnTo>
                    <a:pt x="284988" y="25920"/>
                  </a:lnTo>
                  <a:lnTo>
                    <a:pt x="284988" y="358140"/>
                  </a:lnTo>
                  <a:lnTo>
                    <a:pt x="286512" y="358140"/>
                  </a:lnTo>
                  <a:lnTo>
                    <a:pt x="286512" y="25920"/>
                  </a:lnTo>
                  <a:close/>
                </a:path>
                <a:path w="334009" h="358139">
                  <a:moveTo>
                    <a:pt x="291084" y="10668"/>
                  </a:moveTo>
                  <a:lnTo>
                    <a:pt x="289560" y="10668"/>
                  </a:lnTo>
                  <a:lnTo>
                    <a:pt x="289560" y="358140"/>
                  </a:lnTo>
                  <a:lnTo>
                    <a:pt x="291084" y="358140"/>
                  </a:lnTo>
                  <a:lnTo>
                    <a:pt x="291084" y="10668"/>
                  </a:lnTo>
                  <a:close/>
                </a:path>
                <a:path w="334009" h="358139">
                  <a:moveTo>
                    <a:pt x="295656" y="9144"/>
                  </a:moveTo>
                  <a:lnTo>
                    <a:pt x="294132" y="9144"/>
                  </a:lnTo>
                  <a:lnTo>
                    <a:pt x="294132" y="358140"/>
                  </a:lnTo>
                  <a:lnTo>
                    <a:pt x="295656" y="358140"/>
                  </a:lnTo>
                  <a:lnTo>
                    <a:pt x="295656" y="9144"/>
                  </a:lnTo>
                  <a:close/>
                </a:path>
                <a:path w="334009" h="358139">
                  <a:moveTo>
                    <a:pt x="300228" y="16764"/>
                  </a:moveTo>
                  <a:lnTo>
                    <a:pt x="298704" y="16764"/>
                  </a:lnTo>
                  <a:lnTo>
                    <a:pt x="298704" y="358140"/>
                  </a:lnTo>
                  <a:lnTo>
                    <a:pt x="300228" y="358140"/>
                  </a:lnTo>
                  <a:lnTo>
                    <a:pt x="300228" y="16764"/>
                  </a:lnTo>
                  <a:close/>
                </a:path>
                <a:path w="334009" h="358139">
                  <a:moveTo>
                    <a:pt x="304800" y="21336"/>
                  </a:moveTo>
                  <a:lnTo>
                    <a:pt x="303276" y="21336"/>
                  </a:lnTo>
                  <a:lnTo>
                    <a:pt x="303276" y="358140"/>
                  </a:lnTo>
                  <a:lnTo>
                    <a:pt x="304800" y="358140"/>
                  </a:lnTo>
                  <a:lnTo>
                    <a:pt x="304800" y="21336"/>
                  </a:lnTo>
                  <a:close/>
                </a:path>
                <a:path w="334009" h="358139">
                  <a:moveTo>
                    <a:pt x="310896" y="9144"/>
                  </a:moveTo>
                  <a:lnTo>
                    <a:pt x="307848" y="9144"/>
                  </a:lnTo>
                  <a:lnTo>
                    <a:pt x="307848" y="358140"/>
                  </a:lnTo>
                  <a:lnTo>
                    <a:pt x="310896" y="358140"/>
                  </a:lnTo>
                  <a:lnTo>
                    <a:pt x="310896" y="9144"/>
                  </a:lnTo>
                  <a:close/>
                </a:path>
                <a:path w="334009" h="358139">
                  <a:moveTo>
                    <a:pt x="315468" y="21336"/>
                  </a:moveTo>
                  <a:lnTo>
                    <a:pt x="312420" y="21336"/>
                  </a:lnTo>
                  <a:lnTo>
                    <a:pt x="312420" y="358140"/>
                  </a:lnTo>
                  <a:lnTo>
                    <a:pt x="315468" y="358140"/>
                  </a:lnTo>
                  <a:lnTo>
                    <a:pt x="315468" y="21336"/>
                  </a:lnTo>
                  <a:close/>
                </a:path>
                <a:path w="334009" h="358139">
                  <a:moveTo>
                    <a:pt x="320040" y="243840"/>
                  </a:moveTo>
                  <a:lnTo>
                    <a:pt x="316992" y="243840"/>
                  </a:lnTo>
                  <a:lnTo>
                    <a:pt x="316992" y="358140"/>
                  </a:lnTo>
                  <a:lnTo>
                    <a:pt x="320040" y="358140"/>
                  </a:lnTo>
                  <a:lnTo>
                    <a:pt x="320040" y="243840"/>
                  </a:lnTo>
                  <a:close/>
                </a:path>
                <a:path w="334009" h="358139">
                  <a:moveTo>
                    <a:pt x="324612" y="28956"/>
                  </a:moveTo>
                  <a:lnTo>
                    <a:pt x="323088" y="28956"/>
                  </a:lnTo>
                  <a:lnTo>
                    <a:pt x="323088" y="358140"/>
                  </a:lnTo>
                  <a:lnTo>
                    <a:pt x="324612" y="358140"/>
                  </a:lnTo>
                  <a:lnTo>
                    <a:pt x="324612" y="28956"/>
                  </a:lnTo>
                  <a:close/>
                </a:path>
                <a:path w="334009" h="358139">
                  <a:moveTo>
                    <a:pt x="329184" y="0"/>
                  </a:moveTo>
                  <a:lnTo>
                    <a:pt x="327660" y="0"/>
                  </a:lnTo>
                  <a:lnTo>
                    <a:pt x="327660" y="358140"/>
                  </a:lnTo>
                  <a:lnTo>
                    <a:pt x="329184" y="358140"/>
                  </a:lnTo>
                  <a:lnTo>
                    <a:pt x="329184" y="0"/>
                  </a:lnTo>
                  <a:close/>
                </a:path>
                <a:path w="334009" h="358139">
                  <a:moveTo>
                    <a:pt x="333756" y="1524"/>
                  </a:moveTo>
                  <a:lnTo>
                    <a:pt x="332232" y="1524"/>
                  </a:lnTo>
                  <a:lnTo>
                    <a:pt x="332232" y="358140"/>
                  </a:lnTo>
                  <a:lnTo>
                    <a:pt x="333756" y="358140"/>
                  </a:lnTo>
                  <a:lnTo>
                    <a:pt x="333756" y="1524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94816" y="3496055"/>
              <a:ext cx="334010" cy="367665"/>
            </a:xfrm>
            <a:custGeom>
              <a:avLst/>
              <a:gdLst/>
              <a:ahLst/>
              <a:cxnLst/>
              <a:rect l="l" t="t" r="r" b="b"/>
              <a:pathLst>
                <a:path w="334009" h="367664">
                  <a:moveTo>
                    <a:pt x="1524" y="10668"/>
                  </a:moveTo>
                  <a:lnTo>
                    <a:pt x="0" y="10668"/>
                  </a:lnTo>
                  <a:lnTo>
                    <a:pt x="0" y="367284"/>
                  </a:lnTo>
                  <a:lnTo>
                    <a:pt x="1524" y="367284"/>
                  </a:lnTo>
                  <a:lnTo>
                    <a:pt x="1524" y="10668"/>
                  </a:lnTo>
                  <a:close/>
                </a:path>
                <a:path w="334009" h="367664">
                  <a:moveTo>
                    <a:pt x="6096" y="27432"/>
                  </a:moveTo>
                  <a:lnTo>
                    <a:pt x="4572" y="27432"/>
                  </a:lnTo>
                  <a:lnTo>
                    <a:pt x="4572" y="367284"/>
                  </a:lnTo>
                  <a:lnTo>
                    <a:pt x="6096" y="367284"/>
                  </a:lnTo>
                  <a:lnTo>
                    <a:pt x="6096" y="27432"/>
                  </a:lnTo>
                  <a:close/>
                </a:path>
                <a:path w="334009" h="367664">
                  <a:moveTo>
                    <a:pt x="10668" y="3048"/>
                  </a:moveTo>
                  <a:lnTo>
                    <a:pt x="9144" y="3048"/>
                  </a:lnTo>
                  <a:lnTo>
                    <a:pt x="9144" y="367284"/>
                  </a:lnTo>
                  <a:lnTo>
                    <a:pt x="10668" y="367284"/>
                  </a:lnTo>
                  <a:lnTo>
                    <a:pt x="10668" y="3048"/>
                  </a:lnTo>
                  <a:close/>
                </a:path>
                <a:path w="334009" h="367664">
                  <a:moveTo>
                    <a:pt x="15240" y="18288"/>
                  </a:moveTo>
                  <a:lnTo>
                    <a:pt x="13716" y="18288"/>
                  </a:lnTo>
                  <a:lnTo>
                    <a:pt x="13716" y="367284"/>
                  </a:lnTo>
                  <a:lnTo>
                    <a:pt x="15240" y="367284"/>
                  </a:lnTo>
                  <a:lnTo>
                    <a:pt x="15240" y="18288"/>
                  </a:lnTo>
                  <a:close/>
                </a:path>
                <a:path w="334009" h="367664">
                  <a:moveTo>
                    <a:pt x="21336" y="35064"/>
                  </a:moveTo>
                  <a:lnTo>
                    <a:pt x="18288" y="35064"/>
                  </a:lnTo>
                  <a:lnTo>
                    <a:pt x="18288" y="367284"/>
                  </a:lnTo>
                  <a:lnTo>
                    <a:pt x="21336" y="367284"/>
                  </a:lnTo>
                  <a:lnTo>
                    <a:pt x="21336" y="35064"/>
                  </a:lnTo>
                  <a:close/>
                </a:path>
                <a:path w="334009" h="367664">
                  <a:moveTo>
                    <a:pt x="25908" y="0"/>
                  </a:moveTo>
                  <a:lnTo>
                    <a:pt x="22860" y="0"/>
                  </a:lnTo>
                  <a:lnTo>
                    <a:pt x="22860" y="367284"/>
                  </a:lnTo>
                  <a:lnTo>
                    <a:pt x="25908" y="367284"/>
                  </a:lnTo>
                  <a:lnTo>
                    <a:pt x="25908" y="0"/>
                  </a:lnTo>
                  <a:close/>
                </a:path>
                <a:path w="334009" h="367664">
                  <a:moveTo>
                    <a:pt x="30480" y="38100"/>
                  </a:moveTo>
                  <a:lnTo>
                    <a:pt x="27432" y="38100"/>
                  </a:lnTo>
                  <a:lnTo>
                    <a:pt x="27432" y="367284"/>
                  </a:lnTo>
                  <a:lnTo>
                    <a:pt x="30480" y="367284"/>
                  </a:lnTo>
                  <a:lnTo>
                    <a:pt x="30480" y="38100"/>
                  </a:lnTo>
                  <a:close/>
                </a:path>
                <a:path w="334009" h="367664">
                  <a:moveTo>
                    <a:pt x="35052" y="25908"/>
                  </a:moveTo>
                  <a:lnTo>
                    <a:pt x="33528" y="25908"/>
                  </a:lnTo>
                  <a:lnTo>
                    <a:pt x="33528" y="367284"/>
                  </a:lnTo>
                  <a:lnTo>
                    <a:pt x="35052" y="367284"/>
                  </a:lnTo>
                  <a:lnTo>
                    <a:pt x="35052" y="25908"/>
                  </a:lnTo>
                  <a:close/>
                </a:path>
                <a:path w="334009" h="367664">
                  <a:moveTo>
                    <a:pt x="39624" y="30480"/>
                  </a:moveTo>
                  <a:lnTo>
                    <a:pt x="38100" y="30480"/>
                  </a:lnTo>
                  <a:lnTo>
                    <a:pt x="38100" y="367284"/>
                  </a:lnTo>
                  <a:lnTo>
                    <a:pt x="39624" y="367284"/>
                  </a:lnTo>
                  <a:lnTo>
                    <a:pt x="39624" y="30480"/>
                  </a:lnTo>
                  <a:close/>
                </a:path>
                <a:path w="334009" h="367664">
                  <a:moveTo>
                    <a:pt x="44196" y="38100"/>
                  </a:moveTo>
                  <a:lnTo>
                    <a:pt x="42672" y="38100"/>
                  </a:lnTo>
                  <a:lnTo>
                    <a:pt x="42672" y="367284"/>
                  </a:lnTo>
                  <a:lnTo>
                    <a:pt x="44196" y="367284"/>
                  </a:lnTo>
                  <a:lnTo>
                    <a:pt x="44196" y="38100"/>
                  </a:lnTo>
                  <a:close/>
                </a:path>
                <a:path w="334009" h="367664">
                  <a:moveTo>
                    <a:pt x="48768" y="18288"/>
                  </a:moveTo>
                  <a:lnTo>
                    <a:pt x="47244" y="18288"/>
                  </a:lnTo>
                  <a:lnTo>
                    <a:pt x="47244" y="367284"/>
                  </a:lnTo>
                  <a:lnTo>
                    <a:pt x="48768" y="367284"/>
                  </a:lnTo>
                  <a:lnTo>
                    <a:pt x="48768" y="18288"/>
                  </a:lnTo>
                  <a:close/>
                </a:path>
                <a:path w="334009" h="367664">
                  <a:moveTo>
                    <a:pt x="53340" y="25908"/>
                  </a:moveTo>
                  <a:lnTo>
                    <a:pt x="51816" y="25908"/>
                  </a:lnTo>
                  <a:lnTo>
                    <a:pt x="51816" y="367284"/>
                  </a:lnTo>
                  <a:lnTo>
                    <a:pt x="53340" y="367284"/>
                  </a:lnTo>
                  <a:lnTo>
                    <a:pt x="53340" y="25908"/>
                  </a:lnTo>
                  <a:close/>
                </a:path>
                <a:path w="334009" h="367664">
                  <a:moveTo>
                    <a:pt x="57912" y="35064"/>
                  </a:moveTo>
                  <a:lnTo>
                    <a:pt x="56388" y="35064"/>
                  </a:lnTo>
                  <a:lnTo>
                    <a:pt x="56388" y="367284"/>
                  </a:lnTo>
                  <a:lnTo>
                    <a:pt x="57912" y="367284"/>
                  </a:lnTo>
                  <a:lnTo>
                    <a:pt x="57912" y="35064"/>
                  </a:lnTo>
                  <a:close/>
                </a:path>
                <a:path w="334009" h="367664">
                  <a:moveTo>
                    <a:pt x="64008" y="10668"/>
                  </a:moveTo>
                  <a:lnTo>
                    <a:pt x="60960" y="10668"/>
                  </a:lnTo>
                  <a:lnTo>
                    <a:pt x="60960" y="367284"/>
                  </a:lnTo>
                  <a:lnTo>
                    <a:pt x="64008" y="367284"/>
                  </a:lnTo>
                  <a:lnTo>
                    <a:pt x="64008" y="10668"/>
                  </a:lnTo>
                  <a:close/>
                </a:path>
                <a:path w="334009" h="367664">
                  <a:moveTo>
                    <a:pt x="68580" y="0"/>
                  </a:moveTo>
                  <a:lnTo>
                    <a:pt x="65532" y="0"/>
                  </a:lnTo>
                  <a:lnTo>
                    <a:pt x="65532" y="367284"/>
                  </a:lnTo>
                  <a:lnTo>
                    <a:pt x="68580" y="367284"/>
                  </a:lnTo>
                  <a:lnTo>
                    <a:pt x="68580" y="0"/>
                  </a:lnTo>
                  <a:close/>
                </a:path>
                <a:path w="334009" h="367664">
                  <a:moveTo>
                    <a:pt x="73152" y="42672"/>
                  </a:moveTo>
                  <a:lnTo>
                    <a:pt x="71628" y="42672"/>
                  </a:lnTo>
                  <a:lnTo>
                    <a:pt x="71628" y="367284"/>
                  </a:lnTo>
                  <a:lnTo>
                    <a:pt x="73152" y="367284"/>
                  </a:lnTo>
                  <a:lnTo>
                    <a:pt x="73152" y="42672"/>
                  </a:lnTo>
                  <a:close/>
                </a:path>
                <a:path w="334009" h="367664">
                  <a:moveTo>
                    <a:pt x="77724" y="35064"/>
                  </a:moveTo>
                  <a:lnTo>
                    <a:pt x="76200" y="35064"/>
                  </a:lnTo>
                  <a:lnTo>
                    <a:pt x="76200" y="367284"/>
                  </a:lnTo>
                  <a:lnTo>
                    <a:pt x="77724" y="367284"/>
                  </a:lnTo>
                  <a:lnTo>
                    <a:pt x="77724" y="35064"/>
                  </a:lnTo>
                  <a:close/>
                </a:path>
                <a:path w="334009" h="367664">
                  <a:moveTo>
                    <a:pt x="82296" y="21336"/>
                  </a:moveTo>
                  <a:lnTo>
                    <a:pt x="80772" y="21336"/>
                  </a:lnTo>
                  <a:lnTo>
                    <a:pt x="80772" y="367284"/>
                  </a:lnTo>
                  <a:lnTo>
                    <a:pt x="82296" y="367284"/>
                  </a:lnTo>
                  <a:lnTo>
                    <a:pt x="82296" y="21336"/>
                  </a:lnTo>
                  <a:close/>
                </a:path>
                <a:path w="334009" h="367664">
                  <a:moveTo>
                    <a:pt x="86868" y="0"/>
                  </a:moveTo>
                  <a:lnTo>
                    <a:pt x="85344" y="0"/>
                  </a:lnTo>
                  <a:lnTo>
                    <a:pt x="85344" y="367284"/>
                  </a:lnTo>
                  <a:lnTo>
                    <a:pt x="86868" y="367284"/>
                  </a:lnTo>
                  <a:lnTo>
                    <a:pt x="86868" y="0"/>
                  </a:lnTo>
                  <a:close/>
                </a:path>
                <a:path w="334009" h="367664">
                  <a:moveTo>
                    <a:pt x="91440" y="42672"/>
                  </a:moveTo>
                  <a:lnTo>
                    <a:pt x="89916" y="42672"/>
                  </a:lnTo>
                  <a:lnTo>
                    <a:pt x="89916" y="367284"/>
                  </a:lnTo>
                  <a:lnTo>
                    <a:pt x="91440" y="367284"/>
                  </a:lnTo>
                  <a:lnTo>
                    <a:pt x="91440" y="42672"/>
                  </a:lnTo>
                  <a:close/>
                </a:path>
                <a:path w="334009" h="367664">
                  <a:moveTo>
                    <a:pt x="96012" y="6096"/>
                  </a:moveTo>
                  <a:lnTo>
                    <a:pt x="94488" y="6096"/>
                  </a:lnTo>
                  <a:lnTo>
                    <a:pt x="94488" y="367284"/>
                  </a:lnTo>
                  <a:lnTo>
                    <a:pt x="96012" y="367284"/>
                  </a:lnTo>
                  <a:lnTo>
                    <a:pt x="96012" y="6096"/>
                  </a:lnTo>
                  <a:close/>
                </a:path>
                <a:path w="334009" h="367664">
                  <a:moveTo>
                    <a:pt x="100584" y="1524"/>
                  </a:moveTo>
                  <a:lnTo>
                    <a:pt x="99060" y="1524"/>
                  </a:lnTo>
                  <a:lnTo>
                    <a:pt x="99060" y="367284"/>
                  </a:lnTo>
                  <a:lnTo>
                    <a:pt x="100584" y="367284"/>
                  </a:lnTo>
                  <a:lnTo>
                    <a:pt x="100584" y="1524"/>
                  </a:lnTo>
                  <a:close/>
                </a:path>
                <a:path w="334009" h="367664">
                  <a:moveTo>
                    <a:pt x="106680" y="21336"/>
                  </a:moveTo>
                  <a:lnTo>
                    <a:pt x="103632" y="21336"/>
                  </a:lnTo>
                  <a:lnTo>
                    <a:pt x="103632" y="367284"/>
                  </a:lnTo>
                  <a:lnTo>
                    <a:pt x="106680" y="367284"/>
                  </a:lnTo>
                  <a:lnTo>
                    <a:pt x="106680" y="21336"/>
                  </a:lnTo>
                  <a:close/>
                </a:path>
                <a:path w="334009" h="367664">
                  <a:moveTo>
                    <a:pt x="111252" y="67056"/>
                  </a:moveTo>
                  <a:lnTo>
                    <a:pt x="108204" y="67056"/>
                  </a:lnTo>
                  <a:lnTo>
                    <a:pt x="108204" y="367284"/>
                  </a:lnTo>
                  <a:lnTo>
                    <a:pt x="111252" y="367284"/>
                  </a:lnTo>
                  <a:lnTo>
                    <a:pt x="111252" y="67056"/>
                  </a:lnTo>
                  <a:close/>
                </a:path>
                <a:path w="334009" h="367664">
                  <a:moveTo>
                    <a:pt x="115824" y="21336"/>
                  </a:moveTo>
                  <a:lnTo>
                    <a:pt x="114300" y="21336"/>
                  </a:lnTo>
                  <a:lnTo>
                    <a:pt x="114300" y="367284"/>
                  </a:lnTo>
                  <a:lnTo>
                    <a:pt x="115824" y="367284"/>
                  </a:lnTo>
                  <a:lnTo>
                    <a:pt x="115824" y="21336"/>
                  </a:lnTo>
                  <a:close/>
                </a:path>
                <a:path w="334009" h="367664">
                  <a:moveTo>
                    <a:pt x="120396" y="18288"/>
                  </a:moveTo>
                  <a:lnTo>
                    <a:pt x="118872" y="18288"/>
                  </a:lnTo>
                  <a:lnTo>
                    <a:pt x="118872" y="367284"/>
                  </a:lnTo>
                  <a:lnTo>
                    <a:pt x="120396" y="367284"/>
                  </a:lnTo>
                  <a:lnTo>
                    <a:pt x="120396" y="18288"/>
                  </a:lnTo>
                  <a:close/>
                </a:path>
                <a:path w="334009" h="367664">
                  <a:moveTo>
                    <a:pt x="124968" y="18288"/>
                  </a:moveTo>
                  <a:lnTo>
                    <a:pt x="123444" y="18288"/>
                  </a:lnTo>
                  <a:lnTo>
                    <a:pt x="123444" y="367284"/>
                  </a:lnTo>
                  <a:lnTo>
                    <a:pt x="124968" y="367284"/>
                  </a:lnTo>
                  <a:lnTo>
                    <a:pt x="124968" y="18288"/>
                  </a:lnTo>
                  <a:close/>
                </a:path>
                <a:path w="334009" h="367664">
                  <a:moveTo>
                    <a:pt x="129540" y="32004"/>
                  </a:moveTo>
                  <a:lnTo>
                    <a:pt x="128016" y="32004"/>
                  </a:lnTo>
                  <a:lnTo>
                    <a:pt x="128016" y="367284"/>
                  </a:lnTo>
                  <a:lnTo>
                    <a:pt x="129540" y="367284"/>
                  </a:lnTo>
                  <a:lnTo>
                    <a:pt x="129540" y="32004"/>
                  </a:lnTo>
                  <a:close/>
                </a:path>
                <a:path w="334009" h="367664">
                  <a:moveTo>
                    <a:pt x="134112" y="252984"/>
                  </a:moveTo>
                  <a:lnTo>
                    <a:pt x="132588" y="252984"/>
                  </a:lnTo>
                  <a:lnTo>
                    <a:pt x="132588" y="367284"/>
                  </a:lnTo>
                  <a:lnTo>
                    <a:pt x="134112" y="367284"/>
                  </a:lnTo>
                  <a:lnTo>
                    <a:pt x="134112" y="252984"/>
                  </a:lnTo>
                  <a:close/>
                </a:path>
                <a:path w="334009" h="367664">
                  <a:moveTo>
                    <a:pt x="138684" y="80772"/>
                  </a:moveTo>
                  <a:lnTo>
                    <a:pt x="137160" y="80772"/>
                  </a:lnTo>
                  <a:lnTo>
                    <a:pt x="137160" y="367284"/>
                  </a:lnTo>
                  <a:lnTo>
                    <a:pt x="138684" y="367284"/>
                  </a:lnTo>
                  <a:lnTo>
                    <a:pt x="138684" y="80772"/>
                  </a:lnTo>
                  <a:close/>
                </a:path>
                <a:path w="334009" h="367664">
                  <a:moveTo>
                    <a:pt x="144780" y="38100"/>
                  </a:moveTo>
                  <a:lnTo>
                    <a:pt x="141732" y="38100"/>
                  </a:lnTo>
                  <a:lnTo>
                    <a:pt x="141732" y="367284"/>
                  </a:lnTo>
                  <a:lnTo>
                    <a:pt x="144780" y="367284"/>
                  </a:lnTo>
                  <a:lnTo>
                    <a:pt x="144780" y="38100"/>
                  </a:lnTo>
                  <a:close/>
                </a:path>
                <a:path w="334009" h="367664">
                  <a:moveTo>
                    <a:pt x="149352" y="252984"/>
                  </a:moveTo>
                  <a:lnTo>
                    <a:pt x="146304" y="252984"/>
                  </a:lnTo>
                  <a:lnTo>
                    <a:pt x="146304" y="367284"/>
                  </a:lnTo>
                  <a:lnTo>
                    <a:pt x="149352" y="367284"/>
                  </a:lnTo>
                  <a:lnTo>
                    <a:pt x="149352" y="252984"/>
                  </a:lnTo>
                  <a:close/>
                </a:path>
                <a:path w="334009" h="367664">
                  <a:moveTo>
                    <a:pt x="153924" y="182880"/>
                  </a:moveTo>
                  <a:lnTo>
                    <a:pt x="150876" y="182880"/>
                  </a:lnTo>
                  <a:lnTo>
                    <a:pt x="150876" y="367284"/>
                  </a:lnTo>
                  <a:lnTo>
                    <a:pt x="153924" y="367284"/>
                  </a:lnTo>
                  <a:lnTo>
                    <a:pt x="153924" y="182880"/>
                  </a:lnTo>
                  <a:close/>
                </a:path>
                <a:path w="334009" h="367664">
                  <a:moveTo>
                    <a:pt x="158496" y="117348"/>
                  </a:moveTo>
                  <a:lnTo>
                    <a:pt x="156972" y="117348"/>
                  </a:lnTo>
                  <a:lnTo>
                    <a:pt x="156972" y="367284"/>
                  </a:lnTo>
                  <a:lnTo>
                    <a:pt x="158496" y="367284"/>
                  </a:lnTo>
                  <a:lnTo>
                    <a:pt x="158496" y="117348"/>
                  </a:lnTo>
                  <a:close/>
                </a:path>
                <a:path w="334009" h="367664">
                  <a:moveTo>
                    <a:pt x="163068" y="121920"/>
                  </a:moveTo>
                  <a:lnTo>
                    <a:pt x="161544" y="121920"/>
                  </a:lnTo>
                  <a:lnTo>
                    <a:pt x="161544" y="367284"/>
                  </a:lnTo>
                  <a:lnTo>
                    <a:pt x="163068" y="367284"/>
                  </a:lnTo>
                  <a:lnTo>
                    <a:pt x="163068" y="121920"/>
                  </a:lnTo>
                  <a:close/>
                </a:path>
                <a:path w="334009" h="367664">
                  <a:moveTo>
                    <a:pt x="167640" y="252984"/>
                  </a:moveTo>
                  <a:lnTo>
                    <a:pt x="166116" y="252984"/>
                  </a:lnTo>
                  <a:lnTo>
                    <a:pt x="166116" y="367284"/>
                  </a:lnTo>
                  <a:lnTo>
                    <a:pt x="167640" y="367284"/>
                  </a:lnTo>
                  <a:lnTo>
                    <a:pt x="167640" y="252984"/>
                  </a:lnTo>
                  <a:close/>
                </a:path>
                <a:path w="334009" h="367664">
                  <a:moveTo>
                    <a:pt x="172212" y="3048"/>
                  </a:moveTo>
                  <a:lnTo>
                    <a:pt x="170688" y="3048"/>
                  </a:lnTo>
                  <a:lnTo>
                    <a:pt x="170688" y="367284"/>
                  </a:lnTo>
                  <a:lnTo>
                    <a:pt x="172212" y="367284"/>
                  </a:lnTo>
                  <a:lnTo>
                    <a:pt x="172212" y="3048"/>
                  </a:lnTo>
                  <a:close/>
                </a:path>
                <a:path w="334009" h="367664">
                  <a:moveTo>
                    <a:pt x="176784" y="53352"/>
                  </a:moveTo>
                  <a:lnTo>
                    <a:pt x="175260" y="53352"/>
                  </a:lnTo>
                  <a:lnTo>
                    <a:pt x="175260" y="367284"/>
                  </a:lnTo>
                  <a:lnTo>
                    <a:pt x="176784" y="367284"/>
                  </a:lnTo>
                  <a:lnTo>
                    <a:pt x="176784" y="53352"/>
                  </a:lnTo>
                  <a:close/>
                </a:path>
                <a:path w="334009" h="367664">
                  <a:moveTo>
                    <a:pt x="181356" y="42672"/>
                  </a:moveTo>
                  <a:lnTo>
                    <a:pt x="179832" y="42672"/>
                  </a:lnTo>
                  <a:lnTo>
                    <a:pt x="179832" y="367284"/>
                  </a:lnTo>
                  <a:lnTo>
                    <a:pt x="181356" y="367284"/>
                  </a:lnTo>
                  <a:lnTo>
                    <a:pt x="181356" y="42672"/>
                  </a:lnTo>
                  <a:close/>
                </a:path>
                <a:path w="334009" h="367664">
                  <a:moveTo>
                    <a:pt x="187452" y="54876"/>
                  </a:moveTo>
                  <a:lnTo>
                    <a:pt x="184404" y="54876"/>
                  </a:lnTo>
                  <a:lnTo>
                    <a:pt x="184404" y="367284"/>
                  </a:lnTo>
                  <a:lnTo>
                    <a:pt x="187452" y="367284"/>
                  </a:lnTo>
                  <a:lnTo>
                    <a:pt x="187452" y="54876"/>
                  </a:lnTo>
                  <a:close/>
                </a:path>
                <a:path w="334009" h="367664">
                  <a:moveTo>
                    <a:pt x="192024" y="10668"/>
                  </a:moveTo>
                  <a:lnTo>
                    <a:pt x="188976" y="10668"/>
                  </a:lnTo>
                  <a:lnTo>
                    <a:pt x="188976" y="367284"/>
                  </a:lnTo>
                  <a:lnTo>
                    <a:pt x="192024" y="367284"/>
                  </a:lnTo>
                  <a:lnTo>
                    <a:pt x="192024" y="10668"/>
                  </a:lnTo>
                  <a:close/>
                </a:path>
                <a:path w="334009" h="367664">
                  <a:moveTo>
                    <a:pt x="196596" y="25908"/>
                  </a:moveTo>
                  <a:lnTo>
                    <a:pt x="195072" y="25908"/>
                  </a:lnTo>
                  <a:lnTo>
                    <a:pt x="195072" y="367284"/>
                  </a:lnTo>
                  <a:lnTo>
                    <a:pt x="196596" y="367284"/>
                  </a:lnTo>
                  <a:lnTo>
                    <a:pt x="196596" y="25908"/>
                  </a:lnTo>
                  <a:close/>
                </a:path>
                <a:path w="334009" h="367664">
                  <a:moveTo>
                    <a:pt x="201168" y="67056"/>
                  </a:moveTo>
                  <a:lnTo>
                    <a:pt x="199644" y="67056"/>
                  </a:lnTo>
                  <a:lnTo>
                    <a:pt x="199644" y="367284"/>
                  </a:lnTo>
                  <a:lnTo>
                    <a:pt x="201168" y="367284"/>
                  </a:lnTo>
                  <a:lnTo>
                    <a:pt x="201168" y="67056"/>
                  </a:lnTo>
                  <a:close/>
                </a:path>
                <a:path w="334009" h="367664">
                  <a:moveTo>
                    <a:pt x="205740" y="25908"/>
                  </a:moveTo>
                  <a:lnTo>
                    <a:pt x="204216" y="25908"/>
                  </a:lnTo>
                  <a:lnTo>
                    <a:pt x="204216" y="367284"/>
                  </a:lnTo>
                  <a:lnTo>
                    <a:pt x="205740" y="367284"/>
                  </a:lnTo>
                  <a:lnTo>
                    <a:pt x="205740" y="25908"/>
                  </a:lnTo>
                  <a:close/>
                </a:path>
                <a:path w="334009" h="367664">
                  <a:moveTo>
                    <a:pt x="210312" y="35064"/>
                  </a:moveTo>
                  <a:lnTo>
                    <a:pt x="208788" y="35064"/>
                  </a:lnTo>
                  <a:lnTo>
                    <a:pt x="208788" y="367284"/>
                  </a:lnTo>
                  <a:lnTo>
                    <a:pt x="210312" y="367284"/>
                  </a:lnTo>
                  <a:lnTo>
                    <a:pt x="210312" y="35064"/>
                  </a:lnTo>
                  <a:close/>
                </a:path>
                <a:path w="334009" h="367664">
                  <a:moveTo>
                    <a:pt x="214884" y="19812"/>
                  </a:moveTo>
                  <a:lnTo>
                    <a:pt x="213360" y="19812"/>
                  </a:lnTo>
                  <a:lnTo>
                    <a:pt x="213360" y="367284"/>
                  </a:lnTo>
                  <a:lnTo>
                    <a:pt x="214884" y="367284"/>
                  </a:lnTo>
                  <a:lnTo>
                    <a:pt x="214884" y="19812"/>
                  </a:lnTo>
                  <a:close/>
                </a:path>
                <a:path w="334009" h="367664">
                  <a:moveTo>
                    <a:pt x="219456" y="53352"/>
                  </a:moveTo>
                  <a:lnTo>
                    <a:pt x="217932" y="53352"/>
                  </a:lnTo>
                  <a:lnTo>
                    <a:pt x="217932" y="367284"/>
                  </a:lnTo>
                  <a:lnTo>
                    <a:pt x="219456" y="367284"/>
                  </a:lnTo>
                  <a:lnTo>
                    <a:pt x="219456" y="53352"/>
                  </a:lnTo>
                  <a:close/>
                </a:path>
                <a:path w="334009" h="367664">
                  <a:moveTo>
                    <a:pt x="224028" y="53352"/>
                  </a:moveTo>
                  <a:lnTo>
                    <a:pt x="222504" y="53352"/>
                  </a:lnTo>
                  <a:lnTo>
                    <a:pt x="222504" y="367284"/>
                  </a:lnTo>
                  <a:lnTo>
                    <a:pt x="224028" y="367284"/>
                  </a:lnTo>
                  <a:lnTo>
                    <a:pt x="224028" y="53352"/>
                  </a:lnTo>
                  <a:close/>
                </a:path>
                <a:path w="334009" h="367664">
                  <a:moveTo>
                    <a:pt x="230124" y="47244"/>
                  </a:moveTo>
                  <a:lnTo>
                    <a:pt x="227076" y="47244"/>
                  </a:lnTo>
                  <a:lnTo>
                    <a:pt x="227076" y="367284"/>
                  </a:lnTo>
                  <a:lnTo>
                    <a:pt x="230124" y="367284"/>
                  </a:lnTo>
                  <a:lnTo>
                    <a:pt x="230124" y="47244"/>
                  </a:lnTo>
                  <a:close/>
                </a:path>
                <a:path w="334009" h="367664">
                  <a:moveTo>
                    <a:pt x="234696" y="25908"/>
                  </a:moveTo>
                  <a:lnTo>
                    <a:pt x="231648" y="25908"/>
                  </a:lnTo>
                  <a:lnTo>
                    <a:pt x="231648" y="367284"/>
                  </a:lnTo>
                  <a:lnTo>
                    <a:pt x="234696" y="367284"/>
                  </a:lnTo>
                  <a:lnTo>
                    <a:pt x="234696" y="25908"/>
                  </a:lnTo>
                  <a:close/>
                </a:path>
                <a:path w="334009" h="367664">
                  <a:moveTo>
                    <a:pt x="239268" y="42672"/>
                  </a:moveTo>
                  <a:lnTo>
                    <a:pt x="237744" y="42672"/>
                  </a:lnTo>
                  <a:lnTo>
                    <a:pt x="237744" y="367284"/>
                  </a:lnTo>
                  <a:lnTo>
                    <a:pt x="239268" y="367284"/>
                  </a:lnTo>
                  <a:lnTo>
                    <a:pt x="239268" y="42672"/>
                  </a:lnTo>
                  <a:close/>
                </a:path>
                <a:path w="334009" h="367664">
                  <a:moveTo>
                    <a:pt x="243840" y="30480"/>
                  </a:moveTo>
                  <a:lnTo>
                    <a:pt x="242316" y="30480"/>
                  </a:lnTo>
                  <a:lnTo>
                    <a:pt x="242316" y="367284"/>
                  </a:lnTo>
                  <a:lnTo>
                    <a:pt x="243840" y="367284"/>
                  </a:lnTo>
                  <a:lnTo>
                    <a:pt x="243840" y="30480"/>
                  </a:lnTo>
                  <a:close/>
                </a:path>
                <a:path w="334009" h="367664">
                  <a:moveTo>
                    <a:pt x="248412" y="13716"/>
                  </a:moveTo>
                  <a:lnTo>
                    <a:pt x="246888" y="13716"/>
                  </a:lnTo>
                  <a:lnTo>
                    <a:pt x="246888" y="367284"/>
                  </a:lnTo>
                  <a:lnTo>
                    <a:pt x="248412" y="367284"/>
                  </a:lnTo>
                  <a:lnTo>
                    <a:pt x="248412" y="13716"/>
                  </a:lnTo>
                  <a:close/>
                </a:path>
                <a:path w="334009" h="367664">
                  <a:moveTo>
                    <a:pt x="252984" y="39624"/>
                  </a:moveTo>
                  <a:lnTo>
                    <a:pt x="251460" y="39624"/>
                  </a:lnTo>
                  <a:lnTo>
                    <a:pt x="251460" y="367284"/>
                  </a:lnTo>
                  <a:lnTo>
                    <a:pt x="252984" y="367284"/>
                  </a:lnTo>
                  <a:lnTo>
                    <a:pt x="252984" y="39624"/>
                  </a:lnTo>
                  <a:close/>
                </a:path>
                <a:path w="334009" h="367664">
                  <a:moveTo>
                    <a:pt x="257556" y="252984"/>
                  </a:moveTo>
                  <a:lnTo>
                    <a:pt x="256032" y="252984"/>
                  </a:lnTo>
                  <a:lnTo>
                    <a:pt x="256032" y="367284"/>
                  </a:lnTo>
                  <a:lnTo>
                    <a:pt x="257556" y="367284"/>
                  </a:lnTo>
                  <a:lnTo>
                    <a:pt x="257556" y="252984"/>
                  </a:lnTo>
                  <a:close/>
                </a:path>
                <a:path w="334009" h="367664">
                  <a:moveTo>
                    <a:pt x="262128" y="38100"/>
                  </a:moveTo>
                  <a:lnTo>
                    <a:pt x="260604" y="38100"/>
                  </a:lnTo>
                  <a:lnTo>
                    <a:pt x="260604" y="367284"/>
                  </a:lnTo>
                  <a:lnTo>
                    <a:pt x="262128" y="367284"/>
                  </a:lnTo>
                  <a:lnTo>
                    <a:pt x="262128" y="38100"/>
                  </a:lnTo>
                  <a:close/>
                </a:path>
                <a:path w="334009" h="367664">
                  <a:moveTo>
                    <a:pt x="268224" y="53352"/>
                  </a:moveTo>
                  <a:lnTo>
                    <a:pt x="265176" y="53352"/>
                  </a:lnTo>
                  <a:lnTo>
                    <a:pt x="265176" y="367284"/>
                  </a:lnTo>
                  <a:lnTo>
                    <a:pt x="268224" y="367284"/>
                  </a:lnTo>
                  <a:lnTo>
                    <a:pt x="268224" y="53352"/>
                  </a:lnTo>
                  <a:close/>
                </a:path>
                <a:path w="334009" h="367664">
                  <a:moveTo>
                    <a:pt x="272796" y="252984"/>
                  </a:moveTo>
                  <a:lnTo>
                    <a:pt x="269748" y="252984"/>
                  </a:lnTo>
                  <a:lnTo>
                    <a:pt x="269748" y="367284"/>
                  </a:lnTo>
                  <a:lnTo>
                    <a:pt x="272796" y="367284"/>
                  </a:lnTo>
                  <a:lnTo>
                    <a:pt x="272796" y="252984"/>
                  </a:lnTo>
                  <a:close/>
                </a:path>
                <a:path w="334009" h="367664">
                  <a:moveTo>
                    <a:pt x="277368" y="86868"/>
                  </a:moveTo>
                  <a:lnTo>
                    <a:pt x="274320" y="86868"/>
                  </a:lnTo>
                  <a:lnTo>
                    <a:pt x="274320" y="367284"/>
                  </a:lnTo>
                  <a:lnTo>
                    <a:pt x="277368" y="367284"/>
                  </a:lnTo>
                  <a:lnTo>
                    <a:pt x="277368" y="86868"/>
                  </a:lnTo>
                  <a:close/>
                </a:path>
                <a:path w="334009" h="367664">
                  <a:moveTo>
                    <a:pt x="281940" y="67056"/>
                  </a:moveTo>
                  <a:lnTo>
                    <a:pt x="280416" y="67056"/>
                  </a:lnTo>
                  <a:lnTo>
                    <a:pt x="280416" y="367284"/>
                  </a:lnTo>
                  <a:lnTo>
                    <a:pt x="281940" y="367284"/>
                  </a:lnTo>
                  <a:lnTo>
                    <a:pt x="281940" y="67056"/>
                  </a:lnTo>
                  <a:close/>
                </a:path>
                <a:path w="334009" h="367664">
                  <a:moveTo>
                    <a:pt x="286512" y="57912"/>
                  </a:moveTo>
                  <a:lnTo>
                    <a:pt x="284988" y="57912"/>
                  </a:lnTo>
                  <a:lnTo>
                    <a:pt x="284988" y="367284"/>
                  </a:lnTo>
                  <a:lnTo>
                    <a:pt x="286512" y="367284"/>
                  </a:lnTo>
                  <a:lnTo>
                    <a:pt x="286512" y="57912"/>
                  </a:lnTo>
                  <a:close/>
                </a:path>
                <a:path w="334009" h="367664">
                  <a:moveTo>
                    <a:pt x="291084" y="38100"/>
                  </a:moveTo>
                  <a:lnTo>
                    <a:pt x="289560" y="38100"/>
                  </a:lnTo>
                  <a:lnTo>
                    <a:pt x="289560" y="367284"/>
                  </a:lnTo>
                  <a:lnTo>
                    <a:pt x="291084" y="367284"/>
                  </a:lnTo>
                  <a:lnTo>
                    <a:pt x="291084" y="38100"/>
                  </a:lnTo>
                  <a:close/>
                </a:path>
                <a:path w="334009" h="367664">
                  <a:moveTo>
                    <a:pt x="295656" y="6096"/>
                  </a:moveTo>
                  <a:lnTo>
                    <a:pt x="294132" y="6096"/>
                  </a:lnTo>
                  <a:lnTo>
                    <a:pt x="294132" y="367284"/>
                  </a:lnTo>
                  <a:lnTo>
                    <a:pt x="295656" y="367284"/>
                  </a:lnTo>
                  <a:lnTo>
                    <a:pt x="295656" y="6096"/>
                  </a:lnTo>
                  <a:close/>
                </a:path>
                <a:path w="334009" h="367664">
                  <a:moveTo>
                    <a:pt x="300228" y="252984"/>
                  </a:moveTo>
                  <a:lnTo>
                    <a:pt x="298704" y="252984"/>
                  </a:lnTo>
                  <a:lnTo>
                    <a:pt x="298704" y="367284"/>
                  </a:lnTo>
                  <a:lnTo>
                    <a:pt x="300228" y="367284"/>
                  </a:lnTo>
                  <a:lnTo>
                    <a:pt x="300228" y="252984"/>
                  </a:lnTo>
                  <a:close/>
                </a:path>
                <a:path w="334009" h="367664">
                  <a:moveTo>
                    <a:pt x="304800" y="38100"/>
                  </a:moveTo>
                  <a:lnTo>
                    <a:pt x="303276" y="38100"/>
                  </a:lnTo>
                  <a:lnTo>
                    <a:pt x="303276" y="367284"/>
                  </a:lnTo>
                  <a:lnTo>
                    <a:pt x="304800" y="367284"/>
                  </a:lnTo>
                  <a:lnTo>
                    <a:pt x="304800" y="38100"/>
                  </a:lnTo>
                  <a:close/>
                </a:path>
                <a:path w="334009" h="367664">
                  <a:moveTo>
                    <a:pt x="310896" y="15240"/>
                  </a:moveTo>
                  <a:lnTo>
                    <a:pt x="307848" y="15240"/>
                  </a:lnTo>
                  <a:lnTo>
                    <a:pt x="307848" y="367284"/>
                  </a:lnTo>
                  <a:lnTo>
                    <a:pt x="310896" y="367284"/>
                  </a:lnTo>
                  <a:lnTo>
                    <a:pt x="310896" y="15240"/>
                  </a:lnTo>
                  <a:close/>
                </a:path>
                <a:path w="334009" h="367664">
                  <a:moveTo>
                    <a:pt x="315468" y="99060"/>
                  </a:moveTo>
                  <a:lnTo>
                    <a:pt x="312420" y="99060"/>
                  </a:lnTo>
                  <a:lnTo>
                    <a:pt x="312420" y="367284"/>
                  </a:lnTo>
                  <a:lnTo>
                    <a:pt x="315468" y="367284"/>
                  </a:lnTo>
                  <a:lnTo>
                    <a:pt x="315468" y="99060"/>
                  </a:lnTo>
                  <a:close/>
                </a:path>
                <a:path w="334009" h="367664">
                  <a:moveTo>
                    <a:pt x="320040" y="42672"/>
                  </a:moveTo>
                  <a:lnTo>
                    <a:pt x="318516" y="42672"/>
                  </a:lnTo>
                  <a:lnTo>
                    <a:pt x="318516" y="367284"/>
                  </a:lnTo>
                  <a:lnTo>
                    <a:pt x="320040" y="367284"/>
                  </a:lnTo>
                  <a:lnTo>
                    <a:pt x="320040" y="42672"/>
                  </a:lnTo>
                  <a:close/>
                </a:path>
                <a:path w="334009" h="367664">
                  <a:moveTo>
                    <a:pt x="324612" y="3048"/>
                  </a:moveTo>
                  <a:lnTo>
                    <a:pt x="323088" y="3048"/>
                  </a:lnTo>
                  <a:lnTo>
                    <a:pt x="323088" y="367284"/>
                  </a:lnTo>
                  <a:lnTo>
                    <a:pt x="324612" y="367284"/>
                  </a:lnTo>
                  <a:lnTo>
                    <a:pt x="324612" y="3048"/>
                  </a:lnTo>
                  <a:close/>
                </a:path>
                <a:path w="334009" h="367664">
                  <a:moveTo>
                    <a:pt x="329184" y="25908"/>
                  </a:moveTo>
                  <a:lnTo>
                    <a:pt x="327660" y="25908"/>
                  </a:lnTo>
                  <a:lnTo>
                    <a:pt x="327660" y="367284"/>
                  </a:lnTo>
                  <a:lnTo>
                    <a:pt x="329184" y="367284"/>
                  </a:lnTo>
                  <a:lnTo>
                    <a:pt x="329184" y="25908"/>
                  </a:lnTo>
                  <a:close/>
                </a:path>
                <a:path w="334009" h="367664">
                  <a:moveTo>
                    <a:pt x="333756" y="53352"/>
                  </a:moveTo>
                  <a:lnTo>
                    <a:pt x="332232" y="53352"/>
                  </a:lnTo>
                  <a:lnTo>
                    <a:pt x="332232" y="367284"/>
                  </a:lnTo>
                  <a:lnTo>
                    <a:pt x="333756" y="367284"/>
                  </a:lnTo>
                  <a:lnTo>
                    <a:pt x="333756" y="53352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27048" y="3502151"/>
              <a:ext cx="334010" cy="361315"/>
            </a:xfrm>
            <a:custGeom>
              <a:avLst/>
              <a:gdLst/>
              <a:ahLst/>
              <a:cxnLst/>
              <a:rect l="l" t="t" r="r" b="b"/>
              <a:pathLst>
                <a:path w="334010" h="361314">
                  <a:moveTo>
                    <a:pt x="1524" y="47256"/>
                  </a:moveTo>
                  <a:lnTo>
                    <a:pt x="0" y="47256"/>
                  </a:lnTo>
                  <a:lnTo>
                    <a:pt x="0" y="361188"/>
                  </a:lnTo>
                  <a:lnTo>
                    <a:pt x="1524" y="361188"/>
                  </a:lnTo>
                  <a:lnTo>
                    <a:pt x="1524" y="47256"/>
                  </a:lnTo>
                  <a:close/>
                </a:path>
                <a:path w="334010" h="361314">
                  <a:moveTo>
                    <a:pt x="6096" y="12192"/>
                  </a:moveTo>
                  <a:lnTo>
                    <a:pt x="4572" y="12192"/>
                  </a:lnTo>
                  <a:lnTo>
                    <a:pt x="4572" y="361188"/>
                  </a:lnTo>
                  <a:lnTo>
                    <a:pt x="6096" y="361188"/>
                  </a:lnTo>
                  <a:lnTo>
                    <a:pt x="6096" y="12192"/>
                  </a:lnTo>
                  <a:close/>
                </a:path>
                <a:path w="334010" h="361314">
                  <a:moveTo>
                    <a:pt x="10668" y="16764"/>
                  </a:moveTo>
                  <a:lnTo>
                    <a:pt x="9144" y="16764"/>
                  </a:lnTo>
                  <a:lnTo>
                    <a:pt x="9144" y="361188"/>
                  </a:lnTo>
                  <a:lnTo>
                    <a:pt x="10668" y="361188"/>
                  </a:lnTo>
                  <a:lnTo>
                    <a:pt x="10668" y="16764"/>
                  </a:lnTo>
                  <a:close/>
                </a:path>
                <a:path w="334010" h="361314">
                  <a:moveTo>
                    <a:pt x="15240" y="21336"/>
                  </a:moveTo>
                  <a:lnTo>
                    <a:pt x="13716" y="21336"/>
                  </a:lnTo>
                  <a:lnTo>
                    <a:pt x="13716" y="361188"/>
                  </a:lnTo>
                  <a:lnTo>
                    <a:pt x="15240" y="361188"/>
                  </a:lnTo>
                  <a:lnTo>
                    <a:pt x="15240" y="21336"/>
                  </a:lnTo>
                  <a:close/>
                </a:path>
                <a:path w="334010" h="361314">
                  <a:moveTo>
                    <a:pt x="21336" y="12192"/>
                  </a:moveTo>
                  <a:lnTo>
                    <a:pt x="18288" y="12192"/>
                  </a:lnTo>
                  <a:lnTo>
                    <a:pt x="18288" y="361188"/>
                  </a:lnTo>
                  <a:lnTo>
                    <a:pt x="21336" y="361188"/>
                  </a:lnTo>
                  <a:lnTo>
                    <a:pt x="21336" y="12192"/>
                  </a:lnTo>
                  <a:close/>
                </a:path>
                <a:path w="334010" h="361314">
                  <a:moveTo>
                    <a:pt x="25908" y="24384"/>
                  </a:moveTo>
                  <a:lnTo>
                    <a:pt x="22860" y="24384"/>
                  </a:lnTo>
                  <a:lnTo>
                    <a:pt x="22860" y="361188"/>
                  </a:lnTo>
                  <a:lnTo>
                    <a:pt x="25908" y="361188"/>
                  </a:lnTo>
                  <a:lnTo>
                    <a:pt x="25908" y="24384"/>
                  </a:lnTo>
                  <a:close/>
                </a:path>
                <a:path w="334010" h="361314">
                  <a:moveTo>
                    <a:pt x="30480" y="24384"/>
                  </a:moveTo>
                  <a:lnTo>
                    <a:pt x="28956" y="24384"/>
                  </a:lnTo>
                  <a:lnTo>
                    <a:pt x="28956" y="361188"/>
                  </a:lnTo>
                  <a:lnTo>
                    <a:pt x="30480" y="361188"/>
                  </a:lnTo>
                  <a:lnTo>
                    <a:pt x="30480" y="24384"/>
                  </a:lnTo>
                  <a:close/>
                </a:path>
                <a:path w="334010" h="361314">
                  <a:moveTo>
                    <a:pt x="35052" y="15240"/>
                  </a:moveTo>
                  <a:lnTo>
                    <a:pt x="33528" y="15240"/>
                  </a:lnTo>
                  <a:lnTo>
                    <a:pt x="33528" y="361188"/>
                  </a:lnTo>
                  <a:lnTo>
                    <a:pt x="35052" y="361188"/>
                  </a:lnTo>
                  <a:lnTo>
                    <a:pt x="35052" y="15240"/>
                  </a:lnTo>
                  <a:close/>
                </a:path>
                <a:path w="334010" h="361314">
                  <a:moveTo>
                    <a:pt x="39624" y="19812"/>
                  </a:moveTo>
                  <a:lnTo>
                    <a:pt x="38100" y="19812"/>
                  </a:lnTo>
                  <a:lnTo>
                    <a:pt x="38100" y="361188"/>
                  </a:lnTo>
                  <a:lnTo>
                    <a:pt x="39624" y="361188"/>
                  </a:lnTo>
                  <a:lnTo>
                    <a:pt x="39624" y="19812"/>
                  </a:lnTo>
                  <a:close/>
                </a:path>
                <a:path w="334010" h="361314">
                  <a:moveTo>
                    <a:pt x="44196" y="19812"/>
                  </a:moveTo>
                  <a:lnTo>
                    <a:pt x="42672" y="19812"/>
                  </a:lnTo>
                  <a:lnTo>
                    <a:pt x="42672" y="361188"/>
                  </a:lnTo>
                  <a:lnTo>
                    <a:pt x="44196" y="361188"/>
                  </a:lnTo>
                  <a:lnTo>
                    <a:pt x="44196" y="19812"/>
                  </a:lnTo>
                  <a:close/>
                </a:path>
                <a:path w="334010" h="361314">
                  <a:moveTo>
                    <a:pt x="48768" y="53340"/>
                  </a:moveTo>
                  <a:lnTo>
                    <a:pt x="47244" y="53340"/>
                  </a:lnTo>
                  <a:lnTo>
                    <a:pt x="47244" y="361188"/>
                  </a:lnTo>
                  <a:lnTo>
                    <a:pt x="48768" y="361188"/>
                  </a:lnTo>
                  <a:lnTo>
                    <a:pt x="48768" y="53340"/>
                  </a:lnTo>
                  <a:close/>
                </a:path>
                <a:path w="334010" h="361314">
                  <a:moveTo>
                    <a:pt x="53340" y="32004"/>
                  </a:moveTo>
                  <a:lnTo>
                    <a:pt x="51816" y="32004"/>
                  </a:lnTo>
                  <a:lnTo>
                    <a:pt x="51816" y="361188"/>
                  </a:lnTo>
                  <a:lnTo>
                    <a:pt x="53340" y="361188"/>
                  </a:lnTo>
                  <a:lnTo>
                    <a:pt x="53340" y="32004"/>
                  </a:lnTo>
                  <a:close/>
                </a:path>
                <a:path w="334010" h="361314">
                  <a:moveTo>
                    <a:pt x="59436" y="41148"/>
                  </a:moveTo>
                  <a:lnTo>
                    <a:pt x="56388" y="41148"/>
                  </a:lnTo>
                  <a:lnTo>
                    <a:pt x="56388" y="361188"/>
                  </a:lnTo>
                  <a:lnTo>
                    <a:pt x="59436" y="361188"/>
                  </a:lnTo>
                  <a:lnTo>
                    <a:pt x="59436" y="41148"/>
                  </a:lnTo>
                  <a:close/>
                </a:path>
                <a:path w="334010" h="361314">
                  <a:moveTo>
                    <a:pt x="64008" y="21336"/>
                  </a:moveTo>
                  <a:lnTo>
                    <a:pt x="60960" y="21336"/>
                  </a:lnTo>
                  <a:lnTo>
                    <a:pt x="60960" y="361188"/>
                  </a:lnTo>
                  <a:lnTo>
                    <a:pt x="64008" y="361188"/>
                  </a:lnTo>
                  <a:lnTo>
                    <a:pt x="64008" y="21336"/>
                  </a:lnTo>
                  <a:close/>
                </a:path>
                <a:path w="334010" h="361314">
                  <a:moveTo>
                    <a:pt x="68580" y="51816"/>
                  </a:moveTo>
                  <a:lnTo>
                    <a:pt x="65532" y="51816"/>
                  </a:lnTo>
                  <a:lnTo>
                    <a:pt x="65532" y="361188"/>
                  </a:lnTo>
                  <a:lnTo>
                    <a:pt x="68580" y="361188"/>
                  </a:lnTo>
                  <a:lnTo>
                    <a:pt x="68580" y="51816"/>
                  </a:lnTo>
                  <a:close/>
                </a:path>
                <a:path w="334010" h="361314">
                  <a:moveTo>
                    <a:pt x="73152" y="77724"/>
                  </a:moveTo>
                  <a:lnTo>
                    <a:pt x="71628" y="77724"/>
                  </a:lnTo>
                  <a:lnTo>
                    <a:pt x="71628" y="361188"/>
                  </a:lnTo>
                  <a:lnTo>
                    <a:pt x="73152" y="361188"/>
                  </a:lnTo>
                  <a:lnTo>
                    <a:pt x="73152" y="77724"/>
                  </a:lnTo>
                  <a:close/>
                </a:path>
                <a:path w="334010" h="361314">
                  <a:moveTo>
                    <a:pt x="77724" y="41148"/>
                  </a:moveTo>
                  <a:lnTo>
                    <a:pt x="76200" y="41148"/>
                  </a:lnTo>
                  <a:lnTo>
                    <a:pt x="76200" y="361188"/>
                  </a:lnTo>
                  <a:lnTo>
                    <a:pt x="77724" y="361188"/>
                  </a:lnTo>
                  <a:lnTo>
                    <a:pt x="77724" y="41148"/>
                  </a:lnTo>
                  <a:close/>
                </a:path>
                <a:path w="334010" h="361314">
                  <a:moveTo>
                    <a:pt x="82296" y="118872"/>
                  </a:moveTo>
                  <a:lnTo>
                    <a:pt x="80772" y="118872"/>
                  </a:lnTo>
                  <a:lnTo>
                    <a:pt x="80772" y="361188"/>
                  </a:lnTo>
                  <a:lnTo>
                    <a:pt x="82296" y="361188"/>
                  </a:lnTo>
                  <a:lnTo>
                    <a:pt x="82296" y="118872"/>
                  </a:lnTo>
                  <a:close/>
                </a:path>
                <a:path w="334010" h="361314">
                  <a:moveTo>
                    <a:pt x="86868" y="67068"/>
                  </a:moveTo>
                  <a:lnTo>
                    <a:pt x="85344" y="67068"/>
                  </a:lnTo>
                  <a:lnTo>
                    <a:pt x="85344" y="361188"/>
                  </a:lnTo>
                  <a:lnTo>
                    <a:pt x="86868" y="361188"/>
                  </a:lnTo>
                  <a:lnTo>
                    <a:pt x="86868" y="67068"/>
                  </a:lnTo>
                  <a:close/>
                </a:path>
                <a:path w="334010" h="361314">
                  <a:moveTo>
                    <a:pt x="91440" y="102108"/>
                  </a:moveTo>
                  <a:lnTo>
                    <a:pt x="89916" y="102108"/>
                  </a:lnTo>
                  <a:lnTo>
                    <a:pt x="89916" y="361188"/>
                  </a:lnTo>
                  <a:lnTo>
                    <a:pt x="91440" y="361188"/>
                  </a:lnTo>
                  <a:lnTo>
                    <a:pt x="91440" y="102108"/>
                  </a:lnTo>
                  <a:close/>
                </a:path>
                <a:path w="334010" h="361314">
                  <a:moveTo>
                    <a:pt x="96012" y="36576"/>
                  </a:moveTo>
                  <a:lnTo>
                    <a:pt x="94488" y="36576"/>
                  </a:lnTo>
                  <a:lnTo>
                    <a:pt x="94488" y="361188"/>
                  </a:lnTo>
                  <a:lnTo>
                    <a:pt x="96012" y="361188"/>
                  </a:lnTo>
                  <a:lnTo>
                    <a:pt x="96012" y="36576"/>
                  </a:lnTo>
                  <a:close/>
                </a:path>
                <a:path w="334010" h="361314">
                  <a:moveTo>
                    <a:pt x="102108" y="97536"/>
                  </a:moveTo>
                  <a:lnTo>
                    <a:pt x="99047" y="97536"/>
                  </a:lnTo>
                  <a:lnTo>
                    <a:pt x="99047" y="361188"/>
                  </a:lnTo>
                  <a:lnTo>
                    <a:pt x="102108" y="361188"/>
                  </a:lnTo>
                  <a:lnTo>
                    <a:pt x="102108" y="97536"/>
                  </a:lnTo>
                  <a:close/>
                </a:path>
                <a:path w="334010" h="361314">
                  <a:moveTo>
                    <a:pt x="106667" y="56388"/>
                  </a:moveTo>
                  <a:lnTo>
                    <a:pt x="103632" y="56388"/>
                  </a:lnTo>
                  <a:lnTo>
                    <a:pt x="103632" y="361188"/>
                  </a:lnTo>
                  <a:lnTo>
                    <a:pt x="106667" y="361188"/>
                  </a:lnTo>
                  <a:lnTo>
                    <a:pt x="106667" y="56388"/>
                  </a:lnTo>
                  <a:close/>
                </a:path>
                <a:path w="334010" h="361314">
                  <a:moveTo>
                    <a:pt x="111252" y="28968"/>
                  </a:moveTo>
                  <a:lnTo>
                    <a:pt x="109728" y="28968"/>
                  </a:lnTo>
                  <a:lnTo>
                    <a:pt x="109728" y="361188"/>
                  </a:lnTo>
                  <a:lnTo>
                    <a:pt x="111252" y="361188"/>
                  </a:lnTo>
                  <a:lnTo>
                    <a:pt x="111252" y="28968"/>
                  </a:lnTo>
                  <a:close/>
                </a:path>
                <a:path w="334010" h="361314">
                  <a:moveTo>
                    <a:pt x="115824" y="73152"/>
                  </a:moveTo>
                  <a:lnTo>
                    <a:pt x="114300" y="73152"/>
                  </a:lnTo>
                  <a:lnTo>
                    <a:pt x="114300" y="361188"/>
                  </a:lnTo>
                  <a:lnTo>
                    <a:pt x="115824" y="361188"/>
                  </a:lnTo>
                  <a:lnTo>
                    <a:pt x="115824" y="73152"/>
                  </a:lnTo>
                  <a:close/>
                </a:path>
                <a:path w="334010" h="361314">
                  <a:moveTo>
                    <a:pt x="120396" y="24384"/>
                  </a:moveTo>
                  <a:lnTo>
                    <a:pt x="118872" y="24384"/>
                  </a:lnTo>
                  <a:lnTo>
                    <a:pt x="118872" y="361188"/>
                  </a:lnTo>
                  <a:lnTo>
                    <a:pt x="120396" y="361188"/>
                  </a:lnTo>
                  <a:lnTo>
                    <a:pt x="120396" y="24384"/>
                  </a:lnTo>
                  <a:close/>
                </a:path>
                <a:path w="334010" h="361314">
                  <a:moveTo>
                    <a:pt x="124968" y="57912"/>
                  </a:moveTo>
                  <a:lnTo>
                    <a:pt x="123444" y="57912"/>
                  </a:lnTo>
                  <a:lnTo>
                    <a:pt x="123444" y="361188"/>
                  </a:lnTo>
                  <a:lnTo>
                    <a:pt x="124968" y="361188"/>
                  </a:lnTo>
                  <a:lnTo>
                    <a:pt x="124968" y="57912"/>
                  </a:lnTo>
                  <a:close/>
                </a:path>
                <a:path w="334010" h="361314">
                  <a:moveTo>
                    <a:pt x="129540" y="97536"/>
                  </a:moveTo>
                  <a:lnTo>
                    <a:pt x="128016" y="97536"/>
                  </a:lnTo>
                  <a:lnTo>
                    <a:pt x="128016" y="361188"/>
                  </a:lnTo>
                  <a:lnTo>
                    <a:pt x="129540" y="361188"/>
                  </a:lnTo>
                  <a:lnTo>
                    <a:pt x="129540" y="97536"/>
                  </a:lnTo>
                  <a:close/>
                </a:path>
                <a:path w="334010" h="361314">
                  <a:moveTo>
                    <a:pt x="134112" y="124968"/>
                  </a:moveTo>
                  <a:lnTo>
                    <a:pt x="132588" y="124968"/>
                  </a:lnTo>
                  <a:lnTo>
                    <a:pt x="132588" y="361188"/>
                  </a:lnTo>
                  <a:lnTo>
                    <a:pt x="134112" y="361188"/>
                  </a:lnTo>
                  <a:lnTo>
                    <a:pt x="134112" y="124968"/>
                  </a:lnTo>
                  <a:close/>
                </a:path>
                <a:path w="334010" h="361314">
                  <a:moveTo>
                    <a:pt x="138684" y="9144"/>
                  </a:moveTo>
                  <a:lnTo>
                    <a:pt x="137147" y="9144"/>
                  </a:lnTo>
                  <a:lnTo>
                    <a:pt x="137147" y="361188"/>
                  </a:lnTo>
                  <a:lnTo>
                    <a:pt x="138684" y="361188"/>
                  </a:lnTo>
                  <a:lnTo>
                    <a:pt x="138684" y="9144"/>
                  </a:lnTo>
                  <a:close/>
                </a:path>
                <a:path w="334010" h="361314">
                  <a:moveTo>
                    <a:pt x="144780" y="76200"/>
                  </a:moveTo>
                  <a:lnTo>
                    <a:pt x="141732" y="76200"/>
                  </a:lnTo>
                  <a:lnTo>
                    <a:pt x="141732" y="361188"/>
                  </a:lnTo>
                  <a:lnTo>
                    <a:pt x="144780" y="361188"/>
                  </a:lnTo>
                  <a:lnTo>
                    <a:pt x="144780" y="76200"/>
                  </a:lnTo>
                  <a:close/>
                </a:path>
                <a:path w="334010" h="361314">
                  <a:moveTo>
                    <a:pt x="149352" y="70104"/>
                  </a:moveTo>
                  <a:lnTo>
                    <a:pt x="146304" y="70104"/>
                  </a:lnTo>
                  <a:lnTo>
                    <a:pt x="146304" y="361188"/>
                  </a:lnTo>
                  <a:lnTo>
                    <a:pt x="149352" y="361188"/>
                  </a:lnTo>
                  <a:lnTo>
                    <a:pt x="149352" y="70104"/>
                  </a:lnTo>
                  <a:close/>
                </a:path>
                <a:path w="334010" h="361314">
                  <a:moveTo>
                    <a:pt x="153924" y="246888"/>
                  </a:moveTo>
                  <a:lnTo>
                    <a:pt x="152400" y="246888"/>
                  </a:lnTo>
                  <a:lnTo>
                    <a:pt x="152400" y="361188"/>
                  </a:lnTo>
                  <a:lnTo>
                    <a:pt x="153924" y="361188"/>
                  </a:lnTo>
                  <a:lnTo>
                    <a:pt x="153924" y="246888"/>
                  </a:lnTo>
                  <a:close/>
                </a:path>
                <a:path w="334010" h="361314">
                  <a:moveTo>
                    <a:pt x="158496" y="51816"/>
                  </a:moveTo>
                  <a:lnTo>
                    <a:pt x="156972" y="51816"/>
                  </a:lnTo>
                  <a:lnTo>
                    <a:pt x="156972" y="361188"/>
                  </a:lnTo>
                  <a:lnTo>
                    <a:pt x="158496" y="361188"/>
                  </a:lnTo>
                  <a:lnTo>
                    <a:pt x="158496" y="51816"/>
                  </a:lnTo>
                  <a:close/>
                </a:path>
                <a:path w="334010" h="361314">
                  <a:moveTo>
                    <a:pt x="163068" y="246888"/>
                  </a:moveTo>
                  <a:lnTo>
                    <a:pt x="161544" y="246888"/>
                  </a:lnTo>
                  <a:lnTo>
                    <a:pt x="161544" y="361188"/>
                  </a:lnTo>
                  <a:lnTo>
                    <a:pt x="163068" y="361188"/>
                  </a:lnTo>
                  <a:lnTo>
                    <a:pt x="163068" y="246888"/>
                  </a:lnTo>
                  <a:close/>
                </a:path>
                <a:path w="334010" h="361314">
                  <a:moveTo>
                    <a:pt x="167640" y="47256"/>
                  </a:moveTo>
                  <a:lnTo>
                    <a:pt x="166116" y="47256"/>
                  </a:lnTo>
                  <a:lnTo>
                    <a:pt x="166116" y="361188"/>
                  </a:lnTo>
                  <a:lnTo>
                    <a:pt x="167640" y="361188"/>
                  </a:lnTo>
                  <a:lnTo>
                    <a:pt x="167640" y="47256"/>
                  </a:lnTo>
                  <a:close/>
                </a:path>
                <a:path w="334010" h="361314">
                  <a:moveTo>
                    <a:pt x="172212" y="76200"/>
                  </a:moveTo>
                  <a:lnTo>
                    <a:pt x="170688" y="76200"/>
                  </a:lnTo>
                  <a:lnTo>
                    <a:pt x="170688" y="361188"/>
                  </a:lnTo>
                  <a:lnTo>
                    <a:pt x="172212" y="361188"/>
                  </a:lnTo>
                  <a:lnTo>
                    <a:pt x="172212" y="76200"/>
                  </a:lnTo>
                  <a:close/>
                </a:path>
                <a:path w="334010" h="361314">
                  <a:moveTo>
                    <a:pt x="176784" y="47256"/>
                  </a:moveTo>
                  <a:lnTo>
                    <a:pt x="175260" y="47256"/>
                  </a:lnTo>
                  <a:lnTo>
                    <a:pt x="175260" y="361188"/>
                  </a:lnTo>
                  <a:lnTo>
                    <a:pt x="176784" y="361188"/>
                  </a:lnTo>
                  <a:lnTo>
                    <a:pt x="176784" y="47256"/>
                  </a:lnTo>
                  <a:close/>
                </a:path>
                <a:path w="334010" h="361314">
                  <a:moveTo>
                    <a:pt x="182880" y="77724"/>
                  </a:moveTo>
                  <a:lnTo>
                    <a:pt x="179832" y="77724"/>
                  </a:lnTo>
                  <a:lnTo>
                    <a:pt x="179832" y="361188"/>
                  </a:lnTo>
                  <a:lnTo>
                    <a:pt x="182880" y="361188"/>
                  </a:lnTo>
                  <a:lnTo>
                    <a:pt x="182880" y="77724"/>
                  </a:lnTo>
                  <a:close/>
                </a:path>
                <a:path w="334010" h="361314">
                  <a:moveTo>
                    <a:pt x="187452" y="56388"/>
                  </a:moveTo>
                  <a:lnTo>
                    <a:pt x="184404" y="56388"/>
                  </a:lnTo>
                  <a:lnTo>
                    <a:pt x="184404" y="361188"/>
                  </a:lnTo>
                  <a:lnTo>
                    <a:pt x="187452" y="361188"/>
                  </a:lnTo>
                  <a:lnTo>
                    <a:pt x="187452" y="56388"/>
                  </a:lnTo>
                  <a:close/>
                </a:path>
                <a:path w="334010" h="361314">
                  <a:moveTo>
                    <a:pt x="192024" y="54864"/>
                  </a:moveTo>
                  <a:lnTo>
                    <a:pt x="188976" y="54864"/>
                  </a:lnTo>
                  <a:lnTo>
                    <a:pt x="188976" y="361188"/>
                  </a:lnTo>
                  <a:lnTo>
                    <a:pt x="192024" y="361188"/>
                  </a:lnTo>
                  <a:lnTo>
                    <a:pt x="192024" y="54864"/>
                  </a:lnTo>
                  <a:close/>
                </a:path>
                <a:path w="334010" h="361314">
                  <a:moveTo>
                    <a:pt x="196596" y="73152"/>
                  </a:moveTo>
                  <a:lnTo>
                    <a:pt x="195072" y="73152"/>
                  </a:lnTo>
                  <a:lnTo>
                    <a:pt x="195072" y="361188"/>
                  </a:lnTo>
                  <a:lnTo>
                    <a:pt x="196596" y="361188"/>
                  </a:lnTo>
                  <a:lnTo>
                    <a:pt x="196596" y="73152"/>
                  </a:lnTo>
                  <a:close/>
                </a:path>
                <a:path w="334010" h="361314">
                  <a:moveTo>
                    <a:pt x="201168" y="67068"/>
                  </a:moveTo>
                  <a:lnTo>
                    <a:pt x="199644" y="67068"/>
                  </a:lnTo>
                  <a:lnTo>
                    <a:pt x="199644" y="361188"/>
                  </a:lnTo>
                  <a:lnTo>
                    <a:pt x="201168" y="361188"/>
                  </a:lnTo>
                  <a:lnTo>
                    <a:pt x="201168" y="67068"/>
                  </a:lnTo>
                  <a:close/>
                </a:path>
                <a:path w="334010" h="361314">
                  <a:moveTo>
                    <a:pt x="205740" y="60960"/>
                  </a:moveTo>
                  <a:lnTo>
                    <a:pt x="204216" y="60960"/>
                  </a:lnTo>
                  <a:lnTo>
                    <a:pt x="204216" y="361188"/>
                  </a:lnTo>
                  <a:lnTo>
                    <a:pt x="205740" y="361188"/>
                  </a:lnTo>
                  <a:lnTo>
                    <a:pt x="205740" y="60960"/>
                  </a:lnTo>
                  <a:close/>
                </a:path>
                <a:path w="334010" h="361314">
                  <a:moveTo>
                    <a:pt x="210312" y="41148"/>
                  </a:moveTo>
                  <a:lnTo>
                    <a:pt x="208788" y="41148"/>
                  </a:lnTo>
                  <a:lnTo>
                    <a:pt x="208788" y="361188"/>
                  </a:lnTo>
                  <a:lnTo>
                    <a:pt x="210312" y="361188"/>
                  </a:lnTo>
                  <a:lnTo>
                    <a:pt x="210312" y="41148"/>
                  </a:lnTo>
                  <a:close/>
                </a:path>
                <a:path w="334010" h="361314">
                  <a:moveTo>
                    <a:pt x="214884" y="103644"/>
                  </a:moveTo>
                  <a:lnTo>
                    <a:pt x="213360" y="103644"/>
                  </a:lnTo>
                  <a:lnTo>
                    <a:pt x="213360" y="361188"/>
                  </a:lnTo>
                  <a:lnTo>
                    <a:pt x="214884" y="361188"/>
                  </a:lnTo>
                  <a:lnTo>
                    <a:pt x="214884" y="103644"/>
                  </a:lnTo>
                  <a:close/>
                </a:path>
                <a:path w="334010" h="361314">
                  <a:moveTo>
                    <a:pt x="219456" y="89916"/>
                  </a:moveTo>
                  <a:lnTo>
                    <a:pt x="217932" y="89916"/>
                  </a:lnTo>
                  <a:lnTo>
                    <a:pt x="217932" y="361188"/>
                  </a:lnTo>
                  <a:lnTo>
                    <a:pt x="219456" y="361188"/>
                  </a:lnTo>
                  <a:lnTo>
                    <a:pt x="219456" y="89916"/>
                  </a:lnTo>
                  <a:close/>
                </a:path>
                <a:path w="334010" h="361314">
                  <a:moveTo>
                    <a:pt x="225552" y="64008"/>
                  </a:moveTo>
                  <a:lnTo>
                    <a:pt x="222504" y="64008"/>
                  </a:lnTo>
                  <a:lnTo>
                    <a:pt x="222504" y="361188"/>
                  </a:lnTo>
                  <a:lnTo>
                    <a:pt x="225552" y="361188"/>
                  </a:lnTo>
                  <a:lnTo>
                    <a:pt x="225552" y="64008"/>
                  </a:lnTo>
                  <a:close/>
                </a:path>
                <a:path w="334010" h="361314">
                  <a:moveTo>
                    <a:pt x="230124" y="103644"/>
                  </a:moveTo>
                  <a:lnTo>
                    <a:pt x="227076" y="103644"/>
                  </a:lnTo>
                  <a:lnTo>
                    <a:pt x="227076" y="361188"/>
                  </a:lnTo>
                  <a:lnTo>
                    <a:pt x="230124" y="361188"/>
                  </a:lnTo>
                  <a:lnTo>
                    <a:pt x="230124" y="103644"/>
                  </a:lnTo>
                  <a:close/>
                </a:path>
                <a:path w="334010" h="361314">
                  <a:moveTo>
                    <a:pt x="234696" y="60960"/>
                  </a:moveTo>
                  <a:lnTo>
                    <a:pt x="233172" y="60960"/>
                  </a:lnTo>
                  <a:lnTo>
                    <a:pt x="233172" y="361188"/>
                  </a:lnTo>
                  <a:lnTo>
                    <a:pt x="234696" y="361188"/>
                  </a:lnTo>
                  <a:lnTo>
                    <a:pt x="234696" y="60960"/>
                  </a:lnTo>
                  <a:close/>
                </a:path>
                <a:path w="334010" h="361314">
                  <a:moveTo>
                    <a:pt x="239268" y="83820"/>
                  </a:moveTo>
                  <a:lnTo>
                    <a:pt x="237744" y="83820"/>
                  </a:lnTo>
                  <a:lnTo>
                    <a:pt x="237744" y="361188"/>
                  </a:lnTo>
                  <a:lnTo>
                    <a:pt x="239268" y="361188"/>
                  </a:lnTo>
                  <a:lnTo>
                    <a:pt x="239268" y="83820"/>
                  </a:lnTo>
                  <a:close/>
                </a:path>
                <a:path w="334010" h="361314">
                  <a:moveTo>
                    <a:pt x="243840" y="246888"/>
                  </a:moveTo>
                  <a:lnTo>
                    <a:pt x="242316" y="246888"/>
                  </a:lnTo>
                  <a:lnTo>
                    <a:pt x="242316" y="361188"/>
                  </a:lnTo>
                  <a:lnTo>
                    <a:pt x="243840" y="361188"/>
                  </a:lnTo>
                  <a:lnTo>
                    <a:pt x="243840" y="246888"/>
                  </a:lnTo>
                  <a:close/>
                </a:path>
                <a:path w="334010" h="361314">
                  <a:moveTo>
                    <a:pt x="248412" y="60960"/>
                  </a:moveTo>
                  <a:lnTo>
                    <a:pt x="246888" y="60960"/>
                  </a:lnTo>
                  <a:lnTo>
                    <a:pt x="246888" y="361188"/>
                  </a:lnTo>
                  <a:lnTo>
                    <a:pt x="248412" y="361188"/>
                  </a:lnTo>
                  <a:lnTo>
                    <a:pt x="248412" y="60960"/>
                  </a:lnTo>
                  <a:close/>
                </a:path>
                <a:path w="334010" h="361314">
                  <a:moveTo>
                    <a:pt x="252984" y="246888"/>
                  </a:moveTo>
                  <a:lnTo>
                    <a:pt x="251460" y="246888"/>
                  </a:lnTo>
                  <a:lnTo>
                    <a:pt x="251460" y="361188"/>
                  </a:lnTo>
                  <a:lnTo>
                    <a:pt x="252984" y="361188"/>
                  </a:lnTo>
                  <a:lnTo>
                    <a:pt x="252984" y="246888"/>
                  </a:lnTo>
                  <a:close/>
                </a:path>
                <a:path w="334010" h="361314">
                  <a:moveTo>
                    <a:pt x="257556" y="85356"/>
                  </a:moveTo>
                  <a:lnTo>
                    <a:pt x="256032" y="85356"/>
                  </a:lnTo>
                  <a:lnTo>
                    <a:pt x="256032" y="361188"/>
                  </a:lnTo>
                  <a:lnTo>
                    <a:pt x="257556" y="361188"/>
                  </a:lnTo>
                  <a:lnTo>
                    <a:pt x="257556" y="85356"/>
                  </a:lnTo>
                  <a:close/>
                </a:path>
                <a:path w="334010" h="361314">
                  <a:moveTo>
                    <a:pt x="262128" y="109728"/>
                  </a:moveTo>
                  <a:lnTo>
                    <a:pt x="260604" y="109728"/>
                  </a:lnTo>
                  <a:lnTo>
                    <a:pt x="260604" y="361188"/>
                  </a:lnTo>
                  <a:lnTo>
                    <a:pt x="262128" y="361188"/>
                  </a:lnTo>
                  <a:lnTo>
                    <a:pt x="262128" y="109728"/>
                  </a:lnTo>
                  <a:close/>
                </a:path>
                <a:path w="334010" h="361314">
                  <a:moveTo>
                    <a:pt x="268224" y="0"/>
                  </a:moveTo>
                  <a:lnTo>
                    <a:pt x="265176" y="0"/>
                  </a:lnTo>
                  <a:lnTo>
                    <a:pt x="265176" y="361188"/>
                  </a:lnTo>
                  <a:lnTo>
                    <a:pt x="268224" y="361188"/>
                  </a:lnTo>
                  <a:lnTo>
                    <a:pt x="268224" y="0"/>
                  </a:lnTo>
                  <a:close/>
                </a:path>
                <a:path w="334010" h="361314">
                  <a:moveTo>
                    <a:pt x="272796" y="246888"/>
                  </a:moveTo>
                  <a:lnTo>
                    <a:pt x="269748" y="246888"/>
                  </a:lnTo>
                  <a:lnTo>
                    <a:pt x="269748" y="361188"/>
                  </a:lnTo>
                  <a:lnTo>
                    <a:pt x="272796" y="361188"/>
                  </a:lnTo>
                  <a:lnTo>
                    <a:pt x="272796" y="246888"/>
                  </a:lnTo>
                  <a:close/>
                </a:path>
                <a:path w="334010" h="361314">
                  <a:moveTo>
                    <a:pt x="277368" y="246888"/>
                  </a:moveTo>
                  <a:lnTo>
                    <a:pt x="275844" y="246888"/>
                  </a:lnTo>
                  <a:lnTo>
                    <a:pt x="275844" y="361188"/>
                  </a:lnTo>
                  <a:lnTo>
                    <a:pt x="277368" y="361188"/>
                  </a:lnTo>
                  <a:lnTo>
                    <a:pt x="277368" y="246888"/>
                  </a:lnTo>
                  <a:close/>
                </a:path>
                <a:path w="334010" h="361314">
                  <a:moveTo>
                    <a:pt x="281940" y="36576"/>
                  </a:moveTo>
                  <a:lnTo>
                    <a:pt x="280416" y="36576"/>
                  </a:lnTo>
                  <a:lnTo>
                    <a:pt x="280416" y="361188"/>
                  </a:lnTo>
                  <a:lnTo>
                    <a:pt x="281940" y="361188"/>
                  </a:lnTo>
                  <a:lnTo>
                    <a:pt x="281940" y="36576"/>
                  </a:lnTo>
                  <a:close/>
                </a:path>
                <a:path w="334010" h="361314">
                  <a:moveTo>
                    <a:pt x="286512" y="131064"/>
                  </a:moveTo>
                  <a:lnTo>
                    <a:pt x="284988" y="131064"/>
                  </a:lnTo>
                  <a:lnTo>
                    <a:pt x="284988" y="361188"/>
                  </a:lnTo>
                  <a:lnTo>
                    <a:pt x="286512" y="361188"/>
                  </a:lnTo>
                  <a:lnTo>
                    <a:pt x="286512" y="131064"/>
                  </a:lnTo>
                  <a:close/>
                </a:path>
                <a:path w="334010" h="361314">
                  <a:moveTo>
                    <a:pt x="291084" y="28968"/>
                  </a:moveTo>
                  <a:lnTo>
                    <a:pt x="289560" y="28968"/>
                  </a:lnTo>
                  <a:lnTo>
                    <a:pt x="289560" y="361188"/>
                  </a:lnTo>
                  <a:lnTo>
                    <a:pt x="291084" y="361188"/>
                  </a:lnTo>
                  <a:lnTo>
                    <a:pt x="291084" y="28968"/>
                  </a:lnTo>
                  <a:close/>
                </a:path>
                <a:path w="334010" h="361314">
                  <a:moveTo>
                    <a:pt x="295656" y="47256"/>
                  </a:moveTo>
                  <a:lnTo>
                    <a:pt x="294132" y="47256"/>
                  </a:lnTo>
                  <a:lnTo>
                    <a:pt x="294132" y="361188"/>
                  </a:lnTo>
                  <a:lnTo>
                    <a:pt x="295656" y="361188"/>
                  </a:lnTo>
                  <a:lnTo>
                    <a:pt x="295656" y="47256"/>
                  </a:lnTo>
                  <a:close/>
                </a:path>
                <a:path w="334010" h="361314">
                  <a:moveTo>
                    <a:pt x="300228" y="51816"/>
                  </a:moveTo>
                  <a:lnTo>
                    <a:pt x="298704" y="51816"/>
                  </a:lnTo>
                  <a:lnTo>
                    <a:pt x="298704" y="361188"/>
                  </a:lnTo>
                  <a:lnTo>
                    <a:pt x="300228" y="361188"/>
                  </a:lnTo>
                  <a:lnTo>
                    <a:pt x="300228" y="51816"/>
                  </a:lnTo>
                  <a:close/>
                </a:path>
                <a:path w="334010" h="361314">
                  <a:moveTo>
                    <a:pt x="306324" y="246888"/>
                  </a:moveTo>
                  <a:lnTo>
                    <a:pt x="303276" y="246888"/>
                  </a:lnTo>
                  <a:lnTo>
                    <a:pt x="303276" y="361188"/>
                  </a:lnTo>
                  <a:lnTo>
                    <a:pt x="306324" y="361188"/>
                  </a:lnTo>
                  <a:lnTo>
                    <a:pt x="306324" y="246888"/>
                  </a:lnTo>
                  <a:close/>
                </a:path>
                <a:path w="334010" h="361314">
                  <a:moveTo>
                    <a:pt x="310896" y="246888"/>
                  </a:moveTo>
                  <a:lnTo>
                    <a:pt x="307848" y="246888"/>
                  </a:lnTo>
                  <a:lnTo>
                    <a:pt x="307848" y="361188"/>
                  </a:lnTo>
                  <a:lnTo>
                    <a:pt x="310896" y="361188"/>
                  </a:lnTo>
                  <a:lnTo>
                    <a:pt x="310896" y="246888"/>
                  </a:lnTo>
                  <a:close/>
                </a:path>
                <a:path w="334010" h="361314">
                  <a:moveTo>
                    <a:pt x="315468" y="19812"/>
                  </a:moveTo>
                  <a:lnTo>
                    <a:pt x="312420" y="19812"/>
                  </a:lnTo>
                  <a:lnTo>
                    <a:pt x="312420" y="361188"/>
                  </a:lnTo>
                  <a:lnTo>
                    <a:pt x="315468" y="361188"/>
                  </a:lnTo>
                  <a:lnTo>
                    <a:pt x="315468" y="19812"/>
                  </a:lnTo>
                  <a:close/>
                </a:path>
                <a:path w="334010" h="361314">
                  <a:moveTo>
                    <a:pt x="320040" y="76200"/>
                  </a:moveTo>
                  <a:lnTo>
                    <a:pt x="318516" y="76200"/>
                  </a:lnTo>
                  <a:lnTo>
                    <a:pt x="318516" y="361188"/>
                  </a:lnTo>
                  <a:lnTo>
                    <a:pt x="320040" y="361188"/>
                  </a:lnTo>
                  <a:lnTo>
                    <a:pt x="320040" y="76200"/>
                  </a:lnTo>
                  <a:close/>
                </a:path>
                <a:path w="334010" h="361314">
                  <a:moveTo>
                    <a:pt x="324612" y="12192"/>
                  </a:moveTo>
                  <a:lnTo>
                    <a:pt x="323088" y="12192"/>
                  </a:lnTo>
                  <a:lnTo>
                    <a:pt x="323088" y="361188"/>
                  </a:lnTo>
                  <a:lnTo>
                    <a:pt x="324612" y="361188"/>
                  </a:lnTo>
                  <a:lnTo>
                    <a:pt x="324612" y="12192"/>
                  </a:lnTo>
                  <a:close/>
                </a:path>
                <a:path w="334010" h="361314">
                  <a:moveTo>
                    <a:pt x="329184" y="36576"/>
                  </a:moveTo>
                  <a:lnTo>
                    <a:pt x="327660" y="36576"/>
                  </a:lnTo>
                  <a:lnTo>
                    <a:pt x="327660" y="361188"/>
                  </a:lnTo>
                  <a:lnTo>
                    <a:pt x="329184" y="361188"/>
                  </a:lnTo>
                  <a:lnTo>
                    <a:pt x="329184" y="36576"/>
                  </a:lnTo>
                  <a:close/>
                </a:path>
                <a:path w="334010" h="361314">
                  <a:moveTo>
                    <a:pt x="333756" y="60960"/>
                  </a:moveTo>
                  <a:lnTo>
                    <a:pt x="332232" y="60960"/>
                  </a:lnTo>
                  <a:lnTo>
                    <a:pt x="332232" y="361188"/>
                  </a:lnTo>
                  <a:lnTo>
                    <a:pt x="333756" y="361188"/>
                  </a:lnTo>
                  <a:lnTo>
                    <a:pt x="333756" y="6096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59280" y="3499103"/>
              <a:ext cx="334010" cy="364490"/>
            </a:xfrm>
            <a:custGeom>
              <a:avLst/>
              <a:gdLst/>
              <a:ahLst/>
              <a:cxnLst/>
              <a:rect l="l" t="t" r="r" b="b"/>
              <a:pathLst>
                <a:path w="334010" h="364489">
                  <a:moveTo>
                    <a:pt x="1524" y="64008"/>
                  </a:moveTo>
                  <a:lnTo>
                    <a:pt x="0" y="64008"/>
                  </a:lnTo>
                  <a:lnTo>
                    <a:pt x="0" y="364236"/>
                  </a:lnTo>
                  <a:lnTo>
                    <a:pt x="1524" y="364236"/>
                  </a:lnTo>
                  <a:lnTo>
                    <a:pt x="1524" y="64008"/>
                  </a:lnTo>
                  <a:close/>
                </a:path>
                <a:path w="334010" h="364489">
                  <a:moveTo>
                    <a:pt x="6096" y="124968"/>
                  </a:moveTo>
                  <a:lnTo>
                    <a:pt x="4572" y="124968"/>
                  </a:lnTo>
                  <a:lnTo>
                    <a:pt x="4572" y="364236"/>
                  </a:lnTo>
                  <a:lnTo>
                    <a:pt x="6096" y="364236"/>
                  </a:lnTo>
                  <a:lnTo>
                    <a:pt x="6096" y="124968"/>
                  </a:lnTo>
                  <a:close/>
                </a:path>
                <a:path w="334010" h="364489">
                  <a:moveTo>
                    <a:pt x="10668" y="96012"/>
                  </a:moveTo>
                  <a:lnTo>
                    <a:pt x="9144" y="96012"/>
                  </a:lnTo>
                  <a:lnTo>
                    <a:pt x="9144" y="364236"/>
                  </a:lnTo>
                  <a:lnTo>
                    <a:pt x="10668" y="364236"/>
                  </a:lnTo>
                  <a:lnTo>
                    <a:pt x="10668" y="96012"/>
                  </a:lnTo>
                  <a:close/>
                </a:path>
                <a:path w="334010" h="364489">
                  <a:moveTo>
                    <a:pt x="16764" y="249936"/>
                  </a:moveTo>
                  <a:lnTo>
                    <a:pt x="13716" y="249936"/>
                  </a:lnTo>
                  <a:lnTo>
                    <a:pt x="13716" y="364236"/>
                  </a:lnTo>
                  <a:lnTo>
                    <a:pt x="16764" y="364236"/>
                  </a:lnTo>
                  <a:lnTo>
                    <a:pt x="16764" y="249936"/>
                  </a:lnTo>
                  <a:close/>
                </a:path>
                <a:path w="334010" h="364489">
                  <a:moveTo>
                    <a:pt x="21336" y="249936"/>
                  </a:moveTo>
                  <a:lnTo>
                    <a:pt x="18288" y="249936"/>
                  </a:lnTo>
                  <a:lnTo>
                    <a:pt x="18288" y="364236"/>
                  </a:lnTo>
                  <a:lnTo>
                    <a:pt x="21336" y="364236"/>
                  </a:lnTo>
                  <a:lnTo>
                    <a:pt x="21336" y="249936"/>
                  </a:lnTo>
                  <a:close/>
                </a:path>
                <a:path w="334010" h="364489">
                  <a:moveTo>
                    <a:pt x="25908" y="18288"/>
                  </a:moveTo>
                  <a:lnTo>
                    <a:pt x="22860" y="18288"/>
                  </a:lnTo>
                  <a:lnTo>
                    <a:pt x="22860" y="364236"/>
                  </a:lnTo>
                  <a:lnTo>
                    <a:pt x="25908" y="364236"/>
                  </a:lnTo>
                  <a:lnTo>
                    <a:pt x="25908" y="18288"/>
                  </a:lnTo>
                  <a:close/>
                </a:path>
                <a:path w="334010" h="364489">
                  <a:moveTo>
                    <a:pt x="30480" y="22860"/>
                  </a:moveTo>
                  <a:lnTo>
                    <a:pt x="28956" y="22860"/>
                  </a:lnTo>
                  <a:lnTo>
                    <a:pt x="28956" y="364236"/>
                  </a:lnTo>
                  <a:lnTo>
                    <a:pt x="30480" y="364236"/>
                  </a:lnTo>
                  <a:lnTo>
                    <a:pt x="30480" y="22860"/>
                  </a:lnTo>
                  <a:close/>
                </a:path>
                <a:path w="334010" h="364489">
                  <a:moveTo>
                    <a:pt x="35052" y="32016"/>
                  </a:moveTo>
                  <a:lnTo>
                    <a:pt x="33528" y="32016"/>
                  </a:lnTo>
                  <a:lnTo>
                    <a:pt x="33528" y="364236"/>
                  </a:lnTo>
                  <a:lnTo>
                    <a:pt x="35052" y="364236"/>
                  </a:lnTo>
                  <a:lnTo>
                    <a:pt x="35052" y="32016"/>
                  </a:lnTo>
                  <a:close/>
                </a:path>
                <a:path w="334010" h="364489">
                  <a:moveTo>
                    <a:pt x="39624" y="44196"/>
                  </a:moveTo>
                  <a:lnTo>
                    <a:pt x="38100" y="44196"/>
                  </a:lnTo>
                  <a:lnTo>
                    <a:pt x="38100" y="364236"/>
                  </a:lnTo>
                  <a:lnTo>
                    <a:pt x="39624" y="364236"/>
                  </a:lnTo>
                  <a:lnTo>
                    <a:pt x="39624" y="44196"/>
                  </a:lnTo>
                  <a:close/>
                </a:path>
                <a:path w="334010" h="364489">
                  <a:moveTo>
                    <a:pt x="44196" y="44196"/>
                  </a:moveTo>
                  <a:lnTo>
                    <a:pt x="42672" y="44196"/>
                  </a:lnTo>
                  <a:lnTo>
                    <a:pt x="42672" y="364236"/>
                  </a:lnTo>
                  <a:lnTo>
                    <a:pt x="44196" y="364236"/>
                  </a:lnTo>
                  <a:lnTo>
                    <a:pt x="44196" y="44196"/>
                  </a:lnTo>
                  <a:close/>
                </a:path>
                <a:path w="334010" h="364489">
                  <a:moveTo>
                    <a:pt x="48768" y="54864"/>
                  </a:moveTo>
                  <a:lnTo>
                    <a:pt x="47244" y="54864"/>
                  </a:lnTo>
                  <a:lnTo>
                    <a:pt x="47244" y="364236"/>
                  </a:lnTo>
                  <a:lnTo>
                    <a:pt x="48768" y="364236"/>
                  </a:lnTo>
                  <a:lnTo>
                    <a:pt x="48768" y="54864"/>
                  </a:lnTo>
                  <a:close/>
                </a:path>
                <a:path w="334010" h="364489">
                  <a:moveTo>
                    <a:pt x="53340" y="54864"/>
                  </a:moveTo>
                  <a:lnTo>
                    <a:pt x="51816" y="54864"/>
                  </a:lnTo>
                  <a:lnTo>
                    <a:pt x="51816" y="364236"/>
                  </a:lnTo>
                  <a:lnTo>
                    <a:pt x="53340" y="364236"/>
                  </a:lnTo>
                  <a:lnTo>
                    <a:pt x="53340" y="54864"/>
                  </a:lnTo>
                  <a:close/>
                </a:path>
                <a:path w="334010" h="364489">
                  <a:moveTo>
                    <a:pt x="59436" y="76200"/>
                  </a:moveTo>
                  <a:lnTo>
                    <a:pt x="56388" y="76200"/>
                  </a:lnTo>
                  <a:lnTo>
                    <a:pt x="56388" y="364236"/>
                  </a:lnTo>
                  <a:lnTo>
                    <a:pt x="59436" y="364236"/>
                  </a:lnTo>
                  <a:lnTo>
                    <a:pt x="59436" y="76200"/>
                  </a:lnTo>
                  <a:close/>
                </a:path>
                <a:path w="334010" h="364489">
                  <a:moveTo>
                    <a:pt x="64008" y="35052"/>
                  </a:moveTo>
                  <a:lnTo>
                    <a:pt x="60960" y="35052"/>
                  </a:lnTo>
                  <a:lnTo>
                    <a:pt x="60960" y="364236"/>
                  </a:lnTo>
                  <a:lnTo>
                    <a:pt x="64008" y="364236"/>
                  </a:lnTo>
                  <a:lnTo>
                    <a:pt x="64008" y="35052"/>
                  </a:lnTo>
                  <a:close/>
                </a:path>
                <a:path w="334010" h="364489">
                  <a:moveTo>
                    <a:pt x="68580" y="128016"/>
                  </a:moveTo>
                  <a:lnTo>
                    <a:pt x="67056" y="128016"/>
                  </a:lnTo>
                  <a:lnTo>
                    <a:pt x="67056" y="364236"/>
                  </a:lnTo>
                  <a:lnTo>
                    <a:pt x="68580" y="364236"/>
                  </a:lnTo>
                  <a:lnTo>
                    <a:pt x="68580" y="128016"/>
                  </a:lnTo>
                  <a:close/>
                </a:path>
                <a:path w="334010" h="364489">
                  <a:moveTo>
                    <a:pt x="73152" y="33540"/>
                  </a:moveTo>
                  <a:lnTo>
                    <a:pt x="71628" y="33540"/>
                  </a:lnTo>
                  <a:lnTo>
                    <a:pt x="71628" y="364236"/>
                  </a:lnTo>
                  <a:lnTo>
                    <a:pt x="73152" y="364236"/>
                  </a:lnTo>
                  <a:lnTo>
                    <a:pt x="73152" y="33540"/>
                  </a:lnTo>
                  <a:close/>
                </a:path>
                <a:path w="334010" h="364489">
                  <a:moveTo>
                    <a:pt x="77724" y="59436"/>
                  </a:moveTo>
                  <a:lnTo>
                    <a:pt x="76200" y="59436"/>
                  </a:lnTo>
                  <a:lnTo>
                    <a:pt x="76200" y="364236"/>
                  </a:lnTo>
                  <a:lnTo>
                    <a:pt x="77724" y="364236"/>
                  </a:lnTo>
                  <a:lnTo>
                    <a:pt x="77724" y="59436"/>
                  </a:lnTo>
                  <a:close/>
                </a:path>
                <a:path w="334010" h="364489">
                  <a:moveTo>
                    <a:pt x="82296" y="76200"/>
                  </a:moveTo>
                  <a:lnTo>
                    <a:pt x="80772" y="76200"/>
                  </a:lnTo>
                  <a:lnTo>
                    <a:pt x="80772" y="364236"/>
                  </a:lnTo>
                  <a:lnTo>
                    <a:pt x="82296" y="364236"/>
                  </a:lnTo>
                  <a:lnTo>
                    <a:pt x="82296" y="76200"/>
                  </a:lnTo>
                  <a:close/>
                </a:path>
                <a:path w="334010" h="364489">
                  <a:moveTo>
                    <a:pt x="86868" y="35052"/>
                  </a:moveTo>
                  <a:lnTo>
                    <a:pt x="85344" y="35052"/>
                  </a:lnTo>
                  <a:lnTo>
                    <a:pt x="85344" y="364236"/>
                  </a:lnTo>
                  <a:lnTo>
                    <a:pt x="86868" y="364236"/>
                  </a:lnTo>
                  <a:lnTo>
                    <a:pt x="86868" y="35052"/>
                  </a:lnTo>
                  <a:close/>
                </a:path>
                <a:path w="334010" h="364489">
                  <a:moveTo>
                    <a:pt x="91440" y="42672"/>
                  </a:moveTo>
                  <a:lnTo>
                    <a:pt x="89916" y="42672"/>
                  </a:lnTo>
                  <a:lnTo>
                    <a:pt x="89916" y="364236"/>
                  </a:lnTo>
                  <a:lnTo>
                    <a:pt x="91440" y="364236"/>
                  </a:lnTo>
                  <a:lnTo>
                    <a:pt x="91440" y="42672"/>
                  </a:lnTo>
                  <a:close/>
                </a:path>
                <a:path w="334010" h="364489">
                  <a:moveTo>
                    <a:pt x="97536" y="86868"/>
                  </a:moveTo>
                  <a:lnTo>
                    <a:pt x="94488" y="86868"/>
                  </a:lnTo>
                  <a:lnTo>
                    <a:pt x="94488" y="364236"/>
                  </a:lnTo>
                  <a:lnTo>
                    <a:pt x="97536" y="364236"/>
                  </a:lnTo>
                  <a:lnTo>
                    <a:pt x="97536" y="86868"/>
                  </a:lnTo>
                  <a:close/>
                </a:path>
                <a:path w="334010" h="364489">
                  <a:moveTo>
                    <a:pt x="102108" y="80772"/>
                  </a:moveTo>
                  <a:lnTo>
                    <a:pt x="99060" y="80772"/>
                  </a:lnTo>
                  <a:lnTo>
                    <a:pt x="99060" y="364236"/>
                  </a:lnTo>
                  <a:lnTo>
                    <a:pt x="102108" y="364236"/>
                  </a:lnTo>
                  <a:lnTo>
                    <a:pt x="102108" y="80772"/>
                  </a:lnTo>
                  <a:close/>
                </a:path>
                <a:path w="334010" h="364489">
                  <a:moveTo>
                    <a:pt x="106680" y="32016"/>
                  </a:moveTo>
                  <a:lnTo>
                    <a:pt x="103632" y="32016"/>
                  </a:lnTo>
                  <a:lnTo>
                    <a:pt x="103632" y="364236"/>
                  </a:lnTo>
                  <a:lnTo>
                    <a:pt x="106680" y="364236"/>
                  </a:lnTo>
                  <a:lnTo>
                    <a:pt x="106680" y="32016"/>
                  </a:lnTo>
                  <a:close/>
                </a:path>
                <a:path w="334010" h="364489">
                  <a:moveTo>
                    <a:pt x="111252" y="35052"/>
                  </a:moveTo>
                  <a:lnTo>
                    <a:pt x="109728" y="35052"/>
                  </a:lnTo>
                  <a:lnTo>
                    <a:pt x="109728" y="364236"/>
                  </a:lnTo>
                  <a:lnTo>
                    <a:pt x="111252" y="364236"/>
                  </a:lnTo>
                  <a:lnTo>
                    <a:pt x="111252" y="35052"/>
                  </a:lnTo>
                  <a:close/>
                </a:path>
                <a:path w="334010" h="364489">
                  <a:moveTo>
                    <a:pt x="115824" y="85344"/>
                  </a:moveTo>
                  <a:lnTo>
                    <a:pt x="114300" y="85344"/>
                  </a:lnTo>
                  <a:lnTo>
                    <a:pt x="114300" y="364236"/>
                  </a:lnTo>
                  <a:lnTo>
                    <a:pt x="115824" y="364236"/>
                  </a:lnTo>
                  <a:lnTo>
                    <a:pt x="115824" y="85344"/>
                  </a:lnTo>
                  <a:close/>
                </a:path>
                <a:path w="334010" h="364489">
                  <a:moveTo>
                    <a:pt x="120396" y="44196"/>
                  </a:moveTo>
                  <a:lnTo>
                    <a:pt x="118872" y="44196"/>
                  </a:lnTo>
                  <a:lnTo>
                    <a:pt x="118872" y="364236"/>
                  </a:lnTo>
                  <a:lnTo>
                    <a:pt x="120396" y="364236"/>
                  </a:lnTo>
                  <a:lnTo>
                    <a:pt x="120396" y="44196"/>
                  </a:lnTo>
                  <a:close/>
                </a:path>
                <a:path w="334010" h="364489">
                  <a:moveTo>
                    <a:pt x="124968" y="41148"/>
                  </a:moveTo>
                  <a:lnTo>
                    <a:pt x="123444" y="41148"/>
                  </a:lnTo>
                  <a:lnTo>
                    <a:pt x="123444" y="364236"/>
                  </a:lnTo>
                  <a:lnTo>
                    <a:pt x="124968" y="364236"/>
                  </a:lnTo>
                  <a:lnTo>
                    <a:pt x="124968" y="41148"/>
                  </a:lnTo>
                  <a:close/>
                </a:path>
                <a:path w="334010" h="364489">
                  <a:moveTo>
                    <a:pt x="129540" y="128016"/>
                  </a:moveTo>
                  <a:lnTo>
                    <a:pt x="128016" y="128016"/>
                  </a:lnTo>
                  <a:lnTo>
                    <a:pt x="128016" y="364236"/>
                  </a:lnTo>
                  <a:lnTo>
                    <a:pt x="129540" y="364236"/>
                  </a:lnTo>
                  <a:lnTo>
                    <a:pt x="129540" y="128016"/>
                  </a:lnTo>
                  <a:close/>
                </a:path>
                <a:path w="334010" h="364489">
                  <a:moveTo>
                    <a:pt x="134112" y="27432"/>
                  </a:moveTo>
                  <a:lnTo>
                    <a:pt x="132588" y="27432"/>
                  </a:lnTo>
                  <a:lnTo>
                    <a:pt x="132588" y="364236"/>
                  </a:lnTo>
                  <a:lnTo>
                    <a:pt x="134112" y="364236"/>
                  </a:lnTo>
                  <a:lnTo>
                    <a:pt x="134112" y="27432"/>
                  </a:lnTo>
                  <a:close/>
                </a:path>
                <a:path w="334010" h="364489">
                  <a:moveTo>
                    <a:pt x="140208" y="249936"/>
                  </a:moveTo>
                  <a:lnTo>
                    <a:pt x="137160" y="249936"/>
                  </a:lnTo>
                  <a:lnTo>
                    <a:pt x="137160" y="364236"/>
                  </a:lnTo>
                  <a:lnTo>
                    <a:pt x="140208" y="364236"/>
                  </a:lnTo>
                  <a:lnTo>
                    <a:pt x="140208" y="249936"/>
                  </a:lnTo>
                  <a:close/>
                </a:path>
                <a:path w="334010" h="364489">
                  <a:moveTo>
                    <a:pt x="144780" y="70116"/>
                  </a:moveTo>
                  <a:lnTo>
                    <a:pt x="141732" y="70116"/>
                  </a:lnTo>
                  <a:lnTo>
                    <a:pt x="141732" y="364236"/>
                  </a:lnTo>
                  <a:lnTo>
                    <a:pt x="144780" y="364236"/>
                  </a:lnTo>
                  <a:lnTo>
                    <a:pt x="144780" y="70116"/>
                  </a:lnTo>
                  <a:close/>
                </a:path>
                <a:path w="334010" h="364489">
                  <a:moveTo>
                    <a:pt x="149352" y="92964"/>
                  </a:moveTo>
                  <a:lnTo>
                    <a:pt x="146304" y="92964"/>
                  </a:lnTo>
                  <a:lnTo>
                    <a:pt x="146304" y="364236"/>
                  </a:lnTo>
                  <a:lnTo>
                    <a:pt x="149352" y="364236"/>
                  </a:lnTo>
                  <a:lnTo>
                    <a:pt x="149352" y="92964"/>
                  </a:lnTo>
                  <a:close/>
                </a:path>
                <a:path w="334010" h="364489">
                  <a:moveTo>
                    <a:pt x="153924" y="86868"/>
                  </a:moveTo>
                  <a:lnTo>
                    <a:pt x="152400" y="86868"/>
                  </a:lnTo>
                  <a:lnTo>
                    <a:pt x="152400" y="364236"/>
                  </a:lnTo>
                  <a:lnTo>
                    <a:pt x="153924" y="364236"/>
                  </a:lnTo>
                  <a:lnTo>
                    <a:pt x="153924" y="86868"/>
                  </a:lnTo>
                  <a:close/>
                </a:path>
                <a:path w="334010" h="364489">
                  <a:moveTo>
                    <a:pt x="158496" y="106692"/>
                  </a:moveTo>
                  <a:lnTo>
                    <a:pt x="156972" y="106692"/>
                  </a:lnTo>
                  <a:lnTo>
                    <a:pt x="156972" y="364236"/>
                  </a:lnTo>
                  <a:lnTo>
                    <a:pt x="158496" y="364236"/>
                  </a:lnTo>
                  <a:lnTo>
                    <a:pt x="158496" y="106692"/>
                  </a:lnTo>
                  <a:close/>
                </a:path>
                <a:path w="334010" h="364489">
                  <a:moveTo>
                    <a:pt x="163068" y="32016"/>
                  </a:moveTo>
                  <a:lnTo>
                    <a:pt x="161544" y="32016"/>
                  </a:lnTo>
                  <a:lnTo>
                    <a:pt x="161544" y="364236"/>
                  </a:lnTo>
                  <a:lnTo>
                    <a:pt x="163068" y="364236"/>
                  </a:lnTo>
                  <a:lnTo>
                    <a:pt x="163068" y="32016"/>
                  </a:lnTo>
                  <a:close/>
                </a:path>
                <a:path w="334010" h="364489">
                  <a:moveTo>
                    <a:pt x="167640" y="249936"/>
                  </a:moveTo>
                  <a:lnTo>
                    <a:pt x="166116" y="249936"/>
                  </a:lnTo>
                  <a:lnTo>
                    <a:pt x="166116" y="364236"/>
                  </a:lnTo>
                  <a:lnTo>
                    <a:pt x="167640" y="364236"/>
                  </a:lnTo>
                  <a:lnTo>
                    <a:pt x="167640" y="249936"/>
                  </a:lnTo>
                  <a:close/>
                </a:path>
                <a:path w="334010" h="364489">
                  <a:moveTo>
                    <a:pt x="172212" y="132588"/>
                  </a:moveTo>
                  <a:lnTo>
                    <a:pt x="170688" y="132588"/>
                  </a:lnTo>
                  <a:lnTo>
                    <a:pt x="170688" y="364236"/>
                  </a:lnTo>
                  <a:lnTo>
                    <a:pt x="172212" y="364236"/>
                  </a:lnTo>
                  <a:lnTo>
                    <a:pt x="172212" y="132588"/>
                  </a:lnTo>
                  <a:close/>
                </a:path>
                <a:path w="334010" h="364489">
                  <a:moveTo>
                    <a:pt x="176784" y="15240"/>
                  </a:moveTo>
                  <a:lnTo>
                    <a:pt x="175260" y="15240"/>
                  </a:lnTo>
                  <a:lnTo>
                    <a:pt x="175260" y="364236"/>
                  </a:lnTo>
                  <a:lnTo>
                    <a:pt x="176784" y="364236"/>
                  </a:lnTo>
                  <a:lnTo>
                    <a:pt x="176784" y="15240"/>
                  </a:lnTo>
                  <a:close/>
                </a:path>
                <a:path w="334010" h="364489">
                  <a:moveTo>
                    <a:pt x="182880" y="27432"/>
                  </a:moveTo>
                  <a:lnTo>
                    <a:pt x="179832" y="27432"/>
                  </a:lnTo>
                  <a:lnTo>
                    <a:pt x="179832" y="364236"/>
                  </a:lnTo>
                  <a:lnTo>
                    <a:pt x="182880" y="364236"/>
                  </a:lnTo>
                  <a:lnTo>
                    <a:pt x="182880" y="27432"/>
                  </a:lnTo>
                  <a:close/>
                </a:path>
                <a:path w="334010" h="364489">
                  <a:moveTo>
                    <a:pt x="187452" y="10668"/>
                  </a:moveTo>
                  <a:lnTo>
                    <a:pt x="184404" y="10668"/>
                  </a:lnTo>
                  <a:lnTo>
                    <a:pt x="184404" y="364236"/>
                  </a:lnTo>
                  <a:lnTo>
                    <a:pt x="187452" y="364236"/>
                  </a:lnTo>
                  <a:lnTo>
                    <a:pt x="187452" y="10668"/>
                  </a:lnTo>
                  <a:close/>
                </a:path>
                <a:path w="334010" h="364489">
                  <a:moveTo>
                    <a:pt x="192024" y="27432"/>
                  </a:moveTo>
                  <a:lnTo>
                    <a:pt x="190500" y="27432"/>
                  </a:lnTo>
                  <a:lnTo>
                    <a:pt x="190500" y="364236"/>
                  </a:lnTo>
                  <a:lnTo>
                    <a:pt x="192024" y="364236"/>
                  </a:lnTo>
                  <a:lnTo>
                    <a:pt x="192024" y="27432"/>
                  </a:lnTo>
                  <a:close/>
                </a:path>
                <a:path w="334010" h="364489">
                  <a:moveTo>
                    <a:pt x="196596" y="32016"/>
                  </a:moveTo>
                  <a:lnTo>
                    <a:pt x="195072" y="32016"/>
                  </a:lnTo>
                  <a:lnTo>
                    <a:pt x="195072" y="364236"/>
                  </a:lnTo>
                  <a:lnTo>
                    <a:pt x="196596" y="364236"/>
                  </a:lnTo>
                  <a:lnTo>
                    <a:pt x="196596" y="32016"/>
                  </a:lnTo>
                  <a:close/>
                </a:path>
                <a:path w="334010" h="364489">
                  <a:moveTo>
                    <a:pt x="201168" y="50304"/>
                  </a:moveTo>
                  <a:lnTo>
                    <a:pt x="199644" y="50304"/>
                  </a:lnTo>
                  <a:lnTo>
                    <a:pt x="199644" y="364236"/>
                  </a:lnTo>
                  <a:lnTo>
                    <a:pt x="201168" y="364236"/>
                  </a:lnTo>
                  <a:lnTo>
                    <a:pt x="201168" y="50304"/>
                  </a:lnTo>
                  <a:close/>
                </a:path>
                <a:path w="334010" h="364489">
                  <a:moveTo>
                    <a:pt x="205740" y="39624"/>
                  </a:moveTo>
                  <a:lnTo>
                    <a:pt x="204216" y="39624"/>
                  </a:lnTo>
                  <a:lnTo>
                    <a:pt x="204216" y="364236"/>
                  </a:lnTo>
                  <a:lnTo>
                    <a:pt x="205740" y="364236"/>
                  </a:lnTo>
                  <a:lnTo>
                    <a:pt x="205740" y="39624"/>
                  </a:lnTo>
                  <a:close/>
                </a:path>
                <a:path w="334010" h="364489">
                  <a:moveTo>
                    <a:pt x="210312" y="10668"/>
                  </a:moveTo>
                  <a:lnTo>
                    <a:pt x="208788" y="10668"/>
                  </a:lnTo>
                  <a:lnTo>
                    <a:pt x="208788" y="364236"/>
                  </a:lnTo>
                  <a:lnTo>
                    <a:pt x="210312" y="364236"/>
                  </a:lnTo>
                  <a:lnTo>
                    <a:pt x="210312" y="10668"/>
                  </a:lnTo>
                  <a:close/>
                </a:path>
                <a:path w="334010" h="364489">
                  <a:moveTo>
                    <a:pt x="214884" y="27432"/>
                  </a:moveTo>
                  <a:lnTo>
                    <a:pt x="213360" y="27432"/>
                  </a:lnTo>
                  <a:lnTo>
                    <a:pt x="213360" y="364236"/>
                  </a:lnTo>
                  <a:lnTo>
                    <a:pt x="214884" y="364236"/>
                  </a:lnTo>
                  <a:lnTo>
                    <a:pt x="214884" y="27432"/>
                  </a:lnTo>
                  <a:close/>
                </a:path>
                <a:path w="334010" h="364489">
                  <a:moveTo>
                    <a:pt x="220980" y="7620"/>
                  </a:moveTo>
                  <a:lnTo>
                    <a:pt x="217932" y="7620"/>
                  </a:lnTo>
                  <a:lnTo>
                    <a:pt x="217932" y="364236"/>
                  </a:lnTo>
                  <a:lnTo>
                    <a:pt x="220980" y="364236"/>
                  </a:lnTo>
                  <a:lnTo>
                    <a:pt x="220980" y="7620"/>
                  </a:lnTo>
                  <a:close/>
                </a:path>
                <a:path w="334010" h="364489">
                  <a:moveTo>
                    <a:pt x="225552" y="0"/>
                  </a:moveTo>
                  <a:lnTo>
                    <a:pt x="222504" y="0"/>
                  </a:lnTo>
                  <a:lnTo>
                    <a:pt x="222504" y="364236"/>
                  </a:lnTo>
                  <a:lnTo>
                    <a:pt x="225552" y="364236"/>
                  </a:lnTo>
                  <a:lnTo>
                    <a:pt x="225552" y="0"/>
                  </a:lnTo>
                  <a:close/>
                </a:path>
                <a:path w="334010" h="364489">
                  <a:moveTo>
                    <a:pt x="230124" y="30492"/>
                  </a:moveTo>
                  <a:lnTo>
                    <a:pt x="227076" y="30492"/>
                  </a:lnTo>
                  <a:lnTo>
                    <a:pt x="227076" y="364236"/>
                  </a:lnTo>
                  <a:lnTo>
                    <a:pt x="230124" y="364236"/>
                  </a:lnTo>
                  <a:lnTo>
                    <a:pt x="230124" y="30492"/>
                  </a:lnTo>
                  <a:close/>
                </a:path>
                <a:path w="334010" h="364489">
                  <a:moveTo>
                    <a:pt x="234696" y="22860"/>
                  </a:moveTo>
                  <a:lnTo>
                    <a:pt x="233172" y="22860"/>
                  </a:lnTo>
                  <a:lnTo>
                    <a:pt x="233172" y="364236"/>
                  </a:lnTo>
                  <a:lnTo>
                    <a:pt x="234696" y="364236"/>
                  </a:lnTo>
                  <a:lnTo>
                    <a:pt x="234696" y="22860"/>
                  </a:lnTo>
                  <a:close/>
                </a:path>
                <a:path w="334010" h="364489">
                  <a:moveTo>
                    <a:pt x="239268" y="35052"/>
                  </a:moveTo>
                  <a:lnTo>
                    <a:pt x="237744" y="35052"/>
                  </a:lnTo>
                  <a:lnTo>
                    <a:pt x="237744" y="364236"/>
                  </a:lnTo>
                  <a:lnTo>
                    <a:pt x="239268" y="364236"/>
                  </a:lnTo>
                  <a:lnTo>
                    <a:pt x="239268" y="35052"/>
                  </a:lnTo>
                  <a:close/>
                </a:path>
                <a:path w="334010" h="364489">
                  <a:moveTo>
                    <a:pt x="243840" y="249936"/>
                  </a:moveTo>
                  <a:lnTo>
                    <a:pt x="242316" y="249936"/>
                  </a:lnTo>
                  <a:lnTo>
                    <a:pt x="242316" y="364236"/>
                  </a:lnTo>
                  <a:lnTo>
                    <a:pt x="243840" y="364236"/>
                  </a:lnTo>
                  <a:lnTo>
                    <a:pt x="243840" y="249936"/>
                  </a:lnTo>
                  <a:close/>
                </a:path>
                <a:path w="334010" h="364489">
                  <a:moveTo>
                    <a:pt x="248412" y="22860"/>
                  </a:moveTo>
                  <a:lnTo>
                    <a:pt x="246888" y="22860"/>
                  </a:lnTo>
                  <a:lnTo>
                    <a:pt x="246888" y="364236"/>
                  </a:lnTo>
                  <a:lnTo>
                    <a:pt x="248412" y="364236"/>
                  </a:lnTo>
                  <a:lnTo>
                    <a:pt x="248412" y="22860"/>
                  </a:lnTo>
                  <a:close/>
                </a:path>
                <a:path w="334010" h="364489">
                  <a:moveTo>
                    <a:pt x="252984" y="27432"/>
                  </a:moveTo>
                  <a:lnTo>
                    <a:pt x="251460" y="27432"/>
                  </a:lnTo>
                  <a:lnTo>
                    <a:pt x="251460" y="364236"/>
                  </a:lnTo>
                  <a:lnTo>
                    <a:pt x="252984" y="364236"/>
                  </a:lnTo>
                  <a:lnTo>
                    <a:pt x="252984" y="27432"/>
                  </a:lnTo>
                  <a:close/>
                </a:path>
                <a:path w="334010" h="364489">
                  <a:moveTo>
                    <a:pt x="257556" y="15240"/>
                  </a:moveTo>
                  <a:lnTo>
                    <a:pt x="256032" y="15240"/>
                  </a:lnTo>
                  <a:lnTo>
                    <a:pt x="256032" y="364236"/>
                  </a:lnTo>
                  <a:lnTo>
                    <a:pt x="257556" y="364236"/>
                  </a:lnTo>
                  <a:lnTo>
                    <a:pt x="257556" y="15240"/>
                  </a:lnTo>
                  <a:close/>
                </a:path>
                <a:path w="334010" h="364489">
                  <a:moveTo>
                    <a:pt x="263652" y="92964"/>
                  </a:moveTo>
                  <a:lnTo>
                    <a:pt x="260604" y="92964"/>
                  </a:lnTo>
                  <a:lnTo>
                    <a:pt x="260604" y="364236"/>
                  </a:lnTo>
                  <a:lnTo>
                    <a:pt x="263652" y="364236"/>
                  </a:lnTo>
                  <a:lnTo>
                    <a:pt x="263652" y="92964"/>
                  </a:lnTo>
                  <a:close/>
                </a:path>
                <a:path w="334010" h="364489">
                  <a:moveTo>
                    <a:pt x="268224" y="27432"/>
                  </a:moveTo>
                  <a:lnTo>
                    <a:pt x="265176" y="27432"/>
                  </a:lnTo>
                  <a:lnTo>
                    <a:pt x="265176" y="364236"/>
                  </a:lnTo>
                  <a:lnTo>
                    <a:pt x="268224" y="364236"/>
                  </a:lnTo>
                  <a:lnTo>
                    <a:pt x="268224" y="27432"/>
                  </a:lnTo>
                  <a:close/>
                </a:path>
                <a:path w="334010" h="364489">
                  <a:moveTo>
                    <a:pt x="272796" y="59436"/>
                  </a:moveTo>
                  <a:lnTo>
                    <a:pt x="269748" y="59436"/>
                  </a:lnTo>
                  <a:lnTo>
                    <a:pt x="269748" y="364236"/>
                  </a:lnTo>
                  <a:lnTo>
                    <a:pt x="272796" y="364236"/>
                  </a:lnTo>
                  <a:lnTo>
                    <a:pt x="272796" y="59436"/>
                  </a:lnTo>
                  <a:close/>
                </a:path>
                <a:path w="334010" h="364489">
                  <a:moveTo>
                    <a:pt x="277368" y="10668"/>
                  </a:moveTo>
                  <a:lnTo>
                    <a:pt x="275844" y="10668"/>
                  </a:lnTo>
                  <a:lnTo>
                    <a:pt x="275844" y="364236"/>
                  </a:lnTo>
                  <a:lnTo>
                    <a:pt x="277368" y="364236"/>
                  </a:lnTo>
                  <a:lnTo>
                    <a:pt x="277368" y="10668"/>
                  </a:lnTo>
                  <a:close/>
                </a:path>
                <a:path w="334010" h="364489">
                  <a:moveTo>
                    <a:pt x="281940" y="7620"/>
                  </a:moveTo>
                  <a:lnTo>
                    <a:pt x="280416" y="7620"/>
                  </a:lnTo>
                  <a:lnTo>
                    <a:pt x="280416" y="364236"/>
                  </a:lnTo>
                  <a:lnTo>
                    <a:pt x="281940" y="364236"/>
                  </a:lnTo>
                  <a:lnTo>
                    <a:pt x="281940" y="7620"/>
                  </a:lnTo>
                  <a:close/>
                </a:path>
                <a:path w="334010" h="364489">
                  <a:moveTo>
                    <a:pt x="286512" y="27432"/>
                  </a:moveTo>
                  <a:lnTo>
                    <a:pt x="284988" y="27432"/>
                  </a:lnTo>
                  <a:lnTo>
                    <a:pt x="284988" y="364236"/>
                  </a:lnTo>
                  <a:lnTo>
                    <a:pt x="286512" y="364236"/>
                  </a:lnTo>
                  <a:lnTo>
                    <a:pt x="286512" y="27432"/>
                  </a:lnTo>
                  <a:close/>
                </a:path>
                <a:path w="334010" h="364489">
                  <a:moveTo>
                    <a:pt x="291084" y="32016"/>
                  </a:moveTo>
                  <a:lnTo>
                    <a:pt x="289560" y="32016"/>
                  </a:lnTo>
                  <a:lnTo>
                    <a:pt x="289560" y="364236"/>
                  </a:lnTo>
                  <a:lnTo>
                    <a:pt x="291084" y="364236"/>
                  </a:lnTo>
                  <a:lnTo>
                    <a:pt x="291084" y="32016"/>
                  </a:lnTo>
                  <a:close/>
                </a:path>
                <a:path w="334010" h="364489">
                  <a:moveTo>
                    <a:pt x="295656" y="86868"/>
                  </a:moveTo>
                  <a:lnTo>
                    <a:pt x="294132" y="86868"/>
                  </a:lnTo>
                  <a:lnTo>
                    <a:pt x="294132" y="364236"/>
                  </a:lnTo>
                  <a:lnTo>
                    <a:pt x="295656" y="364236"/>
                  </a:lnTo>
                  <a:lnTo>
                    <a:pt x="295656" y="86868"/>
                  </a:lnTo>
                  <a:close/>
                </a:path>
                <a:path w="334010" h="364489">
                  <a:moveTo>
                    <a:pt x="300228" y="27432"/>
                  </a:moveTo>
                  <a:lnTo>
                    <a:pt x="298704" y="27432"/>
                  </a:lnTo>
                  <a:lnTo>
                    <a:pt x="298704" y="364236"/>
                  </a:lnTo>
                  <a:lnTo>
                    <a:pt x="300228" y="364236"/>
                  </a:lnTo>
                  <a:lnTo>
                    <a:pt x="300228" y="27432"/>
                  </a:lnTo>
                  <a:close/>
                </a:path>
                <a:path w="334010" h="364489">
                  <a:moveTo>
                    <a:pt x="306324" y="51828"/>
                  </a:moveTo>
                  <a:lnTo>
                    <a:pt x="303276" y="51828"/>
                  </a:lnTo>
                  <a:lnTo>
                    <a:pt x="303276" y="364236"/>
                  </a:lnTo>
                  <a:lnTo>
                    <a:pt x="306324" y="364236"/>
                  </a:lnTo>
                  <a:lnTo>
                    <a:pt x="306324" y="51828"/>
                  </a:lnTo>
                  <a:close/>
                </a:path>
                <a:path w="334010" h="364489">
                  <a:moveTo>
                    <a:pt x="310896" y="54864"/>
                  </a:moveTo>
                  <a:lnTo>
                    <a:pt x="307848" y="54864"/>
                  </a:lnTo>
                  <a:lnTo>
                    <a:pt x="307848" y="364236"/>
                  </a:lnTo>
                  <a:lnTo>
                    <a:pt x="310896" y="364236"/>
                  </a:lnTo>
                  <a:lnTo>
                    <a:pt x="310896" y="54864"/>
                  </a:lnTo>
                  <a:close/>
                </a:path>
                <a:path w="334010" h="364489">
                  <a:moveTo>
                    <a:pt x="315468" y="15240"/>
                  </a:moveTo>
                  <a:lnTo>
                    <a:pt x="313944" y="15240"/>
                  </a:lnTo>
                  <a:lnTo>
                    <a:pt x="313944" y="364236"/>
                  </a:lnTo>
                  <a:lnTo>
                    <a:pt x="315468" y="364236"/>
                  </a:lnTo>
                  <a:lnTo>
                    <a:pt x="315468" y="15240"/>
                  </a:lnTo>
                  <a:close/>
                </a:path>
                <a:path w="334010" h="364489">
                  <a:moveTo>
                    <a:pt x="320040" y="77724"/>
                  </a:moveTo>
                  <a:lnTo>
                    <a:pt x="318516" y="77724"/>
                  </a:lnTo>
                  <a:lnTo>
                    <a:pt x="318516" y="364236"/>
                  </a:lnTo>
                  <a:lnTo>
                    <a:pt x="320040" y="364236"/>
                  </a:lnTo>
                  <a:lnTo>
                    <a:pt x="320040" y="77724"/>
                  </a:lnTo>
                  <a:close/>
                </a:path>
                <a:path w="334010" h="364489">
                  <a:moveTo>
                    <a:pt x="324612" y="50304"/>
                  </a:moveTo>
                  <a:lnTo>
                    <a:pt x="323088" y="50304"/>
                  </a:lnTo>
                  <a:lnTo>
                    <a:pt x="323088" y="364236"/>
                  </a:lnTo>
                  <a:lnTo>
                    <a:pt x="324612" y="364236"/>
                  </a:lnTo>
                  <a:lnTo>
                    <a:pt x="324612" y="50304"/>
                  </a:lnTo>
                  <a:close/>
                </a:path>
                <a:path w="334010" h="364489">
                  <a:moveTo>
                    <a:pt x="329184" y="12192"/>
                  </a:moveTo>
                  <a:lnTo>
                    <a:pt x="327660" y="12192"/>
                  </a:lnTo>
                  <a:lnTo>
                    <a:pt x="327660" y="364236"/>
                  </a:lnTo>
                  <a:lnTo>
                    <a:pt x="329184" y="364236"/>
                  </a:lnTo>
                  <a:lnTo>
                    <a:pt x="329184" y="12192"/>
                  </a:lnTo>
                  <a:close/>
                </a:path>
                <a:path w="334010" h="364489">
                  <a:moveTo>
                    <a:pt x="333756" y="32016"/>
                  </a:moveTo>
                  <a:lnTo>
                    <a:pt x="332232" y="32016"/>
                  </a:lnTo>
                  <a:lnTo>
                    <a:pt x="332232" y="364236"/>
                  </a:lnTo>
                  <a:lnTo>
                    <a:pt x="333756" y="364236"/>
                  </a:lnTo>
                  <a:lnTo>
                    <a:pt x="333756" y="32016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191512" y="3502151"/>
              <a:ext cx="334010" cy="361315"/>
            </a:xfrm>
            <a:custGeom>
              <a:avLst/>
              <a:gdLst/>
              <a:ahLst/>
              <a:cxnLst/>
              <a:rect l="l" t="t" r="r" b="b"/>
              <a:pathLst>
                <a:path w="334010" h="361314">
                  <a:moveTo>
                    <a:pt x="1524" y="28968"/>
                  </a:moveTo>
                  <a:lnTo>
                    <a:pt x="0" y="28968"/>
                  </a:lnTo>
                  <a:lnTo>
                    <a:pt x="0" y="361188"/>
                  </a:lnTo>
                  <a:lnTo>
                    <a:pt x="1524" y="361188"/>
                  </a:lnTo>
                  <a:lnTo>
                    <a:pt x="1524" y="28968"/>
                  </a:lnTo>
                  <a:close/>
                </a:path>
                <a:path w="334010" h="361314">
                  <a:moveTo>
                    <a:pt x="6096" y="4572"/>
                  </a:moveTo>
                  <a:lnTo>
                    <a:pt x="4572" y="4572"/>
                  </a:lnTo>
                  <a:lnTo>
                    <a:pt x="4572" y="361188"/>
                  </a:lnTo>
                  <a:lnTo>
                    <a:pt x="6096" y="361188"/>
                  </a:lnTo>
                  <a:lnTo>
                    <a:pt x="6096" y="4572"/>
                  </a:lnTo>
                  <a:close/>
                </a:path>
                <a:path w="334010" h="361314">
                  <a:moveTo>
                    <a:pt x="10668" y="65544"/>
                  </a:moveTo>
                  <a:lnTo>
                    <a:pt x="9144" y="65544"/>
                  </a:lnTo>
                  <a:lnTo>
                    <a:pt x="9144" y="361188"/>
                  </a:lnTo>
                  <a:lnTo>
                    <a:pt x="10668" y="361188"/>
                  </a:lnTo>
                  <a:lnTo>
                    <a:pt x="10668" y="65544"/>
                  </a:lnTo>
                  <a:close/>
                </a:path>
                <a:path w="334010" h="361314">
                  <a:moveTo>
                    <a:pt x="16764" y="15240"/>
                  </a:moveTo>
                  <a:lnTo>
                    <a:pt x="13716" y="15240"/>
                  </a:lnTo>
                  <a:lnTo>
                    <a:pt x="13716" y="361188"/>
                  </a:lnTo>
                  <a:lnTo>
                    <a:pt x="16764" y="361188"/>
                  </a:lnTo>
                  <a:lnTo>
                    <a:pt x="16764" y="15240"/>
                  </a:lnTo>
                  <a:close/>
                </a:path>
                <a:path w="334010" h="361314">
                  <a:moveTo>
                    <a:pt x="21336" y="4572"/>
                  </a:moveTo>
                  <a:lnTo>
                    <a:pt x="18288" y="4572"/>
                  </a:lnTo>
                  <a:lnTo>
                    <a:pt x="18288" y="361188"/>
                  </a:lnTo>
                  <a:lnTo>
                    <a:pt x="21336" y="361188"/>
                  </a:lnTo>
                  <a:lnTo>
                    <a:pt x="21336" y="4572"/>
                  </a:lnTo>
                  <a:close/>
                </a:path>
                <a:path w="334010" h="361314">
                  <a:moveTo>
                    <a:pt x="25908" y="22860"/>
                  </a:moveTo>
                  <a:lnTo>
                    <a:pt x="24384" y="22860"/>
                  </a:lnTo>
                  <a:lnTo>
                    <a:pt x="24384" y="361188"/>
                  </a:lnTo>
                  <a:lnTo>
                    <a:pt x="25908" y="361188"/>
                  </a:lnTo>
                  <a:lnTo>
                    <a:pt x="25908" y="22860"/>
                  </a:lnTo>
                  <a:close/>
                </a:path>
                <a:path w="334010" h="361314">
                  <a:moveTo>
                    <a:pt x="30480" y="246888"/>
                  </a:moveTo>
                  <a:lnTo>
                    <a:pt x="28956" y="246888"/>
                  </a:lnTo>
                  <a:lnTo>
                    <a:pt x="28956" y="361188"/>
                  </a:lnTo>
                  <a:lnTo>
                    <a:pt x="30480" y="361188"/>
                  </a:lnTo>
                  <a:lnTo>
                    <a:pt x="30480" y="246888"/>
                  </a:lnTo>
                  <a:close/>
                </a:path>
                <a:path w="334010" h="361314">
                  <a:moveTo>
                    <a:pt x="35052" y="19812"/>
                  </a:moveTo>
                  <a:lnTo>
                    <a:pt x="33528" y="19812"/>
                  </a:lnTo>
                  <a:lnTo>
                    <a:pt x="33528" y="361188"/>
                  </a:lnTo>
                  <a:lnTo>
                    <a:pt x="35052" y="361188"/>
                  </a:lnTo>
                  <a:lnTo>
                    <a:pt x="35052" y="19812"/>
                  </a:lnTo>
                  <a:close/>
                </a:path>
                <a:path w="334010" h="361314">
                  <a:moveTo>
                    <a:pt x="39624" y="51816"/>
                  </a:moveTo>
                  <a:lnTo>
                    <a:pt x="38100" y="51816"/>
                  </a:lnTo>
                  <a:lnTo>
                    <a:pt x="38100" y="361188"/>
                  </a:lnTo>
                  <a:lnTo>
                    <a:pt x="39624" y="361188"/>
                  </a:lnTo>
                  <a:lnTo>
                    <a:pt x="39624" y="51816"/>
                  </a:lnTo>
                  <a:close/>
                </a:path>
                <a:path w="334010" h="361314">
                  <a:moveTo>
                    <a:pt x="44196" y="60960"/>
                  </a:moveTo>
                  <a:lnTo>
                    <a:pt x="42672" y="60960"/>
                  </a:lnTo>
                  <a:lnTo>
                    <a:pt x="42672" y="361188"/>
                  </a:lnTo>
                  <a:lnTo>
                    <a:pt x="44196" y="361188"/>
                  </a:lnTo>
                  <a:lnTo>
                    <a:pt x="44196" y="60960"/>
                  </a:lnTo>
                  <a:close/>
                </a:path>
                <a:path w="334010" h="361314">
                  <a:moveTo>
                    <a:pt x="48768" y="56388"/>
                  </a:moveTo>
                  <a:lnTo>
                    <a:pt x="47244" y="56388"/>
                  </a:lnTo>
                  <a:lnTo>
                    <a:pt x="47244" y="361188"/>
                  </a:lnTo>
                  <a:lnTo>
                    <a:pt x="48768" y="361188"/>
                  </a:lnTo>
                  <a:lnTo>
                    <a:pt x="48768" y="56388"/>
                  </a:lnTo>
                  <a:close/>
                </a:path>
                <a:path w="334010" h="361314">
                  <a:moveTo>
                    <a:pt x="54864" y="28968"/>
                  </a:moveTo>
                  <a:lnTo>
                    <a:pt x="51816" y="28968"/>
                  </a:lnTo>
                  <a:lnTo>
                    <a:pt x="51816" y="361188"/>
                  </a:lnTo>
                  <a:lnTo>
                    <a:pt x="54864" y="361188"/>
                  </a:lnTo>
                  <a:lnTo>
                    <a:pt x="54864" y="28968"/>
                  </a:lnTo>
                  <a:close/>
                </a:path>
                <a:path w="334010" h="361314">
                  <a:moveTo>
                    <a:pt x="59436" y="28968"/>
                  </a:moveTo>
                  <a:lnTo>
                    <a:pt x="56388" y="28968"/>
                  </a:lnTo>
                  <a:lnTo>
                    <a:pt x="56388" y="361188"/>
                  </a:lnTo>
                  <a:lnTo>
                    <a:pt x="59436" y="361188"/>
                  </a:lnTo>
                  <a:lnTo>
                    <a:pt x="59436" y="28968"/>
                  </a:lnTo>
                  <a:close/>
                </a:path>
                <a:path w="334010" h="361314">
                  <a:moveTo>
                    <a:pt x="64008" y="134112"/>
                  </a:moveTo>
                  <a:lnTo>
                    <a:pt x="60960" y="134112"/>
                  </a:lnTo>
                  <a:lnTo>
                    <a:pt x="60960" y="361188"/>
                  </a:lnTo>
                  <a:lnTo>
                    <a:pt x="64008" y="361188"/>
                  </a:lnTo>
                  <a:lnTo>
                    <a:pt x="64008" y="134112"/>
                  </a:lnTo>
                  <a:close/>
                </a:path>
                <a:path w="334010" h="361314">
                  <a:moveTo>
                    <a:pt x="68580" y="32004"/>
                  </a:moveTo>
                  <a:lnTo>
                    <a:pt x="67056" y="32004"/>
                  </a:lnTo>
                  <a:lnTo>
                    <a:pt x="67056" y="361188"/>
                  </a:lnTo>
                  <a:lnTo>
                    <a:pt x="68580" y="361188"/>
                  </a:lnTo>
                  <a:lnTo>
                    <a:pt x="68580" y="32004"/>
                  </a:lnTo>
                  <a:close/>
                </a:path>
                <a:path w="334010" h="361314">
                  <a:moveTo>
                    <a:pt x="73152" y="89916"/>
                  </a:moveTo>
                  <a:lnTo>
                    <a:pt x="71628" y="89916"/>
                  </a:lnTo>
                  <a:lnTo>
                    <a:pt x="71628" y="361188"/>
                  </a:lnTo>
                  <a:lnTo>
                    <a:pt x="73152" y="361188"/>
                  </a:lnTo>
                  <a:lnTo>
                    <a:pt x="73152" y="89916"/>
                  </a:lnTo>
                  <a:close/>
                </a:path>
                <a:path w="334010" h="361314">
                  <a:moveTo>
                    <a:pt x="77724" y="50304"/>
                  </a:moveTo>
                  <a:lnTo>
                    <a:pt x="76200" y="50304"/>
                  </a:lnTo>
                  <a:lnTo>
                    <a:pt x="76200" y="361188"/>
                  </a:lnTo>
                  <a:lnTo>
                    <a:pt x="77724" y="361188"/>
                  </a:lnTo>
                  <a:lnTo>
                    <a:pt x="77724" y="50304"/>
                  </a:lnTo>
                  <a:close/>
                </a:path>
                <a:path w="334010" h="361314">
                  <a:moveTo>
                    <a:pt x="82296" y="246888"/>
                  </a:moveTo>
                  <a:lnTo>
                    <a:pt x="80772" y="246888"/>
                  </a:lnTo>
                  <a:lnTo>
                    <a:pt x="80772" y="361188"/>
                  </a:lnTo>
                  <a:lnTo>
                    <a:pt x="82296" y="361188"/>
                  </a:lnTo>
                  <a:lnTo>
                    <a:pt x="82296" y="246888"/>
                  </a:lnTo>
                  <a:close/>
                </a:path>
                <a:path w="334010" h="361314">
                  <a:moveTo>
                    <a:pt x="86868" y="28968"/>
                  </a:moveTo>
                  <a:lnTo>
                    <a:pt x="85344" y="28968"/>
                  </a:lnTo>
                  <a:lnTo>
                    <a:pt x="85344" y="361188"/>
                  </a:lnTo>
                  <a:lnTo>
                    <a:pt x="86868" y="361188"/>
                  </a:lnTo>
                  <a:lnTo>
                    <a:pt x="86868" y="28968"/>
                  </a:lnTo>
                  <a:close/>
                </a:path>
                <a:path w="334010" h="361314">
                  <a:moveTo>
                    <a:pt x="91440" y="18288"/>
                  </a:moveTo>
                  <a:lnTo>
                    <a:pt x="89916" y="18288"/>
                  </a:lnTo>
                  <a:lnTo>
                    <a:pt x="89916" y="361188"/>
                  </a:lnTo>
                  <a:lnTo>
                    <a:pt x="91440" y="361188"/>
                  </a:lnTo>
                  <a:lnTo>
                    <a:pt x="91440" y="18288"/>
                  </a:lnTo>
                  <a:close/>
                </a:path>
                <a:path w="334010" h="361314">
                  <a:moveTo>
                    <a:pt x="97536" y="47256"/>
                  </a:moveTo>
                  <a:lnTo>
                    <a:pt x="94488" y="47256"/>
                  </a:lnTo>
                  <a:lnTo>
                    <a:pt x="94488" y="361188"/>
                  </a:lnTo>
                  <a:lnTo>
                    <a:pt x="97536" y="361188"/>
                  </a:lnTo>
                  <a:lnTo>
                    <a:pt x="97536" y="47256"/>
                  </a:lnTo>
                  <a:close/>
                </a:path>
                <a:path w="334010" h="361314">
                  <a:moveTo>
                    <a:pt x="102108" y="56388"/>
                  </a:moveTo>
                  <a:lnTo>
                    <a:pt x="99060" y="56388"/>
                  </a:lnTo>
                  <a:lnTo>
                    <a:pt x="99060" y="361188"/>
                  </a:lnTo>
                  <a:lnTo>
                    <a:pt x="102108" y="361188"/>
                  </a:lnTo>
                  <a:lnTo>
                    <a:pt x="102108" y="56388"/>
                  </a:lnTo>
                  <a:close/>
                </a:path>
                <a:path w="334010" h="361314">
                  <a:moveTo>
                    <a:pt x="106680" y="83820"/>
                  </a:moveTo>
                  <a:lnTo>
                    <a:pt x="105156" y="83820"/>
                  </a:lnTo>
                  <a:lnTo>
                    <a:pt x="105156" y="361188"/>
                  </a:lnTo>
                  <a:lnTo>
                    <a:pt x="106680" y="361188"/>
                  </a:lnTo>
                  <a:lnTo>
                    <a:pt x="106680" y="83820"/>
                  </a:lnTo>
                  <a:close/>
                </a:path>
                <a:path w="334010" h="361314">
                  <a:moveTo>
                    <a:pt x="111252" y="73152"/>
                  </a:moveTo>
                  <a:lnTo>
                    <a:pt x="109728" y="73152"/>
                  </a:lnTo>
                  <a:lnTo>
                    <a:pt x="109728" y="361188"/>
                  </a:lnTo>
                  <a:lnTo>
                    <a:pt x="111252" y="361188"/>
                  </a:lnTo>
                  <a:lnTo>
                    <a:pt x="111252" y="73152"/>
                  </a:lnTo>
                  <a:close/>
                </a:path>
                <a:path w="334010" h="361314">
                  <a:moveTo>
                    <a:pt x="115824" y="73152"/>
                  </a:moveTo>
                  <a:lnTo>
                    <a:pt x="114300" y="73152"/>
                  </a:lnTo>
                  <a:lnTo>
                    <a:pt x="114300" y="361188"/>
                  </a:lnTo>
                  <a:lnTo>
                    <a:pt x="115824" y="361188"/>
                  </a:lnTo>
                  <a:lnTo>
                    <a:pt x="115824" y="73152"/>
                  </a:lnTo>
                  <a:close/>
                </a:path>
                <a:path w="334010" h="361314">
                  <a:moveTo>
                    <a:pt x="120396" y="28968"/>
                  </a:moveTo>
                  <a:lnTo>
                    <a:pt x="118872" y="28968"/>
                  </a:lnTo>
                  <a:lnTo>
                    <a:pt x="118872" y="361188"/>
                  </a:lnTo>
                  <a:lnTo>
                    <a:pt x="120396" y="361188"/>
                  </a:lnTo>
                  <a:lnTo>
                    <a:pt x="120396" y="28968"/>
                  </a:lnTo>
                  <a:close/>
                </a:path>
                <a:path w="334010" h="361314">
                  <a:moveTo>
                    <a:pt x="124968" y="73152"/>
                  </a:moveTo>
                  <a:lnTo>
                    <a:pt x="123444" y="73152"/>
                  </a:lnTo>
                  <a:lnTo>
                    <a:pt x="123444" y="361188"/>
                  </a:lnTo>
                  <a:lnTo>
                    <a:pt x="124968" y="361188"/>
                  </a:lnTo>
                  <a:lnTo>
                    <a:pt x="124968" y="73152"/>
                  </a:lnTo>
                  <a:close/>
                </a:path>
                <a:path w="334010" h="361314">
                  <a:moveTo>
                    <a:pt x="129540" y="73152"/>
                  </a:moveTo>
                  <a:lnTo>
                    <a:pt x="128016" y="73152"/>
                  </a:lnTo>
                  <a:lnTo>
                    <a:pt x="128016" y="361188"/>
                  </a:lnTo>
                  <a:lnTo>
                    <a:pt x="129540" y="361188"/>
                  </a:lnTo>
                  <a:lnTo>
                    <a:pt x="129540" y="73152"/>
                  </a:lnTo>
                  <a:close/>
                </a:path>
                <a:path w="334010" h="361314">
                  <a:moveTo>
                    <a:pt x="134112" y="60960"/>
                  </a:moveTo>
                  <a:lnTo>
                    <a:pt x="132588" y="60960"/>
                  </a:lnTo>
                  <a:lnTo>
                    <a:pt x="132588" y="361188"/>
                  </a:lnTo>
                  <a:lnTo>
                    <a:pt x="134112" y="361188"/>
                  </a:lnTo>
                  <a:lnTo>
                    <a:pt x="134112" y="60960"/>
                  </a:lnTo>
                  <a:close/>
                </a:path>
                <a:path w="334010" h="361314">
                  <a:moveTo>
                    <a:pt x="140208" y="67068"/>
                  </a:moveTo>
                  <a:lnTo>
                    <a:pt x="137160" y="67068"/>
                  </a:lnTo>
                  <a:lnTo>
                    <a:pt x="137160" y="361188"/>
                  </a:lnTo>
                  <a:lnTo>
                    <a:pt x="140208" y="361188"/>
                  </a:lnTo>
                  <a:lnTo>
                    <a:pt x="140208" y="67068"/>
                  </a:lnTo>
                  <a:close/>
                </a:path>
                <a:path w="334010" h="361314">
                  <a:moveTo>
                    <a:pt x="144780" y="86880"/>
                  </a:moveTo>
                  <a:lnTo>
                    <a:pt x="141732" y="86880"/>
                  </a:lnTo>
                  <a:lnTo>
                    <a:pt x="141732" y="361188"/>
                  </a:lnTo>
                  <a:lnTo>
                    <a:pt x="144780" y="361188"/>
                  </a:lnTo>
                  <a:lnTo>
                    <a:pt x="144780" y="86880"/>
                  </a:lnTo>
                  <a:close/>
                </a:path>
                <a:path w="334010" h="361314">
                  <a:moveTo>
                    <a:pt x="149352" y="36576"/>
                  </a:moveTo>
                  <a:lnTo>
                    <a:pt x="147828" y="36576"/>
                  </a:lnTo>
                  <a:lnTo>
                    <a:pt x="147828" y="361188"/>
                  </a:lnTo>
                  <a:lnTo>
                    <a:pt x="149352" y="361188"/>
                  </a:lnTo>
                  <a:lnTo>
                    <a:pt x="149352" y="36576"/>
                  </a:lnTo>
                  <a:close/>
                </a:path>
                <a:path w="334010" h="361314">
                  <a:moveTo>
                    <a:pt x="153924" y="28968"/>
                  </a:moveTo>
                  <a:lnTo>
                    <a:pt x="152400" y="28968"/>
                  </a:lnTo>
                  <a:lnTo>
                    <a:pt x="152400" y="361188"/>
                  </a:lnTo>
                  <a:lnTo>
                    <a:pt x="153924" y="361188"/>
                  </a:lnTo>
                  <a:lnTo>
                    <a:pt x="153924" y="28968"/>
                  </a:lnTo>
                  <a:close/>
                </a:path>
                <a:path w="334010" h="361314">
                  <a:moveTo>
                    <a:pt x="158496" y="1524"/>
                  </a:moveTo>
                  <a:lnTo>
                    <a:pt x="156972" y="1524"/>
                  </a:lnTo>
                  <a:lnTo>
                    <a:pt x="156972" y="361188"/>
                  </a:lnTo>
                  <a:lnTo>
                    <a:pt x="158496" y="361188"/>
                  </a:lnTo>
                  <a:lnTo>
                    <a:pt x="158496" y="1524"/>
                  </a:lnTo>
                  <a:close/>
                </a:path>
                <a:path w="334010" h="361314">
                  <a:moveTo>
                    <a:pt x="163068" y="24384"/>
                  </a:moveTo>
                  <a:lnTo>
                    <a:pt x="161544" y="24384"/>
                  </a:lnTo>
                  <a:lnTo>
                    <a:pt x="161544" y="361188"/>
                  </a:lnTo>
                  <a:lnTo>
                    <a:pt x="163068" y="361188"/>
                  </a:lnTo>
                  <a:lnTo>
                    <a:pt x="163068" y="24384"/>
                  </a:lnTo>
                  <a:close/>
                </a:path>
                <a:path w="334010" h="361314">
                  <a:moveTo>
                    <a:pt x="167640" y="24384"/>
                  </a:moveTo>
                  <a:lnTo>
                    <a:pt x="166116" y="24384"/>
                  </a:lnTo>
                  <a:lnTo>
                    <a:pt x="166116" y="361188"/>
                  </a:lnTo>
                  <a:lnTo>
                    <a:pt x="167640" y="361188"/>
                  </a:lnTo>
                  <a:lnTo>
                    <a:pt x="167640" y="24384"/>
                  </a:lnTo>
                  <a:close/>
                </a:path>
                <a:path w="334010" h="361314">
                  <a:moveTo>
                    <a:pt x="172212" y="47256"/>
                  </a:moveTo>
                  <a:lnTo>
                    <a:pt x="170688" y="47256"/>
                  </a:lnTo>
                  <a:lnTo>
                    <a:pt x="170688" y="361188"/>
                  </a:lnTo>
                  <a:lnTo>
                    <a:pt x="172212" y="361188"/>
                  </a:lnTo>
                  <a:lnTo>
                    <a:pt x="172212" y="47256"/>
                  </a:lnTo>
                  <a:close/>
                </a:path>
                <a:path w="334010" h="361314">
                  <a:moveTo>
                    <a:pt x="178308" y="30492"/>
                  </a:moveTo>
                  <a:lnTo>
                    <a:pt x="175260" y="30492"/>
                  </a:lnTo>
                  <a:lnTo>
                    <a:pt x="175260" y="361188"/>
                  </a:lnTo>
                  <a:lnTo>
                    <a:pt x="178308" y="361188"/>
                  </a:lnTo>
                  <a:lnTo>
                    <a:pt x="178308" y="30492"/>
                  </a:lnTo>
                  <a:close/>
                </a:path>
                <a:path w="334010" h="361314">
                  <a:moveTo>
                    <a:pt x="182880" y="32004"/>
                  </a:moveTo>
                  <a:lnTo>
                    <a:pt x="179832" y="32004"/>
                  </a:lnTo>
                  <a:lnTo>
                    <a:pt x="179832" y="361188"/>
                  </a:lnTo>
                  <a:lnTo>
                    <a:pt x="182880" y="361188"/>
                  </a:lnTo>
                  <a:lnTo>
                    <a:pt x="182880" y="32004"/>
                  </a:lnTo>
                  <a:close/>
                </a:path>
                <a:path w="334010" h="361314">
                  <a:moveTo>
                    <a:pt x="187452" y="36576"/>
                  </a:moveTo>
                  <a:lnTo>
                    <a:pt x="184404" y="36576"/>
                  </a:lnTo>
                  <a:lnTo>
                    <a:pt x="184404" y="361188"/>
                  </a:lnTo>
                  <a:lnTo>
                    <a:pt x="187452" y="361188"/>
                  </a:lnTo>
                  <a:lnTo>
                    <a:pt x="187452" y="36576"/>
                  </a:lnTo>
                  <a:close/>
                </a:path>
                <a:path w="334010" h="361314">
                  <a:moveTo>
                    <a:pt x="192024" y="41148"/>
                  </a:moveTo>
                  <a:lnTo>
                    <a:pt x="190500" y="41148"/>
                  </a:lnTo>
                  <a:lnTo>
                    <a:pt x="190500" y="361188"/>
                  </a:lnTo>
                  <a:lnTo>
                    <a:pt x="192024" y="361188"/>
                  </a:lnTo>
                  <a:lnTo>
                    <a:pt x="192024" y="41148"/>
                  </a:lnTo>
                  <a:close/>
                </a:path>
                <a:path w="334010" h="361314">
                  <a:moveTo>
                    <a:pt x="196596" y="12192"/>
                  </a:moveTo>
                  <a:lnTo>
                    <a:pt x="195072" y="12192"/>
                  </a:lnTo>
                  <a:lnTo>
                    <a:pt x="195072" y="361188"/>
                  </a:lnTo>
                  <a:lnTo>
                    <a:pt x="196596" y="361188"/>
                  </a:lnTo>
                  <a:lnTo>
                    <a:pt x="196596" y="12192"/>
                  </a:lnTo>
                  <a:close/>
                </a:path>
                <a:path w="334010" h="361314">
                  <a:moveTo>
                    <a:pt x="201168" y="246888"/>
                  </a:moveTo>
                  <a:lnTo>
                    <a:pt x="199644" y="246888"/>
                  </a:lnTo>
                  <a:lnTo>
                    <a:pt x="199644" y="361188"/>
                  </a:lnTo>
                  <a:lnTo>
                    <a:pt x="201168" y="361188"/>
                  </a:lnTo>
                  <a:lnTo>
                    <a:pt x="201168" y="246888"/>
                  </a:lnTo>
                  <a:close/>
                </a:path>
                <a:path w="334010" h="361314">
                  <a:moveTo>
                    <a:pt x="205740" y="36576"/>
                  </a:moveTo>
                  <a:lnTo>
                    <a:pt x="204216" y="36576"/>
                  </a:lnTo>
                  <a:lnTo>
                    <a:pt x="204216" y="361188"/>
                  </a:lnTo>
                  <a:lnTo>
                    <a:pt x="205740" y="361188"/>
                  </a:lnTo>
                  <a:lnTo>
                    <a:pt x="205740" y="36576"/>
                  </a:lnTo>
                  <a:close/>
                </a:path>
                <a:path w="334010" h="361314">
                  <a:moveTo>
                    <a:pt x="210312" y="18288"/>
                  </a:moveTo>
                  <a:lnTo>
                    <a:pt x="208788" y="18288"/>
                  </a:lnTo>
                  <a:lnTo>
                    <a:pt x="208788" y="361188"/>
                  </a:lnTo>
                  <a:lnTo>
                    <a:pt x="210312" y="361188"/>
                  </a:lnTo>
                  <a:lnTo>
                    <a:pt x="210312" y="18288"/>
                  </a:lnTo>
                  <a:close/>
                </a:path>
                <a:path w="334010" h="361314">
                  <a:moveTo>
                    <a:pt x="214884" y="67068"/>
                  </a:moveTo>
                  <a:lnTo>
                    <a:pt x="213360" y="67068"/>
                  </a:lnTo>
                  <a:lnTo>
                    <a:pt x="213360" y="361188"/>
                  </a:lnTo>
                  <a:lnTo>
                    <a:pt x="214884" y="361188"/>
                  </a:lnTo>
                  <a:lnTo>
                    <a:pt x="214884" y="67068"/>
                  </a:lnTo>
                  <a:close/>
                </a:path>
                <a:path w="334010" h="361314">
                  <a:moveTo>
                    <a:pt x="220980" y="21336"/>
                  </a:moveTo>
                  <a:lnTo>
                    <a:pt x="217932" y="21336"/>
                  </a:lnTo>
                  <a:lnTo>
                    <a:pt x="217932" y="361188"/>
                  </a:lnTo>
                  <a:lnTo>
                    <a:pt x="220980" y="361188"/>
                  </a:lnTo>
                  <a:lnTo>
                    <a:pt x="220980" y="21336"/>
                  </a:lnTo>
                  <a:close/>
                </a:path>
                <a:path w="334010" h="361314">
                  <a:moveTo>
                    <a:pt x="225552" y="41148"/>
                  </a:moveTo>
                  <a:lnTo>
                    <a:pt x="222504" y="41148"/>
                  </a:lnTo>
                  <a:lnTo>
                    <a:pt x="222504" y="361188"/>
                  </a:lnTo>
                  <a:lnTo>
                    <a:pt x="225552" y="361188"/>
                  </a:lnTo>
                  <a:lnTo>
                    <a:pt x="225552" y="41148"/>
                  </a:lnTo>
                  <a:close/>
                </a:path>
                <a:path w="334010" h="361314">
                  <a:moveTo>
                    <a:pt x="230124" y="47256"/>
                  </a:moveTo>
                  <a:lnTo>
                    <a:pt x="228600" y="47256"/>
                  </a:lnTo>
                  <a:lnTo>
                    <a:pt x="228600" y="361188"/>
                  </a:lnTo>
                  <a:lnTo>
                    <a:pt x="230124" y="361188"/>
                  </a:lnTo>
                  <a:lnTo>
                    <a:pt x="230124" y="47256"/>
                  </a:lnTo>
                  <a:close/>
                </a:path>
                <a:path w="334010" h="361314">
                  <a:moveTo>
                    <a:pt x="234696" y="28968"/>
                  </a:moveTo>
                  <a:lnTo>
                    <a:pt x="233172" y="28968"/>
                  </a:lnTo>
                  <a:lnTo>
                    <a:pt x="233172" y="361188"/>
                  </a:lnTo>
                  <a:lnTo>
                    <a:pt x="234696" y="361188"/>
                  </a:lnTo>
                  <a:lnTo>
                    <a:pt x="234696" y="28968"/>
                  </a:lnTo>
                  <a:close/>
                </a:path>
                <a:path w="334010" h="361314">
                  <a:moveTo>
                    <a:pt x="239268" y="19812"/>
                  </a:moveTo>
                  <a:lnTo>
                    <a:pt x="237744" y="19812"/>
                  </a:lnTo>
                  <a:lnTo>
                    <a:pt x="237744" y="361188"/>
                  </a:lnTo>
                  <a:lnTo>
                    <a:pt x="239268" y="361188"/>
                  </a:lnTo>
                  <a:lnTo>
                    <a:pt x="239268" y="19812"/>
                  </a:lnTo>
                  <a:close/>
                </a:path>
                <a:path w="334010" h="361314">
                  <a:moveTo>
                    <a:pt x="243840" y="19812"/>
                  </a:moveTo>
                  <a:lnTo>
                    <a:pt x="242316" y="19812"/>
                  </a:lnTo>
                  <a:lnTo>
                    <a:pt x="242316" y="361188"/>
                  </a:lnTo>
                  <a:lnTo>
                    <a:pt x="243840" y="361188"/>
                  </a:lnTo>
                  <a:lnTo>
                    <a:pt x="243840" y="19812"/>
                  </a:lnTo>
                  <a:close/>
                </a:path>
                <a:path w="334010" h="361314">
                  <a:moveTo>
                    <a:pt x="248412" y="39624"/>
                  </a:moveTo>
                  <a:lnTo>
                    <a:pt x="246888" y="39624"/>
                  </a:lnTo>
                  <a:lnTo>
                    <a:pt x="246888" y="361188"/>
                  </a:lnTo>
                  <a:lnTo>
                    <a:pt x="248412" y="361188"/>
                  </a:lnTo>
                  <a:lnTo>
                    <a:pt x="248412" y="39624"/>
                  </a:lnTo>
                  <a:close/>
                </a:path>
                <a:path w="334010" h="361314">
                  <a:moveTo>
                    <a:pt x="252984" y="9144"/>
                  </a:moveTo>
                  <a:lnTo>
                    <a:pt x="251460" y="9144"/>
                  </a:lnTo>
                  <a:lnTo>
                    <a:pt x="251460" y="361188"/>
                  </a:lnTo>
                  <a:lnTo>
                    <a:pt x="252984" y="361188"/>
                  </a:lnTo>
                  <a:lnTo>
                    <a:pt x="252984" y="9144"/>
                  </a:lnTo>
                  <a:close/>
                </a:path>
                <a:path w="334010" h="361314">
                  <a:moveTo>
                    <a:pt x="257556" y="30492"/>
                  </a:moveTo>
                  <a:lnTo>
                    <a:pt x="256032" y="30492"/>
                  </a:lnTo>
                  <a:lnTo>
                    <a:pt x="256032" y="361188"/>
                  </a:lnTo>
                  <a:lnTo>
                    <a:pt x="257556" y="361188"/>
                  </a:lnTo>
                  <a:lnTo>
                    <a:pt x="257556" y="30492"/>
                  </a:lnTo>
                  <a:close/>
                </a:path>
                <a:path w="334010" h="361314">
                  <a:moveTo>
                    <a:pt x="263652" y="57912"/>
                  </a:moveTo>
                  <a:lnTo>
                    <a:pt x="260604" y="57912"/>
                  </a:lnTo>
                  <a:lnTo>
                    <a:pt x="260604" y="361188"/>
                  </a:lnTo>
                  <a:lnTo>
                    <a:pt x="263652" y="361188"/>
                  </a:lnTo>
                  <a:lnTo>
                    <a:pt x="263652" y="57912"/>
                  </a:lnTo>
                  <a:close/>
                </a:path>
                <a:path w="334010" h="361314">
                  <a:moveTo>
                    <a:pt x="268224" y="7620"/>
                  </a:moveTo>
                  <a:lnTo>
                    <a:pt x="265176" y="7620"/>
                  </a:lnTo>
                  <a:lnTo>
                    <a:pt x="265176" y="361188"/>
                  </a:lnTo>
                  <a:lnTo>
                    <a:pt x="268224" y="361188"/>
                  </a:lnTo>
                  <a:lnTo>
                    <a:pt x="268224" y="7620"/>
                  </a:lnTo>
                  <a:close/>
                </a:path>
                <a:path w="334010" h="361314">
                  <a:moveTo>
                    <a:pt x="272796" y="12192"/>
                  </a:moveTo>
                  <a:lnTo>
                    <a:pt x="271272" y="12192"/>
                  </a:lnTo>
                  <a:lnTo>
                    <a:pt x="271272" y="361188"/>
                  </a:lnTo>
                  <a:lnTo>
                    <a:pt x="272796" y="361188"/>
                  </a:lnTo>
                  <a:lnTo>
                    <a:pt x="272796" y="12192"/>
                  </a:lnTo>
                  <a:close/>
                </a:path>
                <a:path w="334010" h="361314">
                  <a:moveTo>
                    <a:pt x="277368" y="41148"/>
                  </a:moveTo>
                  <a:lnTo>
                    <a:pt x="275844" y="41148"/>
                  </a:lnTo>
                  <a:lnTo>
                    <a:pt x="275844" y="361188"/>
                  </a:lnTo>
                  <a:lnTo>
                    <a:pt x="277368" y="361188"/>
                  </a:lnTo>
                  <a:lnTo>
                    <a:pt x="277368" y="41148"/>
                  </a:lnTo>
                  <a:close/>
                </a:path>
                <a:path w="334010" h="361314">
                  <a:moveTo>
                    <a:pt x="281940" y="32004"/>
                  </a:moveTo>
                  <a:lnTo>
                    <a:pt x="280416" y="32004"/>
                  </a:lnTo>
                  <a:lnTo>
                    <a:pt x="280416" y="361188"/>
                  </a:lnTo>
                  <a:lnTo>
                    <a:pt x="281940" y="361188"/>
                  </a:lnTo>
                  <a:lnTo>
                    <a:pt x="281940" y="32004"/>
                  </a:lnTo>
                  <a:close/>
                </a:path>
                <a:path w="334010" h="361314">
                  <a:moveTo>
                    <a:pt x="286512" y="7620"/>
                  </a:moveTo>
                  <a:lnTo>
                    <a:pt x="284988" y="7620"/>
                  </a:lnTo>
                  <a:lnTo>
                    <a:pt x="284988" y="361188"/>
                  </a:lnTo>
                  <a:lnTo>
                    <a:pt x="286512" y="361188"/>
                  </a:lnTo>
                  <a:lnTo>
                    <a:pt x="286512" y="7620"/>
                  </a:lnTo>
                  <a:close/>
                </a:path>
                <a:path w="334010" h="361314">
                  <a:moveTo>
                    <a:pt x="291084" y="89916"/>
                  </a:moveTo>
                  <a:lnTo>
                    <a:pt x="289560" y="89916"/>
                  </a:lnTo>
                  <a:lnTo>
                    <a:pt x="289560" y="361188"/>
                  </a:lnTo>
                  <a:lnTo>
                    <a:pt x="291084" y="361188"/>
                  </a:lnTo>
                  <a:lnTo>
                    <a:pt x="291084" y="89916"/>
                  </a:lnTo>
                  <a:close/>
                </a:path>
                <a:path w="334010" h="361314">
                  <a:moveTo>
                    <a:pt x="295656" y="24384"/>
                  </a:moveTo>
                  <a:lnTo>
                    <a:pt x="294132" y="24384"/>
                  </a:lnTo>
                  <a:lnTo>
                    <a:pt x="294132" y="361188"/>
                  </a:lnTo>
                  <a:lnTo>
                    <a:pt x="295656" y="361188"/>
                  </a:lnTo>
                  <a:lnTo>
                    <a:pt x="295656" y="24384"/>
                  </a:lnTo>
                  <a:close/>
                </a:path>
                <a:path w="334010" h="361314">
                  <a:moveTo>
                    <a:pt x="301752" y="28968"/>
                  </a:moveTo>
                  <a:lnTo>
                    <a:pt x="298704" y="28968"/>
                  </a:lnTo>
                  <a:lnTo>
                    <a:pt x="298704" y="361188"/>
                  </a:lnTo>
                  <a:lnTo>
                    <a:pt x="301752" y="361188"/>
                  </a:lnTo>
                  <a:lnTo>
                    <a:pt x="301752" y="28968"/>
                  </a:lnTo>
                  <a:close/>
                </a:path>
                <a:path w="334010" h="361314">
                  <a:moveTo>
                    <a:pt x="306324" y="7620"/>
                  </a:moveTo>
                  <a:lnTo>
                    <a:pt x="303276" y="7620"/>
                  </a:lnTo>
                  <a:lnTo>
                    <a:pt x="303276" y="361188"/>
                  </a:lnTo>
                  <a:lnTo>
                    <a:pt x="306324" y="361188"/>
                  </a:lnTo>
                  <a:lnTo>
                    <a:pt x="306324" y="7620"/>
                  </a:lnTo>
                  <a:close/>
                </a:path>
                <a:path w="334010" h="361314">
                  <a:moveTo>
                    <a:pt x="310896" y="32004"/>
                  </a:moveTo>
                  <a:lnTo>
                    <a:pt x="307848" y="32004"/>
                  </a:lnTo>
                  <a:lnTo>
                    <a:pt x="307848" y="361188"/>
                  </a:lnTo>
                  <a:lnTo>
                    <a:pt x="310896" y="361188"/>
                  </a:lnTo>
                  <a:lnTo>
                    <a:pt x="310896" y="32004"/>
                  </a:lnTo>
                  <a:close/>
                </a:path>
                <a:path w="334010" h="361314">
                  <a:moveTo>
                    <a:pt x="315468" y="27444"/>
                  </a:moveTo>
                  <a:lnTo>
                    <a:pt x="313944" y="27444"/>
                  </a:lnTo>
                  <a:lnTo>
                    <a:pt x="313944" y="361188"/>
                  </a:lnTo>
                  <a:lnTo>
                    <a:pt x="315468" y="361188"/>
                  </a:lnTo>
                  <a:lnTo>
                    <a:pt x="315468" y="27444"/>
                  </a:lnTo>
                  <a:close/>
                </a:path>
                <a:path w="334010" h="361314">
                  <a:moveTo>
                    <a:pt x="320040" y="83820"/>
                  </a:moveTo>
                  <a:lnTo>
                    <a:pt x="318516" y="83820"/>
                  </a:lnTo>
                  <a:lnTo>
                    <a:pt x="318516" y="361188"/>
                  </a:lnTo>
                  <a:lnTo>
                    <a:pt x="320040" y="361188"/>
                  </a:lnTo>
                  <a:lnTo>
                    <a:pt x="320040" y="83820"/>
                  </a:lnTo>
                  <a:close/>
                </a:path>
                <a:path w="334010" h="361314">
                  <a:moveTo>
                    <a:pt x="324612" y="73152"/>
                  </a:moveTo>
                  <a:lnTo>
                    <a:pt x="323088" y="73152"/>
                  </a:lnTo>
                  <a:lnTo>
                    <a:pt x="323088" y="361188"/>
                  </a:lnTo>
                  <a:lnTo>
                    <a:pt x="324612" y="361188"/>
                  </a:lnTo>
                  <a:lnTo>
                    <a:pt x="324612" y="73152"/>
                  </a:lnTo>
                  <a:close/>
                </a:path>
                <a:path w="334010" h="361314">
                  <a:moveTo>
                    <a:pt x="329184" y="0"/>
                  </a:moveTo>
                  <a:lnTo>
                    <a:pt x="327660" y="0"/>
                  </a:lnTo>
                  <a:lnTo>
                    <a:pt x="327660" y="361188"/>
                  </a:lnTo>
                  <a:lnTo>
                    <a:pt x="329184" y="361188"/>
                  </a:lnTo>
                  <a:lnTo>
                    <a:pt x="329184" y="0"/>
                  </a:lnTo>
                  <a:close/>
                </a:path>
                <a:path w="334010" h="361314">
                  <a:moveTo>
                    <a:pt x="333756" y="24384"/>
                  </a:moveTo>
                  <a:lnTo>
                    <a:pt x="332232" y="24384"/>
                  </a:lnTo>
                  <a:lnTo>
                    <a:pt x="332232" y="361188"/>
                  </a:lnTo>
                  <a:lnTo>
                    <a:pt x="333756" y="361188"/>
                  </a:lnTo>
                  <a:lnTo>
                    <a:pt x="333756" y="24384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23744" y="3499103"/>
              <a:ext cx="334010" cy="364490"/>
            </a:xfrm>
            <a:custGeom>
              <a:avLst/>
              <a:gdLst/>
              <a:ahLst/>
              <a:cxnLst/>
              <a:rect l="l" t="t" r="r" b="b"/>
              <a:pathLst>
                <a:path w="334010" h="364489">
                  <a:moveTo>
                    <a:pt x="1524" y="27432"/>
                  </a:moveTo>
                  <a:lnTo>
                    <a:pt x="0" y="27432"/>
                  </a:lnTo>
                  <a:lnTo>
                    <a:pt x="0" y="364236"/>
                  </a:lnTo>
                  <a:lnTo>
                    <a:pt x="1524" y="364236"/>
                  </a:lnTo>
                  <a:lnTo>
                    <a:pt x="1524" y="27432"/>
                  </a:lnTo>
                  <a:close/>
                </a:path>
                <a:path w="334010" h="364489">
                  <a:moveTo>
                    <a:pt x="6096" y="39624"/>
                  </a:moveTo>
                  <a:lnTo>
                    <a:pt x="4572" y="39624"/>
                  </a:lnTo>
                  <a:lnTo>
                    <a:pt x="4572" y="364236"/>
                  </a:lnTo>
                  <a:lnTo>
                    <a:pt x="6096" y="364236"/>
                  </a:lnTo>
                  <a:lnTo>
                    <a:pt x="6096" y="39624"/>
                  </a:lnTo>
                  <a:close/>
                </a:path>
                <a:path w="334010" h="364489">
                  <a:moveTo>
                    <a:pt x="12192" y="33540"/>
                  </a:moveTo>
                  <a:lnTo>
                    <a:pt x="9144" y="33540"/>
                  </a:lnTo>
                  <a:lnTo>
                    <a:pt x="9144" y="364236"/>
                  </a:lnTo>
                  <a:lnTo>
                    <a:pt x="12192" y="364236"/>
                  </a:lnTo>
                  <a:lnTo>
                    <a:pt x="12192" y="33540"/>
                  </a:lnTo>
                  <a:close/>
                </a:path>
                <a:path w="334010" h="364489">
                  <a:moveTo>
                    <a:pt x="16764" y="53352"/>
                  </a:moveTo>
                  <a:lnTo>
                    <a:pt x="13716" y="53352"/>
                  </a:lnTo>
                  <a:lnTo>
                    <a:pt x="13716" y="364236"/>
                  </a:lnTo>
                  <a:lnTo>
                    <a:pt x="16764" y="364236"/>
                  </a:lnTo>
                  <a:lnTo>
                    <a:pt x="16764" y="53352"/>
                  </a:lnTo>
                  <a:close/>
                </a:path>
                <a:path w="334010" h="364489">
                  <a:moveTo>
                    <a:pt x="21336" y="32016"/>
                  </a:moveTo>
                  <a:lnTo>
                    <a:pt x="19812" y="32016"/>
                  </a:lnTo>
                  <a:lnTo>
                    <a:pt x="19812" y="364236"/>
                  </a:lnTo>
                  <a:lnTo>
                    <a:pt x="21336" y="364236"/>
                  </a:lnTo>
                  <a:lnTo>
                    <a:pt x="21336" y="32016"/>
                  </a:lnTo>
                  <a:close/>
                </a:path>
                <a:path w="334010" h="364489">
                  <a:moveTo>
                    <a:pt x="25908" y="59436"/>
                  </a:moveTo>
                  <a:lnTo>
                    <a:pt x="24384" y="59436"/>
                  </a:lnTo>
                  <a:lnTo>
                    <a:pt x="24384" y="364236"/>
                  </a:lnTo>
                  <a:lnTo>
                    <a:pt x="25908" y="364236"/>
                  </a:lnTo>
                  <a:lnTo>
                    <a:pt x="25908" y="59436"/>
                  </a:lnTo>
                  <a:close/>
                </a:path>
                <a:path w="334010" h="364489">
                  <a:moveTo>
                    <a:pt x="30480" y="249936"/>
                  </a:moveTo>
                  <a:lnTo>
                    <a:pt x="28956" y="249936"/>
                  </a:lnTo>
                  <a:lnTo>
                    <a:pt x="28956" y="364236"/>
                  </a:lnTo>
                  <a:lnTo>
                    <a:pt x="30480" y="364236"/>
                  </a:lnTo>
                  <a:lnTo>
                    <a:pt x="30480" y="249936"/>
                  </a:lnTo>
                  <a:close/>
                </a:path>
                <a:path w="334010" h="364489">
                  <a:moveTo>
                    <a:pt x="35052" y="27432"/>
                  </a:moveTo>
                  <a:lnTo>
                    <a:pt x="33528" y="27432"/>
                  </a:lnTo>
                  <a:lnTo>
                    <a:pt x="33528" y="364236"/>
                  </a:lnTo>
                  <a:lnTo>
                    <a:pt x="35052" y="364236"/>
                  </a:lnTo>
                  <a:lnTo>
                    <a:pt x="35052" y="27432"/>
                  </a:lnTo>
                  <a:close/>
                </a:path>
                <a:path w="334010" h="364489">
                  <a:moveTo>
                    <a:pt x="39624" y="44196"/>
                  </a:moveTo>
                  <a:lnTo>
                    <a:pt x="38100" y="44196"/>
                  </a:lnTo>
                  <a:lnTo>
                    <a:pt x="38100" y="364236"/>
                  </a:lnTo>
                  <a:lnTo>
                    <a:pt x="39624" y="364236"/>
                  </a:lnTo>
                  <a:lnTo>
                    <a:pt x="39624" y="44196"/>
                  </a:lnTo>
                  <a:close/>
                </a:path>
                <a:path w="334010" h="364489">
                  <a:moveTo>
                    <a:pt x="44196" y="39624"/>
                  </a:moveTo>
                  <a:lnTo>
                    <a:pt x="42672" y="39624"/>
                  </a:lnTo>
                  <a:lnTo>
                    <a:pt x="42672" y="364236"/>
                  </a:lnTo>
                  <a:lnTo>
                    <a:pt x="44196" y="364236"/>
                  </a:lnTo>
                  <a:lnTo>
                    <a:pt x="44196" y="39624"/>
                  </a:lnTo>
                  <a:close/>
                </a:path>
                <a:path w="334010" h="364489">
                  <a:moveTo>
                    <a:pt x="48768" y="41148"/>
                  </a:moveTo>
                  <a:lnTo>
                    <a:pt x="47244" y="41148"/>
                  </a:lnTo>
                  <a:lnTo>
                    <a:pt x="47244" y="364236"/>
                  </a:lnTo>
                  <a:lnTo>
                    <a:pt x="48768" y="364236"/>
                  </a:lnTo>
                  <a:lnTo>
                    <a:pt x="48768" y="41148"/>
                  </a:lnTo>
                  <a:close/>
                </a:path>
                <a:path w="334010" h="364489">
                  <a:moveTo>
                    <a:pt x="54864" y="50304"/>
                  </a:moveTo>
                  <a:lnTo>
                    <a:pt x="51816" y="50304"/>
                  </a:lnTo>
                  <a:lnTo>
                    <a:pt x="51816" y="364236"/>
                  </a:lnTo>
                  <a:lnTo>
                    <a:pt x="54864" y="364236"/>
                  </a:lnTo>
                  <a:lnTo>
                    <a:pt x="54864" y="50304"/>
                  </a:lnTo>
                  <a:close/>
                </a:path>
                <a:path w="334010" h="364489">
                  <a:moveTo>
                    <a:pt x="59436" y="100584"/>
                  </a:moveTo>
                  <a:lnTo>
                    <a:pt x="56388" y="100584"/>
                  </a:lnTo>
                  <a:lnTo>
                    <a:pt x="56388" y="364236"/>
                  </a:lnTo>
                  <a:lnTo>
                    <a:pt x="59436" y="364236"/>
                  </a:lnTo>
                  <a:lnTo>
                    <a:pt x="59436" y="100584"/>
                  </a:lnTo>
                  <a:close/>
                </a:path>
                <a:path w="334010" h="364489">
                  <a:moveTo>
                    <a:pt x="64008" y="62484"/>
                  </a:moveTo>
                  <a:lnTo>
                    <a:pt x="62484" y="62484"/>
                  </a:lnTo>
                  <a:lnTo>
                    <a:pt x="62484" y="364236"/>
                  </a:lnTo>
                  <a:lnTo>
                    <a:pt x="64008" y="364236"/>
                  </a:lnTo>
                  <a:lnTo>
                    <a:pt x="64008" y="62484"/>
                  </a:lnTo>
                  <a:close/>
                </a:path>
                <a:path w="334010" h="364489">
                  <a:moveTo>
                    <a:pt x="68580" y="106692"/>
                  </a:moveTo>
                  <a:lnTo>
                    <a:pt x="67056" y="106692"/>
                  </a:lnTo>
                  <a:lnTo>
                    <a:pt x="67056" y="364236"/>
                  </a:lnTo>
                  <a:lnTo>
                    <a:pt x="68580" y="364236"/>
                  </a:lnTo>
                  <a:lnTo>
                    <a:pt x="68580" y="106692"/>
                  </a:lnTo>
                  <a:close/>
                </a:path>
                <a:path w="334010" h="364489">
                  <a:moveTo>
                    <a:pt x="73152" y="106692"/>
                  </a:moveTo>
                  <a:lnTo>
                    <a:pt x="71628" y="106692"/>
                  </a:lnTo>
                  <a:lnTo>
                    <a:pt x="71628" y="364236"/>
                  </a:lnTo>
                  <a:lnTo>
                    <a:pt x="73152" y="364236"/>
                  </a:lnTo>
                  <a:lnTo>
                    <a:pt x="73152" y="106692"/>
                  </a:lnTo>
                  <a:close/>
                </a:path>
                <a:path w="334010" h="364489">
                  <a:moveTo>
                    <a:pt x="77724" y="50304"/>
                  </a:moveTo>
                  <a:lnTo>
                    <a:pt x="76200" y="50304"/>
                  </a:lnTo>
                  <a:lnTo>
                    <a:pt x="76200" y="364236"/>
                  </a:lnTo>
                  <a:lnTo>
                    <a:pt x="77724" y="364236"/>
                  </a:lnTo>
                  <a:lnTo>
                    <a:pt x="77724" y="50304"/>
                  </a:lnTo>
                  <a:close/>
                </a:path>
                <a:path w="334010" h="364489">
                  <a:moveTo>
                    <a:pt x="82296" y="38100"/>
                  </a:moveTo>
                  <a:lnTo>
                    <a:pt x="80772" y="38100"/>
                  </a:lnTo>
                  <a:lnTo>
                    <a:pt x="80772" y="364236"/>
                  </a:lnTo>
                  <a:lnTo>
                    <a:pt x="82296" y="364236"/>
                  </a:lnTo>
                  <a:lnTo>
                    <a:pt x="82296" y="38100"/>
                  </a:lnTo>
                  <a:close/>
                </a:path>
                <a:path w="334010" h="364489">
                  <a:moveTo>
                    <a:pt x="86868" y="68592"/>
                  </a:moveTo>
                  <a:lnTo>
                    <a:pt x="85344" y="68592"/>
                  </a:lnTo>
                  <a:lnTo>
                    <a:pt x="85344" y="364236"/>
                  </a:lnTo>
                  <a:lnTo>
                    <a:pt x="86868" y="364236"/>
                  </a:lnTo>
                  <a:lnTo>
                    <a:pt x="86868" y="68592"/>
                  </a:lnTo>
                  <a:close/>
                </a:path>
                <a:path w="334010" h="364489">
                  <a:moveTo>
                    <a:pt x="92964" y="27432"/>
                  </a:moveTo>
                  <a:lnTo>
                    <a:pt x="89916" y="27432"/>
                  </a:lnTo>
                  <a:lnTo>
                    <a:pt x="89916" y="364236"/>
                  </a:lnTo>
                  <a:lnTo>
                    <a:pt x="92964" y="364236"/>
                  </a:lnTo>
                  <a:lnTo>
                    <a:pt x="92964" y="27432"/>
                  </a:lnTo>
                  <a:close/>
                </a:path>
                <a:path w="334010" h="364489">
                  <a:moveTo>
                    <a:pt x="97536" y="76200"/>
                  </a:moveTo>
                  <a:lnTo>
                    <a:pt x="94488" y="76200"/>
                  </a:lnTo>
                  <a:lnTo>
                    <a:pt x="94488" y="364236"/>
                  </a:lnTo>
                  <a:lnTo>
                    <a:pt x="97536" y="364236"/>
                  </a:lnTo>
                  <a:lnTo>
                    <a:pt x="97536" y="76200"/>
                  </a:lnTo>
                  <a:close/>
                </a:path>
                <a:path w="334010" h="364489">
                  <a:moveTo>
                    <a:pt x="102108" y="35052"/>
                  </a:moveTo>
                  <a:lnTo>
                    <a:pt x="99060" y="35052"/>
                  </a:lnTo>
                  <a:lnTo>
                    <a:pt x="99060" y="364236"/>
                  </a:lnTo>
                  <a:lnTo>
                    <a:pt x="102108" y="364236"/>
                  </a:lnTo>
                  <a:lnTo>
                    <a:pt x="102108" y="35052"/>
                  </a:lnTo>
                  <a:close/>
                </a:path>
                <a:path w="334010" h="364489">
                  <a:moveTo>
                    <a:pt x="106680" y="76200"/>
                  </a:moveTo>
                  <a:lnTo>
                    <a:pt x="105156" y="76200"/>
                  </a:lnTo>
                  <a:lnTo>
                    <a:pt x="105156" y="364236"/>
                  </a:lnTo>
                  <a:lnTo>
                    <a:pt x="106680" y="364236"/>
                  </a:lnTo>
                  <a:lnTo>
                    <a:pt x="106680" y="76200"/>
                  </a:lnTo>
                  <a:close/>
                </a:path>
                <a:path w="334010" h="364489">
                  <a:moveTo>
                    <a:pt x="111252" y="112776"/>
                  </a:moveTo>
                  <a:lnTo>
                    <a:pt x="109728" y="112776"/>
                  </a:lnTo>
                  <a:lnTo>
                    <a:pt x="109728" y="364236"/>
                  </a:lnTo>
                  <a:lnTo>
                    <a:pt x="111252" y="364236"/>
                  </a:lnTo>
                  <a:lnTo>
                    <a:pt x="111252" y="112776"/>
                  </a:lnTo>
                  <a:close/>
                </a:path>
                <a:path w="334010" h="364489">
                  <a:moveTo>
                    <a:pt x="115824" y="44196"/>
                  </a:moveTo>
                  <a:lnTo>
                    <a:pt x="114300" y="44196"/>
                  </a:lnTo>
                  <a:lnTo>
                    <a:pt x="114300" y="364236"/>
                  </a:lnTo>
                  <a:lnTo>
                    <a:pt x="115824" y="364236"/>
                  </a:lnTo>
                  <a:lnTo>
                    <a:pt x="115824" y="44196"/>
                  </a:lnTo>
                  <a:close/>
                </a:path>
                <a:path w="334010" h="364489">
                  <a:moveTo>
                    <a:pt x="120396" y="50304"/>
                  </a:moveTo>
                  <a:lnTo>
                    <a:pt x="118872" y="50304"/>
                  </a:lnTo>
                  <a:lnTo>
                    <a:pt x="118872" y="364236"/>
                  </a:lnTo>
                  <a:lnTo>
                    <a:pt x="120396" y="364236"/>
                  </a:lnTo>
                  <a:lnTo>
                    <a:pt x="120396" y="50304"/>
                  </a:lnTo>
                  <a:close/>
                </a:path>
                <a:path w="334010" h="364489">
                  <a:moveTo>
                    <a:pt x="124968" y="67056"/>
                  </a:moveTo>
                  <a:lnTo>
                    <a:pt x="123444" y="67056"/>
                  </a:lnTo>
                  <a:lnTo>
                    <a:pt x="123444" y="364236"/>
                  </a:lnTo>
                  <a:lnTo>
                    <a:pt x="124968" y="364236"/>
                  </a:lnTo>
                  <a:lnTo>
                    <a:pt x="124968" y="67056"/>
                  </a:lnTo>
                  <a:close/>
                </a:path>
                <a:path w="334010" h="364489">
                  <a:moveTo>
                    <a:pt x="129540" y="64008"/>
                  </a:moveTo>
                  <a:lnTo>
                    <a:pt x="128016" y="64008"/>
                  </a:lnTo>
                  <a:lnTo>
                    <a:pt x="128016" y="364236"/>
                  </a:lnTo>
                  <a:lnTo>
                    <a:pt x="129540" y="364236"/>
                  </a:lnTo>
                  <a:lnTo>
                    <a:pt x="129540" y="64008"/>
                  </a:lnTo>
                  <a:close/>
                </a:path>
                <a:path w="334010" h="364489">
                  <a:moveTo>
                    <a:pt x="135636" y="32016"/>
                  </a:moveTo>
                  <a:lnTo>
                    <a:pt x="132588" y="32016"/>
                  </a:lnTo>
                  <a:lnTo>
                    <a:pt x="132588" y="364236"/>
                  </a:lnTo>
                  <a:lnTo>
                    <a:pt x="135636" y="364236"/>
                  </a:lnTo>
                  <a:lnTo>
                    <a:pt x="135636" y="32016"/>
                  </a:lnTo>
                  <a:close/>
                </a:path>
                <a:path w="334010" h="364489">
                  <a:moveTo>
                    <a:pt x="140208" y="96012"/>
                  </a:moveTo>
                  <a:lnTo>
                    <a:pt x="137160" y="96012"/>
                  </a:lnTo>
                  <a:lnTo>
                    <a:pt x="137160" y="364236"/>
                  </a:lnTo>
                  <a:lnTo>
                    <a:pt x="140208" y="364236"/>
                  </a:lnTo>
                  <a:lnTo>
                    <a:pt x="140208" y="96012"/>
                  </a:lnTo>
                  <a:close/>
                </a:path>
                <a:path w="334010" h="364489">
                  <a:moveTo>
                    <a:pt x="144780" y="44196"/>
                  </a:moveTo>
                  <a:lnTo>
                    <a:pt x="143256" y="44196"/>
                  </a:lnTo>
                  <a:lnTo>
                    <a:pt x="143256" y="364236"/>
                  </a:lnTo>
                  <a:lnTo>
                    <a:pt x="144780" y="364236"/>
                  </a:lnTo>
                  <a:lnTo>
                    <a:pt x="144780" y="44196"/>
                  </a:lnTo>
                  <a:close/>
                </a:path>
                <a:path w="334010" h="364489">
                  <a:moveTo>
                    <a:pt x="149352" y="77724"/>
                  </a:moveTo>
                  <a:lnTo>
                    <a:pt x="147828" y="77724"/>
                  </a:lnTo>
                  <a:lnTo>
                    <a:pt x="147828" y="364236"/>
                  </a:lnTo>
                  <a:lnTo>
                    <a:pt x="149352" y="364236"/>
                  </a:lnTo>
                  <a:lnTo>
                    <a:pt x="149352" y="77724"/>
                  </a:lnTo>
                  <a:close/>
                </a:path>
                <a:path w="334010" h="364489">
                  <a:moveTo>
                    <a:pt x="153924" y="100584"/>
                  </a:moveTo>
                  <a:lnTo>
                    <a:pt x="152400" y="100584"/>
                  </a:lnTo>
                  <a:lnTo>
                    <a:pt x="152400" y="364236"/>
                  </a:lnTo>
                  <a:lnTo>
                    <a:pt x="153924" y="364236"/>
                  </a:lnTo>
                  <a:lnTo>
                    <a:pt x="153924" y="100584"/>
                  </a:lnTo>
                  <a:close/>
                </a:path>
                <a:path w="334010" h="364489">
                  <a:moveTo>
                    <a:pt x="158496" y="7620"/>
                  </a:moveTo>
                  <a:lnTo>
                    <a:pt x="156972" y="7620"/>
                  </a:lnTo>
                  <a:lnTo>
                    <a:pt x="156972" y="364236"/>
                  </a:lnTo>
                  <a:lnTo>
                    <a:pt x="158496" y="364236"/>
                  </a:lnTo>
                  <a:lnTo>
                    <a:pt x="158496" y="7620"/>
                  </a:lnTo>
                  <a:close/>
                </a:path>
                <a:path w="334010" h="364489">
                  <a:moveTo>
                    <a:pt x="163068" y="7620"/>
                  </a:moveTo>
                  <a:lnTo>
                    <a:pt x="161544" y="7620"/>
                  </a:lnTo>
                  <a:lnTo>
                    <a:pt x="161544" y="364236"/>
                  </a:lnTo>
                  <a:lnTo>
                    <a:pt x="163068" y="364236"/>
                  </a:lnTo>
                  <a:lnTo>
                    <a:pt x="163068" y="7620"/>
                  </a:lnTo>
                  <a:close/>
                </a:path>
                <a:path w="334010" h="364489">
                  <a:moveTo>
                    <a:pt x="167640" y="32016"/>
                  </a:moveTo>
                  <a:lnTo>
                    <a:pt x="166116" y="32016"/>
                  </a:lnTo>
                  <a:lnTo>
                    <a:pt x="166116" y="364236"/>
                  </a:lnTo>
                  <a:lnTo>
                    <a:pt x="167640" y="364236"/>
                  </a:lnTo>
                  <a:lnTo>
                    <a:pt x="167640" y="32016"/>
                  </a:lnTo>
                  <a:close/>
                </a:path>
                <a:path w="334010" h="364489">
                  <a:moveTo>
                    <a:pt x="172212" y="27432"/>
                  </a:moveTo>
                  <a:lnTo>
                    <a:pt x="170688" y="27432"/>
                  </a:lnTo>
                  <a:lnTo>
                    <a:pt x="170688" y="364236"/>
                  </a:lnTo>
                  <a:lnTo>
                    <a:pt x="172212" y="364236"/>
                  </a:lnTo>
                  <a:lnTo>
                    <a:pt x="172212" y="27432"/>
                  </a:lnTo>
                  <a:close/>
                </a:path>
                <a:path w="334010" h="364489">
                  <a:moveTo>
                    <a:pt x="178308" y="0"/>
                  </a:moveTo>
                  <a:lnTo>
                    <a:pt x="175260" y="0"/>
                  </a:lnTo>
                  <a:lnTo>
                    <a:pt x="175260" y="364236"/>
                  </a:lnTo>
                  <a:lnTo>
                    <a:pt x="178308" y="364236"/>
                  </a:lnTo>
                  <a:lnTo>
                    <a:pt x="178308" y="0"/>
                  </a:lnTo>
                  <a:close/>
                </a:path>
                <a:path w="334010" h="364489">
                  <a:moveTo>
                    <a:pt x="182880" y="249936"/>
                  </a:moveTo>
                  <a:lnTo>
                    <a:pt x="179832" y="249936"/>
                  </a:lnTo>
                  <a:lnTo>
                    <a:pt x="179832" y="364236"/>
                  </a:lnTo>
                  <a:lnTo>
                    <a:pt x="182880" y="364236"/>
                  </a:lnTo>
                  <a:lnTo>
                    <a:pt x="182880" y="249936"/>
                  </a:lnTo>
                  <a:close/>
                </a:path>
                <a:path w="334010" h="364489">
                  <a:moveTo>
                    <a:pt x="187452" y="249936"/>
                  </a:moveTo>
                  <a:lnTo>
                    <a:pt x="185928" y="249936"/>
                  </a:lnTo>
                  <a:lnTo>
                    <a:pt x="185928" y="364236"/>
                  </a:lnTo>
                  <a:lnTo>
                    <a:pt x="187452" y="364236"/>
                  </a:lnTo>
                  <a:lnTo>
                    <a:pt x="187452" y="249936"/>
                  </a:lnTo>
                  <a:close/>
                </a:path>
                <a:path w="334010" h="364489">
                  <a:moveTo>
                    <a:pt x="192024" y="10668"/>
                  </a:moveTo>
                  <a:lnTo>
                    <a:pt x="190500" y="10668"/>
                  </a:lnTo>
                  <a:lnTo>
                    <a:pt x="190500" y="364236"/>
                  </a:lnTo>
                  <a:lnTo>
                    <a:pt x="192024" y="364236"/>
                  </a:lnTo>
                  <a:lnTo>
                    <a:pt x="192024" y="10668"/>
                  </a:lnTo>
                  <a:close/>
                </a:path>
                <a:path w="334010" h="364489">
                  <a:moveTo>
                    <a:pt x="196596" y="22860"/>
                  </a:moveTo>
                  <a:lnTo>
                    <a:pt x="195072" y="22860"/>
                  </a:lnTo>
                  <a:lnTo>
                    <a:pt x="195072" y="364236"/>
                  </a:lnTo>
                  <a:lnTo>
                    <a:pt x="196596" y="364236"/>
                  </a:lnTo>
                  <a:lnTo>
                    <a:pt x="196596" y="22860"/>
                  </a:lnTo>
                  <a:close/>
                </a:path>
                <a:path w="334010" h="364489">
                  <a:moveTo>
                    <a:pt x="201168" y="22860"/>
                  </a:moveTo>
                  <a:lnTo>
                    <a:pt x="199644" y="22860"/>
                  </a:lnTo>
                  <a:lnTo>
                    <a:pt x="199644" y="364236"/>
                  </a:lnTo>
                  <a:lnTo>
                    <a:pt x="201168" y="364236"/>
                  </a:lnTo>
                  <a:lnTo>
                    <a:pt x="201168" y="22860"/>
                  </a:lnTo>
                  <a:close/>
                </a:path>
                <a:path w="334010" h="364489">
                  <a:moveTo>
                    <a:pt x="205740" y="39624"/>
                  </a:moveTo>
                  <a:lnTo>
                    <a:pt x="204216" y="39624"/>
                  </a:lnTo>
                  <a:lnTo>
                    <a:pt x="204216" y="364236"/>
                  </a:lnTo>
                  <a:lnTo>
                    <a:pt x="205740" y="364236"/>
                  </a:lnTo>
                  <a:lnTo>
                    <a:pt x="205740" y="39624"/>
                  </a:lnTo>
                  <a:close/>
                </a:path>
                <a:path w="334010" h="364489">
                  <a:moveTo>
                    <a:pt x="210312" y="22860"/>
                  </a:moveTo>
                  <a:lnTo>
                    <a:pt x="208788" y="22860"/>
                  </a:lnTo>
                  <a:lnTo>
                    <a:pt x="208788" y="364236"/>
                  </a:lnTo>
                  <a:lnTo>
                    <a:pt x="210312" y="364236"/>
                  </a:lnTo>
                  <a:lnTo>
                    <a:pt x="210312" y="22860"/>
                  </a:lnTo>
                  <a:close/>
                </a:path>
                <a:path w="334010" h="364489">
                  <a:moveTo>
                    <a:pt x="216408" y="50304"/>
                  </a:moveTo>
                  <a:lnTo>
                    <a:pt x="213360" y="50304"/>
                  </a:lnTo>
                  <a:lnTo>
                    <a:pt x="213360" y="364236"/>
                  </a:lnTo>
                  <a:lnTo>
                    <a:pt x="216408" y="364236"/>
                  </a:lnTo>
                  <a:lnTo>
                    <a:pt x="216408" y="50304"/>
                  </a:lnTo>
                  <a:close/>
                </a:path>
                <a:path w="334010" h="364489">
                  <a:moveTo>
                    <a:pt x="220980" y="76200"/>
                  </a:moveTo>
                  <a:lnTo>
                    <a:pt x="217932" y="76200"/>
                  </a:lnTo>
                  <a:lnTo>
                    <a:pt x="217932" y="364236"/>
                  </a:lnTo>
                  <a:lnTo>
                    <a:pt x="220980" y="364236"/>
                  </a:lnTo>
                  <a:lnTo>
                    <a:pt x="220980" y="76200"/>
                  </a:lnTo>
                  <a:close/>
                </a:path>
                <a:path w="334010" h="364489">
                  <a:moveTo>
                    <a:pt x="225552" y="44196"/>
                  </a:moveTo>
                  <a:lnTo>
                    <a:pt x="222504" y="44196"/>
                  </a:lnTo>
                  <a:lnTo>
                    <a:pt x="222504" y="364236"/>
                  </a:lnTo>
                  <a:lnTo>
                    <a:pt x="225552" y="364236"/>
                  </a:lnTo>
                  <a:lnTo>
                    <a:pt x="225552" y="44196"/>
                  </a:lnTo>
                  <a:close/>
                </a:path>
                <a:path w="334010" h="364489">
                  <a:moveTo>
                    <a:pt x="230124" y="15240"/>
                  </a:moveTo>
                  <a:lnTo>
                    <a:pt x="228600" y="15240"/>
                  </a:lnTo>
                  <a:lnTo>
                    <a:pt x="228600" y="364236"/>
                  </a:lnTo>
                  <a:lnTo>
                    <a:pt x="230124" y="364236"/>
                  </a:lnTo>
                  <a:lnTo>
                    <a:pt x="230124" y="15240"/>
                  </a:lnTo>
                  <a:close/>
                </a:path>
                <a:path w="334010" h="364489">
                  <a:moveTo>
                    <a:pt x="234696" y="56388"/>
                  </a:moveTo>
                  <a:lnTo>
                    <a:pt x="233172" y="56388"/>
                  </a:lnTo>
                  <a:lnTo>
                    <a:pt x="233172" y="364236"/>
                  </a:lnTo>
                  <a:lnTo>
                    <a:pt x="234696" y="364236"/>
                  </a:lnTo>
                  <a:lnTo>
                    <a:pt x="234696" y="56388"/>
                  </a:lnTo>
                  <a:close/>
                </a:path>
                <a:path w="334010" h="364489">
                  <a:moveTo>
                    <a:pt x="239268" y="54864"/>
                  </a:moveTo>
                  <a:lnTo>
                    <a:pt x="237744" y="54864"/>
                  </a:lnTo>
                  <a:lnTo>
                    <a:pt x="237744" y="364236"/>
                  </a:lnTo>
                  <a:lnTo>
                    <a:pt x="239268" y="364236"/>
                  </a:lnTo>
                  <a:lnTo>
                    <a:pt x="239268" y="54864"/>
                  </a:lnTo>
                  <a:close/>
                </a:path>
                <a:path w="334010" h="364489">
                  <a:moveTo>
                    <a:pt x="243840" y="62484"/>
                  </a:moveTo>
                  <a:lnTo>
                    <a:pt x="242316" y="62484"/>
                  </a:lnTo>
                  <a:lnTo>
                    <a:pt x="242316" y="364236"/>
                  </a:lnTo>
                  <a:lnTo>
                    <a:pt x="243840" y="364236"/>
                  </a:lnTo>
                  <a:lnTo>
                    <a:pt x="243840" y="62484"/>
                  </a:lnTo>
                  <a:close/>
                </a:path>
                <a:path w="334010" h="364489">
                  <a:moveTo>
                    <a:pt x="248412" y="76200"/>
                  </a:moveTo>
                  <a:lnTo>
                    <a:pt x="246888" y="76200"/>
                  </a:lnTo>
                  <a:lnTo>
                    <a:pt x="246888" y="364236"/>
                  </a:lnTo>
                  <a:lnTo>
                    <a:pt x="248412" y="364236"/>
                  </a:lnTo>
                  <a:lnTo>
                    <a:pt x="248412" y="76200"/>
                  </a:lnTo>
                  <a:close/>
                </a:path>
                <a:path w="334010" h="364489">
                  <a:moveTo>
                    <a:pt x="252984" y="76200"/>
                  </a:moveTo>
                  <a:lnTo>
                    <a:pt x="251460" y="76200"/>
                  </a:lnTo>
                  <a:lnTo>
                    <a:pt x="251460" y="364236"/>
                  </a:lnTo>
                  <a:lnTo>
                    <a:pt x="252984" y="364236"/>
                  </a:lnTo>
                  <a:lnTo>
                    <a:pt x="252984" y="76200"/>
                  </a:lnTo>
                  <a:close/>
                </a:path>
                <a:path w="334010" h="364489">
                  <a:moveTo>
                    <a:pt x="259080" y="76200"/>
                  </a:moveTo>
                  <a:lnTo>
                    <a:pt x="256032" y="76200"/>
                  </a:lnTo>
                  <a:lnTo>
                    <a:pt x="256032" y="364236"/>
                  </a:lnTo>
                  <a:lnTo>
                    <a:pt x="259080" y="364236"/>
                  </a:lnTo>
                  <a:lnTo>
                    <a:pt x="259080" y="76200"/>
                  </a:lnTo>
                  <a:close/>
                </a:path>
                <a:path w="334010" h="364489">
                  <a:moveTo>
                    <a:pt x="263652" y="27432"/>
                  </a:moveTo>
                  <a:lnTo>
                    <a:pt x="260604" y="27432"/>
                  </a:lnTo>
                  <a:lnTo>
                    <a:pt x="260604" y="364236"/>
                  </a:lnTo>
                  <a:lnTo>
                    <a:pt x="263652" y="364236"/>
                  </a:lnTo>
                  <a:lnTo>
                    <a:pt x="263652" y="27432"/>
                  </a:lnTo>
                  <a:close/>
                </a:path>
                <a:path w="334010" h="364489">
                  <a:moveTo>
                    <a:pt x="268224" y="80772"/>
                  </a:moveTo>
                  <a:lnTo>
                    <a:pt x="266700" y="80772"/>
                  </a:lnTo>
                  <a:lnTo>
                    <a:pt x="266700" y="364236"/>
                  </a:lnTo>
                  <a:lnTo>
                    <a:pt x="268224" y="364236"/>
                  </a:lnTo>
                  <a:lnTo>
                    <a:pt x="268224" y="80772"/>
                  </a:lnTo>
                  <a:close/>
                </a:path>
                <a:path w="334010" h="364489">
                  <a:moveTo>
                    <a:pt x="272796" y="50304"/>
                  </a:moveTo>
                  <a:lnTo>
                    <a:pt x="271272" y="50304"/>
                  </a:lnTo>
                  <a:lnTo>
                    <a:pt x="271272" y="364236"/>
                  </a:lnTo>
                  <a:lnTo>
                    <a:pt x="272796" y="364236"/>
                  </a:lnTo>
                  <a:lnTo>
                    <a:pt x="272796" y="50304"/>
                  </a:lnTo>
                  <a:close/>
                </a:path>
                <a:path w="334010" h="364489">
                  <a:moveTo>
                    <a:pt x="277368" y="50304"/>
                  </a:moveTo>
                  <a:lnTo>
                    <a:pt x="275844" y="50304"/>
                  </a:lnTo>
                  <a:lnTo>
                    <a:pt x="275844" y="364236"/>
                  </a:lnTo>
                  <a:lnTo>
                    <a:pt x="277368" y="364236"/>
                  </a:lnTo>
                  <a:lnTo>
                    <a:pt x="277368" y="50304"/>
                  </a:lnTo>
                  <a:close/>
                </a:path>
                <a:path w="334010" h="364489">
                  <a:moveTo>
                    <a:pt x="281940" y="3048"/>
                  </a:moveTo>
                  <a:lnTo>
                    <a:pt x="280416" y="3048"/>
                  </a:lnTo>
                  <a:lnTo>
                    <a:pt x="280416" y="364236"/>
                  </a:lnTo>
                  <a:lnTo>
                    <a:pt x="281940" y="364236"/>
                  </a:lnTo>
                  <a:lnTo>
                    <a:pt x="281940" y="3048"/>
                  </a:lnTo>
                  <a:close/>
                </a:path>
                <a:path w="334010" h="364489">
                  <a:moveTo>
                    <a:pt x="286512" y="35052"/>
                  </a:moveTo>
                  <a:lnTo>
                    <a:pt x="284988" y="35052"/>
                  </a:lnTo>
                  <a:lnTo>
                    <a:pt x="284988" y="364236"/>
                  </a:lnTo>
                  <a:lnTo>
                    <a:pt x="286512" y="364236"/>
                  </a:lnTo>
                  <a:lnTo>
                    <a:pt x="286512" y="35052"/>
                  </a:lnTo>
                  <a:close/>
                </a:path>
                <a:path w="334010" h="364489">
                  <a:moveTo>
                    <a:pt x="291084" y="120396"/>
                  </a:moveTo>
                  <a:lnTo>
                    <a:pt x="289560" y="120396"/>
                  </a:lnTo>
                  <a:lnTo>
                    <a:pt x="289560" y="364236"/>
                  </a:lnTo>
                  <a:lnTo>
                    <a:pt x="291084" y="364236"/>
                  </a:lnTo>
                  <a:lnTo>
                    <a:pt x="291084" y="120396"/>
                  </a:lnTo>
                  <a:close/>
                </a:path>
                <a:path w="334010" h="364489">
                  <a:moveTo>
                    <a:pt x="295656" y="35052"/>
                  </a:moveTo>
                  <a:lnTo>
                    <a:pt x="294132" y="35052"/>
                  </a:lnTo>
                  <a:lnTo>
                    <a:pt x="294132" y="364236"/>
                  </a:lnTo>
                  <a:lnTo>
                    <a:pt x="295656" y="364236"/>
                  </a:lnTo>
                  <a:lnTo>
                    <a:pt x="295656" y="35052"/>
                  </a:lnTo>
                  <a:close/>
                </a:path>
                <a:path w="334010" h="364489">
                  <a:moveTo>
                    <a:pt x="301752" y="44196"/>
                  </a:moveTo>
                  <a:lnTo>
                    <a:pt x="298704" y="44196"/>
                  </a:lnTo>
                  <a:lnTo>
                    <a:pt x="298704" y="364236"/>
                  </a:lnTo>
                  <a:lnTo>
                    <a:pt x="301752" y="364236"/>
                  </a:lnTo>
                  <a:lnTo>
                    <a:pt x="301752" y="44196"/>
                  </a:lnTo>
                  <a:close/>
                </a:path>
                <a:path w="334010" h="364489">
                  <a:moveTo>
                    <a:pt x="306324" y="50304"/>
                  </a:moveTo>
                  <a:lnTo>
                    <a:pt x="303276" y="50304"/>
                  </a:lnTo>
                  <a:lnTo>
                    <a:pt x="303276" y="364236"/>
                  </a:lnTo>
                  <a:lnTo>
                    <a:pt x="306324" y="364236"/>
                  </a:lnTo>
                  <a:lnTo>
                    <a:pt x="306324" y="50304"/>
                  </a:lnTo>
                  <a:close/>
                </a:path>
                <a:path w="334010" h="364489">
                  <a:moveTo>
                    <a:pt x="310896" y="50304"/>
                  </a:moveTo>
                  <a:lnTo>
                    <a:pt x="309372" y="50304"/>
                  </a:lnTo>
                  <a:lnTo>
                    <a:pt x="309372" y="364236"/>
                  </a:lnTo>
                  <a:lnTo>
                    <a:pt x="310896" y="364236"/>
                  </a:lnTo>
                  <a:lnTo>
                    <a:pt x="310896" y="50304"/>
                  </a:lnTo>
                  <a:close/>
                </a:path>
                <a:path w="334010" h="364489">
                  <a:moveTo>
                    <a:pt x="315468" y="39624"/>
                  </a:moveTo>
                  <a:lnTo>
                    <a:pt x="313944" y="39624"/>
                  </a:lnTo>
                  <a:lnTo>
                    <a:pt x="313944" y="364236"/>
                  </a:lnTo>
                  <a:lnTo>
                    <a:pt x="315468" y="364236"/>
                  </a:lnTo>
                  <a:lnTo>
                    <a:pt x="315468" y="39624"/>
                  </a:lnTo>
                  <a:close/>
                </a:path>
                <a:path w="334010" h="364489">
                  <a:moveTo>
                    <a:pt x="320040" y="32016"/>
                  </a:moveTo>
                  <a:lnTo>
                    <a:pt x="318516" y="32016"/>
                  </a:lnTo>
                  <a:lnTo>
                    <a:pt x="318516" y="364236"/>
                  </a:lnTo>
                  <a:lnTo>
                    <a:pt x="320040" y="364236"/>
                  </a:lnTo>
                  <a:lnTo>
                    <a:pt x="320040" y="32016"/>
                  </a:lnTo>
                  <a:close/>
                </a:path>
                <a:path w="334010" h="364489">
                  <a:moveTo>
                    <a:pt x="324612" y="41148"/>
                  </a:moveTo>
                  <a:lnTo>
                    <a:pt x="323088" y="41148"/>
                  </a:lnTo>
                  <a:lnTo>
                    <a:pt x="323088" y="364236"/>
                  </a:lnTo>
                  <a:lnTo>
                    <a:pt x="324612" y="364236"/>
                  </a:lnTo>
                  <a:lnTo>
                    <a:pt x="324612" y="41148"/>
                  </a:lnTo>
                  <a:close/>
                </a:path>
                <a:path w="334010" h="364489">
                  <a:moveTo>
                    <a:pt x="329184" y="32016"/>
                  </a:moveTo>
                  <a:lnTo>
                    <a:pt x="327660" y="32016"/>
                  </a:lnTo>
                  <a:lnTo>
                    <a:pt x="327660" y="364236"/>
                  </a:lnTo>
                  <a:lnTo>
                    <a:pt x="329184" y="364236"/>
                  </a:lnTo>
                  <a:lnTo>
                    <a:pt x="329184" y="32016"/>
                  </a:lnTo>
                  <a:close/>
                </a:path>
                <a:path w="334010" h="364489">
                  <a:moveTo>
                    <a:pt x="333756" y="62484"/>
                  </a:moveTo>
                  <a:lnTo>
                    <a:pt x="332232" y="62484"/>
                  </a:lnTo>
                  <a:lnTo>
                    <a:pt x="332232" y="364236"/>
                  </a:lnTo>
                  <a:lnTo>
                    <a:pt x="333756" y="364236"/>
                  </a:lnTo>
                  <a:lnTo>
                    <a:pt x="333756" y="62484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855976" y="3488435"/>
              <a:ext cx="334010" cy="375285"/>
            </a:xfrm>
            <a:custGeom>
              <a:avLst/>
              <a:gdLst/>
              <a:ahLst/>
              <a:cxnLst/>
              <a:rect l="l" t="t" r="r" b="b"/>
              <a:pathLst>
                <a:path w="334010" h="375285">
                  <a:moveTo>
                    <a:pt x="1524" y="73152"/>
                  </a:moveTo>
                  <a:lnTo>
                    <a:pt x="0" y="73152"/>
                  </a:lnTo>
                  <a:lnTo>
                    <a:pt x="0" y="374904"/>
                  </a:lnTo>
                  <a:lnTo>
                    <a:pt x="1524" y="374904"/>
                  </a:lnTo>
                  <a:lnTo>
                    <a:pt x="1524" y="73152"/>
                  </a:lnTo>
                  <a:close/>
                </a:path>
                <a:path w="334010" h="375285">
                  <a:moveTo>
                    <a:pt x="7620" y="48768"/>
                  </a:moveTo>
                  <a:lnTo>
                    <a:pt x="4572" y="48768"/>
                  </a:lnTo>
                  <a:lnTo>
                    <a:pt x="4572" y="374904"/>
                  </a:lnTo>
                  <a:lnTo>
                    <a:pt x="7620" y="374904"/>
                  </a:lnTo>
                  <a:lnTo>
                    <a:pt x="7620" y="48768"/>
                  </a:lnTo>
                  <a:close/>
                </a:path>
                <a:path w="334010" h="375285">
                  <a:moveTo>
                    <a:pt x="12192" y="97536"/>
                  </a:moveTo>
                  <a:lnTo>
                    <a:pt x="9144" y="97536"/>
                  </a:lnTo>
                  <a:lnTo>
                    <a:pt x="9144" y="374904"/>
                  </a:lnTo>
                  <a:lnTo>
                    <a:pt x="12192" y="374904"/>
                  </a:lnTo>
                  <a:lnTo>
                    <a:pt x="12192" y="97536"/>
                  </a:lnTo>
                  <a:close/>
                </a:path>
                <a:path w="334010" h="375285">
                  <a:moveTo>
                    <a:pt x="16764" y="131064"/>
                  </a:moveTo>
                  <a:lnTo>
                    <a:pt x="13716" y="131064"/>
                  </a:lnTo>
                  <a:lnTo>
                    <a:pt x="13716" y="374904"/>
                  </a:lnTo>
                  <a:lnTo>
                    <a:pt x="16764" y="374904"/>
                  </a:lnTo>
                  <a:lnTo>
                    <a:pt x="16764" y="131064"/>
                  </a:lnTo>
                  <a:close/>
                </a:path>
                <a:path w="334010" h="375285">
                  <a:moveTo>
                    <a:pt x="21336" y="42684"/>
                  </a:moveTo>
                  <a:lnTo>
                    <a:pt x="19812" y="42684"/>
                  </a:lnTo>
                  <a:lnTo>
                    <a:pt x="19812" y="374904"/>
                  </a:lnTo>
                  <a:lnTo>
                    <a:pt x="21336" y="374904"/>
                  </a:lnTo>
                  <a:lnTo>
                    <a:pt x="21336" y="42684"/>
                  </a:lnTo>
                  <a:close/>
                </a:path>
                <a:path w="334010" h="375285">
                  <a:moveTo>
                    <a:pt x="25908" y="102120"/>
                  </a:moveTo>
                  <a:lnTo>
                    <a:pt x="24384" y="102120"/>
                  </a:lnTo>
                  <a:lnTo>
                    <a:pt x="24384" y="374904"/>
                  </a:lnTo>
                  <a:lnTo>
                    <a:pt x="25908" y="374904"/>
                  </a:lnTo>
                  <a:lnTo>
                    <a:pt x="25908" y="102120"/>
                  </a:lnTo>
                  <a:close/>
                </a:path>
                <a:path w="334010" h="375285">
                  <a:moveTo>
                    <a:pt x="30480" y="42684"/>
                  </a:moveTo>
                  <a:lnTo>
                    <a:pt x="28956" y="42684"/>
                  </a:lnTo>
                  <a:lnTo>
                    <a:pt x="28956" y="374904"/>
                  </a:lnTo>
                  <a:lnTo>
                    <a:pt x="30480" y="374904"/>
                  </a:lnTo>
                  <a:lnTo>
                    <a:pt x="30480" y="42684"/>
                  </a:lnTo>
                  <a:close/>
                </a:path>
                <a:path w="334010" h="375285">
                  <a:moveTo>
                    <a:pt x="35052" y="60972"/>
                  </a:moveTo>
                  <a:lnTo>
                    <a:pt x="33528" y="60972"/>
                  </a:lnTo>
                  <a:lnTo>
                    <a:pt x="33528" y="374904"/>
                  </a:lnTo>
                  <a:lnTo>
                    <a:pt x="35052" y="374904"/>
                  </a:lnTo>
                  <a:lnTo>
                    <a:pt x="35052" y="60972"/>
                  </a:lnTo>
                  <a:close/>
                </a:path>
                <a:path w="334010" h="375285">
                  <a:moveTo>
                    <a:pt x="39624" y="65532"/>
                  </a:moveTo>
                  <a:lnTo>
                    <a:pt x="38100" y="65532"/>
                  </a:lnTo>
                  <a:lnTo>
                    <a:pt x="38100" y="374904"/>
                  </a:lnTo>
                  <a:lnTo>
                    <a:pt x="39624" y="374904"/>
                  </a:lnTo>
                  <a:lnTo>
                    <a:pt x="39624" y="65532"/>
                  </a:lnTo>
                  <a:close/>
                </a:path>
                <a:path w="334010" h="375285">
                  <a:moveTo>
                    <a:pt x="44196" y="97536"/>
                  </a:moveTo>
                  <a:lnTo>
                    <a:pt x="42672" y="97536"/>
                  </a:lnTo>
                  <a:lnTo>
                    <a:pt x="42672" y="374904"/>
                  </a:lnTo>
                  <a:lnTo>
                    <a:pt x="44196" y="374904"/>
                  </a:lnTo>
                  <a:lnTo>
                    <a:pt x="44196" y="97536"/>
                  </a:lnTo>
                  <a:close/>
                </a:path>
                <a:path w="334010" h="375285">
                  <a:moveTo>
                    <a:pt x="50292" y="103632"/>
                  </a:moveTo>
                  <a:lnTo>
                    <a:pt x="47244" y="103632"/>
                  </a:lnTo>
                  <a:lnTo>
                    <a:pt x="47244" y="374904"/>
                  </a:lnTo>
                  <a:lnTo>
                    <a:pt x="50292" y="374904"/>
                  </a:lnTo>
                  <a:lnTo>
                    <a:pt x="50292" y="103632"/>
                  </a:lnTo>
                  <a:close/>
                </a:path>
                <a:path w="334010" h="375285">
                  <a:moveTo>
                    <a:pt x="54864" y="48768"/>
                  </a:moveTo>
                  <a:lnTo>
                    <a:pt x="51816" y="48768"/>
                  </a:lnTo>
                  <a:lnTo>
                    <a:pt x="51816" y="374904"/>
                  </a:lnTo>
                  <a:lnTo>
                    <a:pt x="54864" y="374904"/>
                  </a:lnTo>
                  <a:lnTo>
                    <a:pt x="54864" y="48768"/>
                  </a:lnTo>
                  <a:close/>
                </a:path>
                <a:path w="334010" h="375285">
                  <a:moveTo>
                    <a:pt x="59436" y="80784"/>
                  </a:moveTo>
                  <a:lnTo>
                    <a:pt x="56388" y="80784"/>
                  </a:lnTo>
                  <a:lnTo>
                    <a:pt x="56388" y="374904"/>
                  </a:lnTo>
                  <a:lnTo>
                    <a:pt x="59436" y="374904"/>
                  </a:lnTo>
                  <a:lnTo>
                    <a:pt x="59436" y="80784"/>
                  </a:lnTo>
                  <a:close/>
                </a:path>
                <a:path w="334010" h="375285">
                  <a:moveTo>
                    <a:pt x="64008" y="105156"/>
                  </a:moveTo>
                  <a:lnTo>
                    <a:pt x="62484" y="105156"/>
                  </a:lnTo>
                  <a:lnTo>
                    <a:pt x="62484" y="374904"/>
                  </a:lnTo>
                  <a:lnTo>
                    <a:pt x="64008" y="374904"/>
                  </a:lnTo>
                  <a:lnTo>
                    <a:pt x="64008" y="105156"/>
                  </a:lnTo>
                  <a:close/>
                </a:path>
                <a:path w="334010" h="375285">
                  <a:moveTo>
                    <a:pt x="68580" y="97536"/>
                  </a:moveTo>
                  <a:lnTo>
                    <a:pt x="67056" y="97536"/>
                  </a:lnTo>
                  <a:lnTo>
                    <a:pt x="67056" y="374904"/>
                  </a:lnTo>
                  <a:lnTo>
                    <a:pt x="68580" y="374904"/>
                  </a:lnTo>
                  <a:lnTo>
                    <a:pt x="68580" y="97536"/>
                  </a:lnTo>
                  <a:close/>
                </a:path>
                <a:path w="334010" h="375285">
                  <a:moveTo>
                    <a:pt x="73152" y="109728"/>
                  </a:moveTo>
                  <a:lnTo>
                    <a:pt x="71628" y="109728"/>
                  </a:lnTo>
                  <a:lnTo>
                    <a:pt x="71628" y="374904"/>
                  </a:lnTo>
                  <a:lnTo>
                    <a:pt x="73152" y="374904"/>
                  </a:lnTo>
                  <a:lnTo>
                    <a:pt x="73152" y="109728"/>
                  </a:lnTo>
                  <a:close/>
                </a:path>
                <a:path w="334010" h="375285">
                  <a:moveTo>
                    <a:pt x="77724" y="260604"/>
                  </a:moveTo>
                  <a:lnTo>
                    <a:pt x="76200" y="260604"/>
                  </a:lnTo>
                  <a:lnTo>
                    <a:pt x="76200" y="374904"/>
                  </a:lnTo>
                  <a:lnTo>
                    <a:pt x="77724" y="374904"/>
                  </a:lnTo>
                  <a:lnTo>
                    <a:pt x="77724" y="260604"/>
                  </a:lnTo>
                  <a:close/>
                </a:path>
                <a:path w="334010" h="375285">
                  <a:moveTo>
                    <a:pt x="82296" y="33528"/>
                  </a:moveTo>
                  <a:lnTo>
                    <a:pt x="80772" y="33528"/>
                  </a:lnTo>
                  <a:lnTo>
                    <a:pt x="80772" y="374904"/>
                  </a:lnTo>
                  <a:lnTo>
                    <a:pt x="82296" y="374904"/>
                  </a:lnTo>
                  <a:lnTo>
                    <a:pt x="82296" y="33528"/>
                  </a:lnTo>
                  <a:close/>
                </a:path>
                <a:path w="334010" h="375285">
                  <a:moveTo>
                    <a:pt x="86868" y="35052"/>
                  </a:moveTo>
                  <a:lnTo>
                    <a:pt x="85344" y="35052"/>
                  </a:lnTo>
                  <a:lnTo>
                    <a:pt x="85344" y="374904"/>
                  </a:lnTo>
                  <a:lnTo>
                    <a:pt x="86868" y="374904"/>
                  </a:lnTo>
                  <a:lnTo>
                    <a:pt x="86868" y="35052"/>
                  </a:lnTo>
                  <a:close/>
                </a:path>
                <a:path w="334010" h="375285">
                  <a:moveTo>
                    <a:pt x="92964" y="56388"/>
                  </a:moveTo>
                  <a:lnTo>
                    <a:pt x="89916" y="56388"/>
                  </a:lnTo>
                  <a:lnTo>
                    <a:pt x="89916" y="374904"/>
                  </a:lnTo>
                  <a:lnTo>
                    <a:pt x="92964" y="374904"/>
                  </a:lnTo>
                  <a:lnTo>
                    <a:pt x="92964" y="56388"/>
                  </a:lnTo>
                  <a:close/>
                </a:path>
                <a:path w="334010" h="375285">
                  <a:moveTo>
                    <a:pt x="97536" y="25908"/>
                  </a:moveTo>
                  <a:lnTo>
                    <a:pt x="94488" y="25908"/>
                  </a:lnTo>
                  <a:lnTo>
                    <a:pt x="94488" y="374904"/>
                  </a:lnTo>
                  <a:lnTo>
                    <a:pt x="97536" y="374904"/>
                  </a:lnTo>
                  <a:lnTo>
                    <a:pt x="97536" y="25908"/>
                  </a:lnTo>
                  <a:close/>
                </a:path>
                <a:path w="334010" h="375285">
                  <a:moveTo>
                    <a:pt x="102108" y="45720"/>
                  </a:moveTo>
                  <a:lnTo>
                    <a:pt x="100584" y="45720"/>
                  </a:lnTo>
                  <a:lnTo>
                    <a:pt x="100584" y="374904"/>
                  </a:lnTo>
                  <a:lnTo>
                    <a:pt x="102108" y="374904"/>
                  </a:lnTo>
                  <a:lnTo>
                    <a:pt x="102108" y="45720"/>
                  </a:lnTo>
                  <a:close/>
                </a:path>
                <a:path w="334010" h="375285">
                  <a:moveTo>
                    <a:pt x="106680" y="28956"/>
                  </a:moveTo>
                  <a:lnTo>
                    <a:pt x="105156" y="28956"/>
                  </a:lnTo>
                  <a:lnTo>
                    <a:pt x="105156" y="374904"/>
                  </a:lnTo>
                  <a:lnTo>
                    <a:pt x="106680" y="374904"/>
                  </a:lnTo>
                  <a:lnTo>
                    <a:pt x="106680" y="28956"/>
                  </a:lnTo>
                  <a:close/>
                </a:path>
                <a:path w="334010" h="375285">
                  <a:moveTo>
                    <a:pt x="111252" y="91440"/>
                  </a:moveTo>
                  <a:lnTo>
                    <a:pt x="109728" y="91440"/>
                  </a:lnTo>
                  <a:lnTo>
                    <a:pt x="109728" y="374904"/>
                  </a:lnTo>
                  <a:lnTo>
                    <a:pt x="111252" y="374904"/>
                  </a:lnTo>
                  <a:lnTo>
                    <a:pt x="111252" y="91440"/>
                  </a:lnTo>
                  <a:close/>
                </a:path>
                <a:path w="334010" h="375285">
                  <a:moveTo>
                    <a:pt x="115824" y="28956"/>
                  </a:moveTo>
                  <a:lnTo>
                    <a:pt x="114300" y="28956"/>
                  </a:lnTo>
                  <a:lnTo>
                    <a:pt x="114300" y="374904"/>
                  </a:lnTo>
                  <a:lnTo>
                    <a:pt x="115824" y="374904"/>
                  </a:lnTo>
                  <a:lnTo>
                    <a:pt x="115824" y="28956"/>
                  </a:lnTo>
                  <a:close/>
                </a:path>
                <a:path w="334010" h="375285">
                  <a:moveTo>
                    <a:pt x="120396" y="7620"/>
                  </a:moveTo>
                  <a:lnTo>
                    <a:pt x="118872" y="7620"/>
                  </a:lnTo>
                  <a:lnTo>
                    <a:pt x="118872" y="374904"/>
                  </a:lnTo>
                  <a:lnTo>
                    <a:pt x="120396" y="374904"/>
                  </a:lnTo>
                  <a:lnTo>
                    <a:pt x="120396" y="7620"/>
                  </a:lnTo>
                  <a:close/>
                </a:path>
                <a:path w="334010" h="375285">
                  <a:moveTo>
                    <a:pt x="124968" y="21336"/>
                  </a:moveTo>
                  <a:lnTo>
                    <a:pt x="123444" y="21336"/>
                  </a:lnTo>
                  <a:lnTo>
                    <a:pt x="123444" y="374904"/>
                  </a:lnTo>
                  <a:lnTo>
                    <a:pt x="124968" y="374904"/>
                  </a:lnTo>
                  <a:lnTo>
                    <a:pt x="124968" y="21336"/>
                  </a:lnTo>
                  <a:close/>
                </a:path>
                <a:path w="334010" h="375285">
                  <a:moveTo>
                    <a:pt x="131064" y="103632"/>
                  </a:moveTo>
                  <a:lnTo>
                    <a:pt x="128016" y="103632"/>
                  </a:lnTo>
                  <a:lnTo>
                    <a:pt x="128016" y="374904"/>
                  </a:lnTo>
                  <a:lnTo>
                    <a:pt x="131064" y="374904"/>
                  </a:lnTo>
                  <a:lnTo>
                    <a:pt x="131064" y="103632"/>
                  </a:lnTo>
                  <a:close/>
                </a:path>
                <a:path w="334010" h="375285">
                  <a:moveTo>
                    <a:pt x="135636" y="135636"/>
                  </a:moveTo>
                  <a:lnTo>
                    <a:pt x="132588" y="135636"/>
                  </a:lnTo>
                  <a:lnTo>
                    <a:pt x="132588" y="374904"/>
                  </a:lnTo>
                  <a:lnTo>
                    <a:pt x="135636" y="374904"/>
                  </a:lnTo>
                  <a:lnTo>
                    <a:pt x="135636" y="135636"/>
                  </a:lnTo>
                  <a:close/>
                </a:path>
                <a:path w="334010" h="375285">
                  <a:moveTo>
                    <a:pt x="140208" y="260604"/>
                  </a:moveTo>
                  <a:lnTo>
                    <a:pt x="137160" y="260604"/>
                  </a:lnTo>
                  <a:lnTo>
                    <a:pt x="137160" y="374904"/>
                  </a:lnTo>
                  <a:lnTo>
                    <a:pt x="140208" y="374904"/>
                  </a:lnTo>
                  <a:lnTo>
                    <a:pt x="140208" y="260604"/>
                  </a:lnTo>
                  <a:close/>
                </a:path>
                <a:path w="334010" h="375285">
                  <a:moveTo>
                    <a:pt x="144780" y="80784"/>
                  </a:moveTo>
                  <a:lnTo>
                    <a:pt x="143256" y="80784"/>
                  </a:lnTo>
                  <a:lnTo>
                    <a:pt x="143256" y="374904"/>
                  </a:lnTo>
                  <a:lnTo>
                    <a:pt x="144780" y="374904"/>
                  </a:lnTo>
                  <a:lnTo>
                    <a:pt x="144780" y="80784"/>
                  </a:lnTo>
                  <a:close/>
                </a:path>
                <a:path w="334010" h="375285">
                  <a:moveTo>
                    <a:pt x="149352" y="54864"/>
                  </a:moveTo>
                  <a:lnTo>
                    <a:pt x="147828" y="54864"/>
                  </a:lnTo>
                  <a:lnTo>
                    <a:pt x="147828" y="374904"/>
                  </a:lnTo>
                  <a:lnTo>
                    <a:pt x="149352" y="374904"/>
                  </a:lnTo>
                  <a:lnTo>
                    <a:pt x="149352" y="54864"/>
                  </a:lnTo>
                  <a:close/>
                </a:path>
                <a:path w="334010" h="375285">
                  <a:moveTo>
                    <a:pt x="153924" y="120396"/>
                  </a:moveTo>
                  <a:lnTo>
                    <a:pt x="152400" y="120396"/>
                  </a:lnTo>
                  <a:lnTo>
                    <a:pt x="152400" y="374904"/>
                  </a:lnTo>
                  <a:lnTo>
                    <a:pt x="153924" y="374904"/>
                  </a:lnTo>
                  <a:lnTo>
                    <a:pt x="153924" y="120396"/>
                  </a:lnTo>
                  <a:close/>
                </a:path>
                <a:path w="334010" h="375285">
                  <a:moveTo>
                    <a:pt x="158496" y="10668"/>
                  </a:moveTo>
                  <a:lnTo>
                    <a:pt x="156972" y="10668"/>
                  </a:lnTo>
                  <a:lnTo>
                    <a:pt x="156972" y="374904"/>
                  </a:lnTo>
                  <a:lnTo>
                    <a:pt x="158496" y="374904"/>
                  </a:lnTo>
                  <a:lnTo>
                    <a:pt x="158496" y="10668"/>
                  </a:lnTo>
                  <a:close/>
                </a:path>
                <a:path w="334010" h="375285">
                  <a:moveTo>
                    <a:pt x="163068" y="50292"/>
                  </a:moveTo>
                  <a:lnTo>
                    <a:pt x="161544" y="50292"/>
                  </a:lnTo>
                  <a:lnTo>
                    <a:pt x="161544" y="374904"/>
                  </a:lnTo>
                  <a:lnTo>
                    <a:pt x="163068" y="374904"/>
                  </a:lnTo>
                  <a:lnTo>
                    <a:pt x="163068" y="50292"/>
                  </a:lnTo>
                  <a:close/>
                </a:path>
                <a:path w="334010" h="375285">
                  <a:moveTo>
                    <a:pt x="167640" y="260604"/>
                  </a:moveTo>
                  <a:lnTo>
                    <a:pt x="166116" y="260604"/>
                  </a:lnTo>
                  <a:lnTo>
                    <a:pt x="166116" y="374904"/>
                  </a:lnTo>
                  <a:lnTo>
                    <a:pt x="167640" y="374904"/>
                  </a:lnTo>
                  <a:lnTo>
                    <a:pt x="167640" y="260604"/>
                  </a:lnTo>
                  <a:close/>
                </a:path>
                <a:path w="334010" h="375285">
                  <a:moveTo>
                    <a:pt x="173736" y="147828"/>
                  </a:moveTo>
                  <a:lnTo>
                    <a:pt x="170688" y="147828"/>
                  </a:lnTo>
                  <a:lnTo>
                    <a:pt x="170688" y="374904"/>
                  </a:lnTo>
                  <a:lnTo>
                    <a:pt x="173736" y="374904"/>
                  </a:lnTo>
                  <a:lnTo>
                    <a:pt x="173736" y="147828"/>
                  </a:lnTo>
                  <a:close/>
                </a:path>
                <a:path w="334010" h="375285">
                  <a:moveTo>
                    <a:pt x="178308" y="80784"/>
                  </a:moveTo>
                  <a:lnTo>
                    <a:pt x="175260" y="80784"/>
                  </a:lnTo>
                  <a:lnTo>
                    <a:pt x="175260" y="374904"/>
                  </a:lnTo>
                  <a:lnTo>
                    <a:pt x="178308" y="374904"/>
                  </a:lnTo>
                  <a:lnTo>
                    <a:pt x="178308" y="80784"/>
                  </a:lnTo>
                  <a:close/>
                </a:path>
                <a:path w="334010" h="375285">
                  <a:moveTo>
                    <a:pt x="182880" y="60972"/>
                  </a:moveTo>
                  <a:lnTo>
                    <a:pt x="179832" y="60972"/>
                  </a:lnTo>
                  <a:lnTo>
                    <a:pt x="179832" y="374904"/>
                  </a:lnTo>
                  <a:lnTo>
                    <a:pt x="182880" y="374904"/>
                  </a:lnTo>
                  <a:lnTo>
                    <a:pt x="182880" y="60972"/>
                  </a:lnTo>
                  <a:close/>
                </a:path>
                <a:path w="334010" h="375285">
                  <a:moveTo>
                    <a:pt x="187452" y="74676"/>
                  </a:moveTo>
                  <a:lnTo>
                    <a:pt x="185928" y="74676"/>
                  </a:lnTo>
                  <a:lnTo>
                    <a:pt x="185928" y="374904"/>
                  </a:lnTo>
                  <a:lnTo>
                    <a:pt x="187452" y="374904"/>
                  </a:lnTo>
                  <a:lnTo>
                    <a:pt x="187452" y="74676"/>
                  </a:lnTo>
                  <a:close/>
                </a:path>
                <a:path w="334010" h="375285">
                  <a:moveTo>
                    <a:pt x="192024" y="50292"/>
                  </a:moveTo>
                  <a:lnTo>
                    <a:pt x="190500" y="50292"/>
                  </a:lnTo>
                  <a:lnTo>
                    <a:pt x="190500" y="374904"/>
                  </a:lnTo>
                  <a:lnTo>
                    <a:pt x="192024" y="374904"/>
                  </a:lnTo>
                  <a:lnTo>
                    <a:pt x="192024" y="50292"/>
                  </a:lnTo>
                  <a:close/>
                </a:path>
                <a:path w="334010" h="375285">
                  <a:moveTo>
                    <a:pt x="196596" y="18288"/>
                  </a:moveTo>
                  <a:lnTo>
                    <a:pt x="195072" y="18288"/>
                  </a:lnTo>
                  <a:lnTo>
                    <a:pt x="195072" y="374904"/>
                  </a:lnTo>
                  <a:lnTo>
                    <a:pt x="196596" y="374904"/>
                  </a:lnTo>
                  <a:lnTo>
                    <a:pt x="196596" y="18288"/>
                  </a:lnTo>
                  <a:close/>
                </a:path>
                <a:path w="334010" h="375285">
                  <a:moveTo>
                    <a:pt x="201168" y="42684"/>
                  </a:moveTo>
                  <a:lnTo>
                    <a:pt x="199644" y="42684"/>
                  </a:lnTo>
                  <a:lnTo>
                    <a:pt x="199644" y="374904"/>
                  </a:lnTo>
                  <a:lnTo>
                    <a:pt x="201168" y="374904"/>
                  </a:lnTo>
                  <a:lnTo>
                    <a:pt x="201168" y="42684"/>
                  </a:lnTo>
                  <a:close/>
                </a:path>
                <a:path w="334010" h="375285">
                  <a:moveTo>
                    <a:pt x="205740" y="38100"/>
                  </a:moveTo>
                  <a:lnTo>
                    <a:pt x="204216" y="38100"/>
                  </a:lnTo>
                  <a:lnTo>
                    <a:pt x="204216" y="374904"/>
                  </a:lnTo>
                  <a:lnTo>
                    <a:pt x="205740" y="374904"/>
                  </a:lnTo>
                  <a:lnTo>
                    <a:pt x="205740" y="38100"/>
                  </a:lnTo>
                  <a:close/>
                </a:path>
                <a:path w="334010" h="375285">
                  <a:moveTo>
                    <a:pt x="210312" y="76200"/>
                  </a:moveTo>
                  <a:lnTo>
                    <a:pt x="208788" y="76200"/>
                  </a:lnTo>
                  <a:lnTo>
                    <a:pt x="208788" y="374904"/>
                  </a:lnTo>
                  <a:lnTo>
                    <a:pt x="210312" y="374904"/>
                  </a:lnTo>
                  <a:lnTo>
                    <a:pt x="210312" y="76200"/>
                  </a:lnTo>
                  <a:close/>
                </a:path>
                <a:path w="334010" h="375285">
                  <a:moveTo>
                    <a:pt x="216408" y="97536"/>
                  </a:moveTo>
                  <a:lnTo>
                    <a:pt x="213360" y="97536"/>
                  </a:lnTo>
                  <a:lnTo>
                    <a:pt x="213360" y="374904"/>
                  </a:lnTo>
                  <a:lnTo>
                    <a:pt x="216408" y="374904"/>
                  </a:lnTo>
                  <a:lnTo>
                    <a:pt x="216408" y="97536"/>
                  </a:lnTo>
                  <a:close/>
                </a:path>
                <a:path w="334010" h="375285">
                  <a:moveTo>
                    <a:pt x="220980" y="112776"/>
                  </a:moveTo>
                  <a:lnTo>
                    <a:pt x="217932" y="112776"/>
                  </a:lnTo>
                  <a:lnTo>
                    <a:pt x="217932" y="374904"/>
                  </a:lnTo>
                  <a:lnTo>
                    <a:pt x="220980" y="374904"/>
                  </a:lnTo>
                  <a:lnTo>
                    <a:pt x="220980" y="112776"/>
                  </a:lnTo>
                  <a:close/>
                </a:path>
                <a:path w="334010" h="375285">
                  <a:moveTo>
                    <a:pt x="225552" y="74676"/>
                  </a:moveTo>
                  <a:lnTo>
                    <a:pt x="224028" y="74676"/>
                  </a:lnTo>
                  <a:lnTo>
                    <a:pt x="224028" y="374904"/>
                  </a:lnTo>
                  <a:lnTo>
                    <a:pt x="225552" y="374904"/>
                  </a:lnTo>
                  <a:lnTo>
                    <a:pt x="225552" y="74676"/>
                  </a:lnTo>
                  <a:close/>
                </a:path>
                <a:path w="334010" h="375285">
                  <a:moveTo>
                    <a:pt x="230124" y="0"/>
                  </a:moveTo>
                  <a:lnTo>
                    <a:pt x="228600" y="0"/>
                  </a:lnTo>
                  <a:lnTo>
                    <a:pt x="228600" y="374904"/>
                  </a:lnTo>
                  <a:lnTo>
                    <a:pt x="230124" y="374904"/>
                  </a:lnTo>
                  <a:lnTo>
                    <a:pt x="230124" y="0"/>
                  </a:lnTo>
                  <a:close/>
                </a:path>
                <a:path w="334010" h="375285">
                  <a:moveTo>
                    <a:pt x="234696" y="65532"/>
                  </a:moveTo>
                  <a:lnTo>
                    <a:pt x="233172" y="65532"/>
                  </a:lnTo>
                  <a:lnTo>
                    <a:pt x="233172" y="374904"/>
                  </a:lnTo>
                  <a:lnTo>
                    <a:pt x="234696" y="374904"/>
                  </a:lnTo>
                  <a:lnTo>
                    <a:pt x="234696" y="65532"/>
                  </a:lnTo>
                  <a:close/>
                </a:path>
                <a:path w="334010" h="375285">
                  <a:moveTo>
                    <a:pt x="239268" y="28956"/>
                  </a:moveTo>
                  <a:lnTo>
                    <a:pt x="237744" y="28956"/>
                  </a:lnTo>
                  <a:lnTo>
                    <a:pt x="237744" y="374904"/>
                  </a:lnTo>
                  <a:lnTo>
                    <a:pt x="239268" y="374904"/>
                  </a:lnTo>
                  <a:lnTo>
                    <a:pt x="239268" y="28956"/>
                  </a:lnTo>
                  <a:close/>
                </a:path>
                <a:path w="334010" h="375285">
                  <a:moveTo>
                    <a:pt x="243840" y="117360"/>
                  </a:moveTo>
                  <a:lnTo>
                    <a:pt x="242316" y="117360"/>
                  </a:lnTo>
                  <a:lnTo>
                    <a:pt x="242316" y="374904"/>
                  </a:lnTo>
                  <a:lnTo>
                    <a:pt x="243840" y="374904"/>
                  </a:lnTo>
                  <a:lnTo>
                    <a:pt x="243840" y="117360"/>
                  </a:lnTo>
                  <a:close/>
                </a:path>
                <a:path w="334010" h="375285">
                  <a:moveTo>
                    <a:pt x="248412" y="152400"/>
                  </a:moveTo>
                  <a:lnTo>
                    <a:pt x="246888" y="152400"/>
                  </a:lnTo>
                  <a:lnTo>
                    <a:pt x="246888" y="374904"/>
                  </a:lnTo>
                  <a:lnTo>
                    <a:pt x="248412" y="374904"/>
                  </a:lnTo>
                  <a:lnTo>
                    <a:pt x="248412" y="152400"/>
                  </a:lnTo>
                  <a:close/>
                </a:path>
                <a:path w="334010" h="375285">
                  <a:moveTo>
                    <a:pt x="254508" y="74676"/>
                  </a:moveTo>
                  <a:lnTo>
                    <a:pt x="251460" y="74676"/>
                  </a:lnTo>
                  <a:lnTo>
                    <a:pt x="251460" y="374904"/>
                  </a:lnTo>
                  <a:lnTo>
                    <a:pt x="254508" y="374904"/>
                  </a:lnTo>
                  <a:lnTo>
                    <a:pt x="254508" y="74676"/>
                  </a:lnTo>
                  <a:close/>
                </a:path>
                <a:path w="334010" h="375285">
                  <a:moveTo>
                    <a:pt x="259080" y="62496"/>
                  </a:moveTo>
                  <a:lnTo>
                    <a:pt x="256032" y="62496"/>
                  </a:lnTo>
                  <a:lnTo>
                    <a:pt x="256032" y="374904"/>
                  </a:lnTo>
                  <a:lnTo>
                    <a:pt x="259080" y="374904"/>
                  </a:lnTo>
                  <a:lnTo>
                    <a:pt x="259080" y="62496"/>
                  </a:lnTo>
                  <a:close/>
                </a:path>
                <a:path w="334010" h="375285">
                  <a:moveTo>
                    <a:pt x="263652" y="50292"/>
                  </a:moveTo>
                  <a:lnTo>
                    <a:pt x="260604" y="50292"/>
                  </a:lnTo>
                  <a:lnTo>
                    <a:pt x="260604" y="374904"/>
                  </a:lnTo>
                  <a:lnTo>
                    <a:pt x="263652" y="374904"/>
                  </a:lnTo>
                  <a:lnTo>
                    <a:pt x="263652" y="50292"/>
                  </a:lnTo>
                  <a:close/>
                </a:path>
                <a:path w="334010" h="375285">
                  <a:moveTo>
                    <a:pt x="268224" y="146304"/>
                  </a:moveTo>
                  <a:lnTo>
                    <a:pt x="266700" y="146304"/>
                  </a:lnTo>
                  <a:lnTo>
                    <a:pt x="266700" y="374904"/>
                  </a:lnTo>
                  <a:lnTo>
                    <a:pt x="268224" y="374904"/>
                  </a:lnTo>
                  <a:lnTo>
                    <a:pt x="268224" y="146304"/>
                  </a:lnTo>
                  <a:close/>
                </a:path>
                <a:path w="334010" h="375285">
                  <a:moveTo>
                    <a:pt x="272796" y="92964"/>
                  </a:moveTo>
                  <a:lnTo>
                    <a:pt x="271272" y="92964"/>
                  </a:lnTo>
                  <a:lnTo>
                    <a:pt x="271272" y="374904"/>
                  </a:lnTo>
                  <a:lnTo>
                    <a:pt x="272796" y="374904"/>
                  </a:lnTo>
                  <a:lnTo>
                    <a:pt x="272796" y="92964"/>
                  </a:lnTo>
                  <a:close/>
                </a:path>
                <a:path w="334010" h="375285">
                  <a:moveTo>
                    <a:pt x="277368" y="91440"/>
                  </a:moveTo>
                  <a:lnTo>
                    <a:pt x="275844" y="91440"/>
                  </a:lnTo>
                  <a:lnTo>
                    <a:pt x="275844" y="374904"/>
                  </a:lnTo>
                  <a:lnTo>
                    <a:pt x="277368" y="374904"/>
                  </a:lnTo>
                  <a:lnTo>
                    <a:pt x="277368" y="91440"/>
                  </a:lnTo>
                  <a:close/>
                </a:path>
                <a:path w="334010" h="375285">
                  <a:moveTo>
                    <a:pt x="281940" y="140208"/>
                  </a:moveTo>
                  <a:lnTo>
                    <a:pt x="280416" y="140208"/>
                  </a:lnTo>
                  <a:lnTo>
                    <a:pt x="280416" y="374904"/>
                  </a:lnTo>
                  <a:lnTo>
                    <a:pt x="281940" y="374904"/>
                  </a:lnTo>
                  <a:lnTo>
                    <a:pt x="281940" y="140208"/>
                  </a:lnTo>
                  <a:close/>
                </a:path>
                <a:path w="334010" h="375285">
                  <a:moveTo>
                    <a:pt x="286512" y="19812"/>
                  </a:moveTo>
                  <a:lnTo>
                    <a:pt x="284988" y="19812"/>
                  </a:lnTo>
                  <a:lnTo>
                    <a:pt x="284988" y="374904"/>
                  </a:lnTo>
                  <a:lnTo>
                    <a:pt x="286512" y="374904"/>
                  </a:lnTo>
                  <a:lnTo>
                    <a:pt x="286512" y="19812"/>
                  </a:lnTo>
                  <a:close/>
                </a:path>
                <a:path w="334010" h="375285">
                  <a:moveTo>
                    <a:pt x="291084" y="38100"/>
                  </a:moveTo>
                  <a:lnTo>
                    <a:pt x="289560" y="38100"/>
                  </a:lnTo>
                  <a:lnTo>
                    <a:pt x="289560" y="374904"/>
                  </a:lnTo>
                  <a:lnTo>
                    <a:pt x="291084" y="374904"/>
                  </a:lnTo>
                  <a:lnTo>
                    <a:pt x="291084" y="38100"/>
                  </a:lnTo>
                  <a:close/>
                </a:path>
                <a:path w="334010" h="375285">
                  <a:moveTo>
                    <a:pt x="297180" y="19812"/>
                  </a:moveTo>
                  <a:lnTo>
                    <a:pt x="294132" y="19812"/>
                  </a:lnTo>
                  <a:lnTo>
                    <a:pt x="294132" y="374904"/>
                  </a:lnTo>
                  <a:lnTo>
                    <a:pt x="297180" y="374904"/>
                  </a:lnTo>
                  <a:lnTo>
                    <a:pt x="297180" y="19812"/>
                  </a:lnTo>
                  <a:close/>
                </a:path>
                <a:path w="334010" h="375285">
                  <a:moveTo>
                    <a:pt x="301752" y="18288"/>
                  </a:moveTo>
                  <a:lnTo>
                    <a:pt x="298704" y="18288"/>
                  </a:lnTo>
                  <a:lnTo>
                    <a:pt x="298704" y="374904"/>
                  </a:lnTo>
                  <a:lnTo>
                    <a:pt x="301752" y="374904"/>
                  </a:lnTo>
                  <a:lnTo>
                    <a:pt x="301752" y="18288"/>
                  </a:lnTo>
                  <a:close/>
                </a:path>
                <a:path w="334010" h="375285">
                  <a:moveTo>
                    <a:pt x="306324" y="86868"/>
                  </a:moveTo>
                  <a:lnTo>
                    <a:pt x="303276" y="86868"/>
                  </a:lnTo>
                  <a:lnTo>
                    <a:pt x="303276" y="374904"/>
                  </a:lnTo>
                  <a:lnTo>
                    <a:pt x="306324" y="374904"/>
                  </a:lnTo>
                  <a:lnTo>
                    <a:pt x="306324" y="86868"/>
                  </a:lnTo>
                  <a:close/>
                </a:path>
                <a:path w="334010" h="375285">
                  <a:moveTo>
                    <a:pt x="310896" y="97536"/>
                  </a:moveTo>
                  <a:lnTo>
                    <a:pt x="309372" y="97536"/>
                  </a:lnTo>
                  <a:lnTo>
                    <a:pt x="309372" y="374904"/>
                  </a:lnTo>
                  <a:lnTo>
                    <a:pt x="310896" y="374904"/>
                  </a:lnTo>
                  <a:lnTo>
                    <a:pt x="310896" y="97536"/>
                  </a:lnTo>
                  <a:close/>
                </a:path>
                <a:path w="334010" h="375285">
                  <a:moveTo>
                    <a:pt x="315468" y="70104"/>
                  </a:moveTo>
                  <a:lnTo>
                    <a:pt x="313944" y="70104"/>
                  </a:lnTo>
                  <a:lnTo>
                    <a:pt x="313944" y="374904"/>
                  </a:lnTo>
                  <a:lnTo>
                    <a:pt x="315468" y="374904"/>
                  </a:lnTo>
                  <a:lnTo>
                    <a:pt x="315468" y="70104"/>
                  </a:lnTo>
                  <a:close/>
                </a:path>
                <a:path w="334010" h="375285">
                  <a:moveTo>
                    <a:pt x="320040" y="97536"/>
                  </a:moveTo>
                  <a:lnTo>
                    <a:pt x="318516" y="97536"/>
                  </a:lnTo>
                  <a:lnTo>
                    <a:pt x="318516" y="374904"/>
                  </a:lnTo>
                  <a:lnTo>
                    <a:pt x="320040" y="374904"/>
                  </a:lnTo>
                  <a:lnTo>
                    <a:pt x="320040" y="97536"/>
                  </a:lnTo>
                  <a:close/>
                </a:path>
                <a:path w="334010" h="375285">
                  <a:moveTo>
                    <a:pt x="324612" y="260604"/>
                  </a:moveTo>
                  <a:lnTo>
                    <a:pt x="323088" y="260604"/>
                  </a:lnTo>
                  <a:lnTo>
                    <a:pt x="323088" y="374904"/>
                  </a:lnTo>
                  <a:lnTo>
                    <a:pt x="324612" y="374904"/>
                  </a:lnTo>
                  <a:lnTo>
                    <a:pt x="324612" y="260604"/>
                  </a:lnTo>
                  <a:close/>
                </a:path>
                <a:path w="334010" h="375285">
                  <a:moveTo>
                    <a:pt x="329184" y="150876"/>
                  </a:moveTo>
                  <a:lnTo>
                    <a:pt x="327660" y="150876"/>
                  </a:lnTo>
                  <a:lnTo>
                    <a:pt x="327660" y="374904"/>
                  </a:lnTo>
                  <a:lnTo>
                    <a:pt x="329184" y="374904"/>
                  </a:lnTo>
                  <a:lnTo>
                    <a:pt x="329184" y="150876"/>
                  </a:lnTo>
                  <a:close/>
                </a:path>
                <a:path w="334010" h="375285">
                  <a:moveTo>
                    <a:pt x="333756" y="155448"/>
                  </a:moveTo>
                  <a:lnTo>
                    <a:pt x="332232" y="155448"/>
                  </a:lnTo>
                  <a:lnTo>
                    <a:pt x="332232" y="374904"/>
                  </a:lnTo>
                  <a:lnTo>
                    <a:pt x="333756" y="374904"/>
                  </a:lnTo>
                  <a:lnTo>
                    <a:pt x="333756" y="155448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188208" y="3488435"/>
              <a:ext cx="335280" cy="375285"/>
            </a:xfrm>
            <a:custGeom>
              <a:avLst/>
              <a:gdLst/>
              <a:ahLst/>
              <a:cxnLst/>
              <a:rect l="l" t="t" r="r" b="b"/>
              <a:pathLst>
                <a:path w="335279" h="375285">
                  <a:moveTo>
                    <a:pt x="1524" y="155448"/>
                  </a:moveTo>
                  <a:lnTo>
                    <a:pt x="0" y="155448"/>
                  </a:lnTo>
                  <a:lnTo>
                    <a:pt x="0" y="374904"/>
                  </a:lnTo>
                  <a:lnTo>
                    <a:pt x="1524" y="374904"/>
                  </a:lnTo>
                  <a:lnTo>
                    <a:pt x="1524" y="155448"/>
                  </a:lnTo>
                  <a:close/>
                </a:path>
                <a:path w="335279" h="375285">
                  <a:moveTo>
                    <a:pt x="7620" y="83820"/>
                  </a:moveTo>
                  <a:lnTo>
                    <a:pt x="4572" y="83820"/>
                  </a:lnTo>
                  <a:lnTo>
                    <a:pt x="4572" y="374904"/>
                  </a:lnTo>
                  <a:lnTo>
                    <a:pt x="7620" y="374904"/>
                  </a:lnTo>
                  <a:lnTo>
                    <a:pt x="7620" y="83820"/>
                  </a:lnTo>
                  <a:close/>
                </a:path>
                <a:path w="335279" h="375285">
                  <a:moveTo>
                    <a:pt x="12192" y="124968"/>
                  </a:moveTo>
                  <a:lnTo>
                    <a:pt x="9144" y="124968"/>
                  </a:lnTo>
                  <a:lnTo>
                    <a:pt x="9144" y="374904"/>
                  </a:lnTo>
                  <a:lnTo>
                    <a:pt x="12192" y="374904"/>
                  </a:lnTo>
                  <a:lnTo>
                    <a:pt x="12192" y="124968"/>
                  </a:lnTo>
                  <a:close/>
                </a:path>
                <a:path w="335279" h="375285">
                  <a:moveTo>
                    <a:pt x="16764" y="161544"/>
                  </a:moveTo>
                  <a:lnTo>
                    <a:pt x="15240" y="161544"/>
                  </a:lnTo>
                  <a:lnTo>
                    <a:pt x="15240" y="374904"/>
                  </a:lnTo>
                  <a:lnTo>
                    <a:pt x="16764" y="374904"/>
                  </a:lnTo>
                  <a:lnTo>
                    <a:pt x="16764" y="161544"/>
                  </a:lnTo>
                  <a:close/>
                </a:path>
                <a:path w="335279" h="375285">
                  <a:moveTo>
                    <a:pt x="21336" y="86868"/>
                  </a:moveTo>
                  <a:lnTo>
                    <a:pt x="19812" y="86868"/>
                  </a:lnTo>
                  <a:lnTo>
                    <a:pt x="19812" y="374904"/>
                  </a:lnTo>
                  <a:lnTo>
                    <a:pt x="21336" y="374904"/>
                  </a:lnTo>
                  <a:lnTo>
                    <a:pt x="21336" y="86868"/>
                  </a:lnTo>
                  <a:close/>
                </a:path>
                <a:path w="335279" h="375285">
                  <a:moveTo>
                    <a:pt x="25908" y="260604"/>
                  </a:moveTo>
                  <a:lnTo>
                    <a:pt x="24384" y="260604"/>
                  </a:lnTo>
                  <a:lnTo>
                    <a:pt x="24384" y="374904"/>
                  </a:lnTo>
                  <a:lnTo>
                    <a:pt x="25908" y="374904"/>
                  </a:lnTo>
                  <a:lnTo>
                    <a:pt x="25908" y="260604"/>
                  </a:lnTo>
                  <a:close/>
                </a:path>
                <a:path w="335279" h="375285">
                  <a:moveTo>
                    <a:pt x="30480" y="65532"/>
                  </a:moveTo>
                  <a:lnTo>
                    <a:pt x="28956" y="65532"/>
                  </a:lnTo>
                  <a:lnTo>
                    <a:pt x="28956" y="374904"/>
                  </a:lnTo>
                  <a:lnTo>
                    <a:pt x="30480" y="374904"/>
                  </a:lnTo>
                  <a:lnTo>
                    <a:pt x="30480" y="65532"/>
                  </a:lnTo>
                  <a:close/>
                </a:path>
                <a:path w="335279" h="375285">
                  <a:moveTo>
                    <a:pt x="35052" y="86868"/>
                  </a:moveTo>
                  <a:lnTo>
                    <a:pt x="33528" y="86868"/>
                  </a:lnTo>
                  <a:lnTo>
                    <a:pt x="33528" y="374904"/>
                  </a:lnTo>
                  <a:lnTo>
                    <a:pt x="35052" y="374904"/>
                  </a:lnTo>
                  <a:lnTo>
                    <a:pt x="35052" y="86868"/>
                  </a:lnTo>
                  <a:close/>
                </a:path>
                <a:path w="335279" h="375285">
                  <a:moveTo>
                    <a:pt x="39624" y="260604"/>
                  </a:moveTo>
                  <a:lnTo>
                    <a:pt x="38100" y="260604"/>
                  </a:lnTo>
                  <a:lnTo>
                    <a:pt x="38100" y="374904"/>
                  </a:lnTo>
                  <a:lnTo>
                    <a:pt x="39624" y="374904"/>
                  </a:lnTo>
                  <a:lnTo>
                    <a:pt x="39624" y="260604"/>
                  </a:lnTo>
                  <a:close/>
                </a:path>
                <a:path w="335279" h="375285">
                  <a:moveTo>
                    <a:pt x="44196" y="65532"/>
                  </a:moveTo>
                  <a:lnTo>
                    <a:pt x="42672" y="65532"/>
                  </a:lnTo>
                  <a:lnTo>
                    <a:pt x="42672" y="374904"/>
                  </a:lnTo>
                  <a:lnTo>
                    <a:pt x="44196" y="374904"/>
                  </a:lnTo>
                  <a:lnTo>
                    <a:pt x="44196" y="65532"/>
                  </a:lnTo>
                  <a:close/>
                </a:path>
                <a:path w="335279" h="375285">
                  <a:moveTo>
                    <a:pt x="50292" y="88392"/>
                  </a:moveTo>
                  <a:lnTo>
                    <a:pt x="47244" y="88392"/>
                  </a:lnTo>
                  <a:lnTo>
                    <a:pt x="47244" y="374904"/>
                  </a:lnTo>
                  <a:lnTo>
                    <a:pt x="50292" y="374904"/>
                  </a:lnTo>
                  <a:lnTo>
                    <a:pt x="50292" y="88392"/>
                  </a:lnTo>
                  <a:close/>
                </a:path>
                <a:path w="335279" h="375285">
                  <a:moveTo>
                    <a:pt x="54864" y="42684"/>
                  </a:moveTo>
                  <a:lnTo>
                    <a:pt x="51816" y="42684"/>
                  </a:lnTo>
                  <a:lnTo>
                    <a:pt x="51816" y="374904"/>
                  </a:lnTo>
                  <a:lnTo>
                    <a:pt x="54864" y="374904"/>
                  </a:lnTo>
                  <a:lnTo>
                    <a:pt x="54864" y="42684"/>
                  </a:lnTo>
                  <a:close/>
                </a:path>
                <a:path w="335279" h="375285">
                  <a:moveTo>
                    <a:pt x="59436" y="260604"/>
                  </a:moveTo>
                  <a:lnTo>
                    <a:pt x="57912" y="260604"/>
                  </a:lnTo>
                  <a:lnTo>
                    <a:pt x="57912" y="374904"/>
                  </a:lnTo>
                  <a:lnTo>
                    <a:pt x="59436" y="374904"/>
                  </a:lnTo>
                  <a:lnTo>
                    <a:pt x="59436" y="260604"/>
                  </a:lnTo>
                  <a:close/>
                </a:path>
                <a:path w="335279" h="375285">
                  <a:moveTo>
                    <a:pt x="63995" y="80784"/>
                  </a:moveTo>
                  <a:lnTo>
                    <a:pt x="62484" y="80784"/>
                  </a:lnTo>
                  <a:lnTo>
                    <a:pt x="62484" y="374904"/>
                  </a:lnTo>
                  <a:lnTo>
                    <a:pt x="63995" y="374904"/>
                  </a:lnTo>
                  <a:lnTo>
                    <a:pt x="63995" y="80784"/>
                  </a:lnTo>
                  <a:close/>
                </a:path>
                <a:path w="335279" h="375285">
                  <a:moveTo>
                    <a:pt x="68580" y="97536"/>
                  </a:moveTo>
                  <a:lnTo>
                    <a:pt x="67056" y="97536"/>
                  </a:lnTo>
                  <a:lnTo>
                    <a:pt x="67056" y="374904"/>
                  </a:lnTo>
                  <a:lnTo>
                    <a:pt x="68580" y="374904"/>
                  </a:lnTo>
                  <a:lnTo>
                    <a:pt x="68580" y="97536"/>
                  </a:lnTo>
                  <a:close/>
                </a:path>
                <a:path w="335279" h="375285">
                  <a:moveTo>
                    <a:pt x="73152" y="65532"/>
                  </a:moveTo>
                  <a:lnTo>
                    <a:pt x="71628" y="65532"/>
                  </a:lnTo>
                  <a:lnTo>
                    <a:pt x="71628" y="374904"/>
                  </a:lnTo>
                  <a:lnTo>
                    <a:pt x="73152" y="374904"/>
                  </a:lnTo>
                  <a:lnTo>
                    <a:pt x="73152" y="65532"/>
                  </a:lnTo>
                  <a:close/>
                </a:path>
                <a:path w="335279" h="375285">
                  <a:moveTo>
                    <a:pt x="77724" y="70104"/>
                  </a:moveTo>
                  <a:lnTo>
                    <a:pt x="76200" y="70104"/>
                  </a:lnTo>
                  <a:lnTo>
                    <a:pt x="76200" y="374904"/>
                  </a:lnTo>
                  <a:lnTo>
                    <a:pt x="77724" y="374904"/>
                  </a:lnTo>
                  <a:lnTo>
                    <a:pt x="77724" y="70104"/>
                  </a:lnTo>
                  <a:close/>
                </a:path>
                <a:path w="335279" h="375285">
                  <a:moveTo>
                    <a:pt x="82283" y="45720"/>
                  </a:moveTo>
                  <a:lnTo>
                    <a:pt x="80759" y="45720"/>
                  </a:lnTo>
                  <a:lnTo>
                    <a:pt x="80759" y="374904"/>
                  </a:lnTo>
                  <a:lnTo>
                    <a:pt x="82283" y="374904"/>
                  </a:lnTo>
                  <a:lnTo>
                    <a:pt x="82283" y="45720"/>
                  </a:lnTo>
                  <a:close/>
                </a:path>
                <a:path w="335279" h="375285">
                  <a:moveTo>
                    <a:pt x="88392" y="94488"/>
                  </a:moveTo>
                  <a:lnTo>
                    <a:pt x="85344" y="94488"/>
                  </a:lnTo>
                  <a:lnTo>
                    <a:pt x="85344" y="374904"/>
                  </a:lnTo>
                  <a:lnTo>
                    <a:pt x="88392" y="374904"/>
                  </a:lnTo>
                  <a:lnTo>
                    <a:pt x="88392" y="94488"/>
                  </a:lnTo>
                  <a:close/>
                </a:path>
                <a:path w="335279" h="375285">
                  <a:moveTo>
                    <a:pt x="92964" y="86868"/>
                  </a:moveTo>
                  <a:lnTo>
                    <a:pt x="89916" y="86868"/>
                  </a:lnTo>
                  <a:lnTo>
                    <a:pt x="89916" y="374904"/>
                  </a:lnTo>
                  <a:lnTo>
                    <a:pt x="92964" y="374904"/>
                  </a:lnTo>
                  <a:lnTo>
                    <a:pt x="92964" y="86868"/>
                  </a:lnTo>
                  <a:close/>
                </a:path>
                <a:path w="335279" h="375285">
                  <a:moveTo>
                    <a:pt x="97536" y="120396"/>
                  </a:moveTo>
                  <a:lnTo>
                    <a:pt x="94488" y="120396"/>
                  </a:lnTo>
                  <a:lnTo>
                    <a:pt x="94488" y="374904"/>
                  </a:lnTo>
                  <a:lnTo>
                    <a:pt x="97536" y="374904"/>
                  </a:lnTo>
                  <a:lnTo>
                    <a:pt x="97536" y="120396"/>
                  </a:lnTo>
                  <a:close/>
                </a:path>
                <a:path w="335279" h="375285">
                  <a:moveTo>
                    <a:pt x="102095" y="179832"/>
                  </a:moveTo>
                  <a:lnTo>
                    <a:pt x="100571" y="179832"/>
                  </a:lnTo>
                  <a:lnTo>
                    <a:pt x="100571" y="374904"/>
                  </a:lnTo>
                  <a:lnTo>
                    <a:pt x="102095" y="374904"/>
                  </a:lnTo>
                  <a:lnTo>
                    <a:pt x="102095" y="179832"/>
                  </a:lnTo>
                  <a:close/>
                </a:path>
                <a:path w="335279" h="375285">
                  <a:moveTo>
                    <a:pt x="106680" y="42684"/>
                  </a:moveTo>
                  <a:lnTo>
                    <a:pt x="105156" y="42684"/>
                  </a:lnTo>
                  <a:lnTo>
                    <a:pt x="105156" y="374904"/>
                  </a:lnTo>
                  <a:lnTo>
                    <a:pt x="106680" y="374904"/>
                  </a:lnTo>
                  <a:lnTo>
                    <a:pt x="106680" y="42684"/>
                  </a:lnTo>
                  <a:close/>
                </a:path>
                <a:path w="335279" h="375285">
                  <a:moveTo>
                    <a:pt x="111252" y="184404"/>
                  </a:moveTo>
                  <a:lnTo>
                    <a:pt x="109728" y="184404"/>
                  </a:lnTo>
                  <a:lnTo>
                    <a:pt x="109728" y="374904"/>
                  </a:lnTo>
                  <a:lnTo>
                    <a:pt x="111252" y="374904"/>
                  </a:lnTo>
                  <a:lnTo>
                    <a:pt x="111252" y="184404"/>
                  </a:lnTo>
                  <a:close/>
                </a:path>
                <a:path w="335279" h="375285">
                  <a:moveTo>
                    <a:pt x="115824" y="60972"/>
                  </a:moveTo>
                  <a:lnTo>
                    <a:pt x="114300" y="60972"/>
                  </a:lnTo>
                  <a:lnTo>
                    <a:pt x="114300" y="374904"/>
                  </a:lnTo>
                  <a:lnTo>
                    <a:pt x="115824" y="374904"/>
                  </a:lnTo>
                  <a:lnTo>
                    <a:pt x="115824" y="60972"/>
                  </a:lnTo>
                  <a:close/>
                </a:path>
                <a:path w="335279" h="375285">
                  <a:moveTo>
                    <a:pt x="120383" y="80784"/>
                  </a:moveTo>
                  <a:lnTo>
                    <a:pt x="118859" y="80784"/>
                  </a:lnTo>
                  <a:lnTo>
                    <a:pt x="118859" y="374904"/>
                  </a:lnTo>
                  <a:lnTo>
                    <a:pt x="120383" y="374904"/>
                  </a:lnTo>
                  <a:lnTo>
                    <a:pt x="120383" y="80784"/>
                  </a:lnTo>
                  <a:close/>
                </a:path>
                <a:path w="335279" h="375285">
                  <a:moveTo>
                    <a:pt x="124968" y="91440"/>
                  </a:moveTo>
                  <a:lnTo>
                    <a:pt x="123444" y="91440"/>
                  </a:lnTo>
                  <a:lnTo>
                    <a:pt x="123444" y="374904"/>
                  </a:lnTo>
                  <a:lnTo>
                    <a:pt x="124968" y="374904"/>
                  </a:lnTo>
                  <a:lnTo>
                    <a:pt x="124968" y="91440"/>
                  </a:lnTo>
                  <a:close/>
                </a:path>
                <a:path w="335279" h="375285">
                  <a:moveTo>
                    <a:pt x="131064" y="260604"/>
                  </a:moveTo>
                  <a:lnTo>
                    <a:pt x="128016" y="260604"/>
                  </a:lnTo>
                  <a:lnTo>
                    <a:pt x="128016" y="374904"/>
                  </a:lnTo>
                  <a:lnTo>
                    <a:pt x="131064" y="374904"/>
                  </a:lnTo>
                  <a:lnTo>
                    <a:pt x="131064" y="260604"/>
                  </a:lnTo>
                  <a:close/>
                </a:path>
                <a:path w="335279" h="375285">
                  <a:moveTo>
                    <a:pt x="135636" y="173736"/>
                  </a:moveTo>
                  <a:lnTo>
                    <a:pt x="132588" y="173736"/>
                  </a:lnTo>
                  <a:lnTo>
                    <a:pt x="132588" y="374904"/>
                  </a:lnTo>
                  <a:lnTo>
                    <a:pt x="135636" y="374904"/>
                  </a:lnTo>
                  <a:lnTo>
                    <a:pt x="135636" y="173736"/>
                  </a:lnTo>
                  <a:close/>
                </a:path>
                <a:path w="335279" h="375285">
                  <a:moveTo>
                    <a:pt x="140195" y="138684"/>
                  </a:moveTo>
                  <a:lnTo>
                    <a:pt x="138671" y="138684"/>
                  </a:lnTo>
                  <a:lnTo>
                    <a:pt x="138671" y="374904"/>
                  </a:lnTo>
                  <a:lnTo>
                    <a:pt x="140195" y="374904"/>
                  </a:lnTo>
                  <a:lnTo>
                    <a:pt x="140195" y="138684"/>
                  </a:lnTo>
                  <a:close/>
                </a:path>
                <a:path w="335279" h="375285">
                  <a:moveTo>
                    <a:pt x="144780" y="60972"/>
                  </a:moveTo>
                  <a:lnTo>
                    <a:pt x="143256" y="60972"/>
                  </a:lnTo>
                  <a:lnTo>
                    <a:pt x="143256" y="374904"/>
                  </a:lnTo>
                  <a:lnTo>
                    <a:pt x="144780" y="374904"/>
                  </a:lnTo>
                  <a:lnTo>
                    <a:pt x="144780" y="60972"/>
                  </a:lnTo>
                  <a:close/>
                </a:path>
                <a:path w="335279" h="375285">
                  <a:moveTo>
                    <a:pt x="149352" y="25908"/>
                  </a:moveTo>
                  <a:lnTo>
                    <a:pt x="147828" y="25908"/>
                  </a:lnTo>
                  <a:lnTo>
                    <a:pt x="147828" y="374904"/>
                  </a:lnTo>
                  <a:lnTo>
                    <a:pt x="149352" y="374904"/>
                  </a:lnTo>
                  <a:lnTo>
                    <a:pt x="149352" y="25908"/>
                  </a:lnTo>
                  <a:close/>
                </a:path>
                <a:path w="335279" h="375285">
                  <a:moveTo>
                    <a:pt x="153924" y="13716"/>
                  </a:moveTo>
                  <a:lnTo>
                    <a:pt x="152400" y="13716"/>
                  </a:lnTo>
                  <a:lnTo>
                    <a:pt x="152400" y="374904"/>
                  </a:lnTo>
                  <a:lnTo>
                    <a:pt x="153924" y="374904"/>
                  </a:lnTo>
                  <a:lnTo>
                    <a:pt x="153924" y="13716"/>
                  </a:lnTo>
                  <a:close/>
                </a:path>
                <a:path w="335279" h="375285">
                  <a:moveTo>
                    <a:pt x="158496" y="38100"/>
                  </a:moveTo>
                  <a:lnTo>
                    <a:pt x="156972" y="38100"/>
                  </a:lnTo>
                  <a:lnTo>
                    <a:pt x="156972" y="374904"/>
                  </a:lnTo>
                  <a:lnTo>
                    <a:pt x="158496" y="374904"/>
                  </a:lnTo>
                  <a:lnTo>
                    <a:pt x="158496" y="38100"/>
                  </a:lnTo>
                  <a:close/>
                </a:path>
                <a:path w="335279" h="375285">
                  <a:moveTo>
                    <a:pt x="163068" y="28956"/>
                  </a:moveTo>
                  <a:lnTo>
                    <a:pt x="161544" y="28956"/>
                  </a:lnTo>
                  <a:lnTo>
                    <a:pt x="161544" y="374904"/>
                  </a:lnTo>
                  <a:lnTo>
                    <a:pt x="163068" y="374904"/>
                  </a:lnTo>
                  <a:lnTo>
                    <a:pt x="163068" y="28956"/>
                  </a:lnTo>
                  <a:close/>
                </a:path>
                <a:path w="335279" h="375285">
                  <a:moveTo>
                    <a:pt x="167640" y="25908"/>
                  </a:moveTo>
                  <a:lnTo>
                    <a:pt x="166116" y="25908"/>
                  </a:lnTo>
                  <a:lnTo>
                    <a:pt x="166116" y="374904"/>
                  </a:lnTo>
                  <a:lnTo>
                    <a:pt x="167640" y="374904"/>
                  </a:lnTo>
                  <a:lnTo>
                    <a:pt x="167640" y="25908"/>
                  </a:lnTo>
                  <a:close/>
                </a:path>
                <a:path w="335279" h="375285">
                  <a:moveTo>
                    <a:pt x="173736" y="25908"/>
                  </a:moveTo>
                  <a:lnTo>
                    <a:pt x="170688" y="25908"/>
                  </a:lnTo>
                  <a:lnTo>
                    <a:pt x="170688" y="374904"/>
                  </a:lnTo>
                  <a:lnTo>
                    <a:pt x="173736" y="374904"/>
                  </a:lnTo>
                  <a:lnTo>
                    <a:pt x="173736" y="25908"/>
                  </a:lnTo>
                  <a:close/>
                </a:path>
                <a:path w="335279" h="375285">
                  <a:moveTo>
                    <a:pt x="178308" y="60972"/>
                  </a:moveTo>
                  <a:lnTo>
                    <a:pt x="175260" y="60972"/>
                  </a:lnTo>
                  <a:lnTo>
                    <a:pt x="175260" y="374904"/>
                  </a:lnTo>
                  <a:lnTo>
                    <a:pt x="178308" y="374904"/>
                  </a:lnTo>
                  <a:lnTo>
                    <a:pt x="178308" y="60972"/>
                  </a:lnTo>
                  <a:close/>
                </a:path>
                <a:path w="335279" h="375285">
                  <a:moveTo>
                    <a:pt x="182880" y="45720"/>
                  </a:moveTo>
                  <a:lnTo>
                    <a:pt x="181356" y="45720"/>
                  </a:lnTo>
                  <a:lnTo>
                    <a:pt x="181356" y="374904"/>
                  </a:lnTo>
                  <a:lnTo>
                    <a:pt x="182880" y="374904"/>
                  </a:lnTo>
                  <a:lnTo>
                    <a:pt x="182880" y="45720"/>
                  </a:lnTo>
                  <a:close/>
                </a:path>
                <a:path w="335279" h="375285">
                  <a:moveTo>
                    <a:pt x="187452" y="74676"/>
                  </a:moveTo>
                  <a:lnTo>
                    <a:pt x="185928" y="74676"/>
                  </a:lnTo>
                  <a:lnTo>
                    <a:pt x="185928" y="374904"/>
                  </a:lnTo>
                  <a:lnTo>
                    <a:pt x="187452" y="374904"/>
                  </a:lnTo>
                  <a:lnTo>
                    <a:pt x="187452" y="74676"/>
                  </a:lnTo>
                  <a:close/>
                </a:path>
                <a:path w="335279" h="375285">
                  <a:moveTo>
                    <a:pt x="192024" y="65532"/>
                  </a:moveTo>
                  <a:lnTo>
                    <a:pt x="190500" y="65532"/>
                  </a:lnTo>
                  <a:lnTo>
                    <a:pt x="190500" y="374904"/>
                  </a:lnTo>
                  <a:lnTo>
                    <a:pt x="192024" y="374904"/>
                  </a:lnTo>
                  <a:lnTo>
                    <a:pt x="192024" y="65532"/>
                  </a:lnTo>
                  <a:close/>
                </a:path>
                <a:path w="335279" h="375285">
                  <a:moveTo>
                    <a:pt x="196596" y="50292"/>
                  </a:moveTo>
                  <a:lnTo>
                    <a:pt x="195072" y="50292"/>
                  </a:lnTo>
                  <a:lnTo>
                    <a:pt x="195072" y="374904"/>
                  </a:lnTo>
                  <a:lnTo>
                    <a:pt x="196596" y="374904"/>
                  </a:lnTo>
                  <a:lnTo>
                    <a:pt x="196596" y="50292"/>
                  </a:lnTo>
                  <a:close/>
                </a:path>
                <a:path w="335279" h="375285">
                  <a:moveTo>
                    <a:pt x="201168" y="60972"/>
                  </a:moveTo>
                  <a:lnTo>
                    <a:pt x="199644" y="60972"/>
                  </a:lnTo>
                  <a:lnTo>
                    <a:pt x="199644" y="374904"/>
                  </a:lnTo>
                  <a:lnTo>
                    <a:pt x="201168" y="374904"/>
                  </a:lnTo>
                  <a:lnTo>
                    <a:pt x="201168" y="60972"/>
                  </a:lnTo>
                  <a:close/>
                </a:path>
                <a:path w="335279" h="375285">
                  <a:moveTo>
                    <a:pt x="205740" y="38100"/>
                  </a:moveTo>
                  <a:lnTo>
                    <a:pt x="204216" y="38100"/>
                  </a:lnTo>
                  <a:lnTo>
                    <a:pt x="204216" y="374904"/>
                  </a:lnTo>
                  <a:lnTo>
                    <a:pt x="205740" y="374904"/>
                  </a:lnTo>
                  <a:lnTo>
                    <a:pt x="205740" y="38100"/>
                  </a:lnTo>
                  <a:close/>
                </a:path>
                <a:path w="335279" h="375285">
                  <a:moveTo>
                    <a:pt x="211836" y="143256"/>
                  </a:moveTo>
                  <a:lnTo>
                    <a:pt x="208788" y="143256"/>
                  </a:lnTo>
                  <a:lnTo>
                    <a:pt x="208788" y="374904"/>
                  </a:lnTo>
                  <a:lnTo>
                    <a:pt x="211836" y="374904"/>
                  </a:lnTo>
                  <a:lnTo>
                    <a:pt x="211836" y="143256"/>
                  </a:lnTo>
                  <a:close/>
                </a:path>
                <a:path w="335279" h="375285">
                  <a:moveTo>
                    <a:pt x="216408" y="21336"/>
                  </a:moveTo>
                  <a:lnTo>
                    <a:pt x="213360" y="21336"/>
                  </a:lnTo>
                  <a:lnTo>
                    <a:pt x="213360" y="374904"/>
                  </a:lnTo>
                  <a:lnTo>
                    <a:pt x="216408" y="374904"/>
                  </a:lnTo>
                  <a:lnTo>
                    <a:pt x="216408" y="21336"/>
                  </a:lnTo>
                  <a:close/>
                </a:path>
                <a:path w="335279" h="375285">
                  <a:moveTo>
                    <a:pt x="220980" y="39624"/>
                  </a:moveTo>
                  <a:lnTo>
                    <a:pt x="217932" y="39624"/>
                  </a:lnTo>
                  <a:lnTo>
                    <a:pt x="217932" y="374904"/>
                  </a:lnTo>
                  <a:lnTo>
                    <a:pt x="220980" y="374904"/>
                  </a:lnTo>
                  <a:lnTo>
                    <a:pt x="220980" y="39624"/>
                  </a:lnTo>
                  <a:close/>
                </a:path>
                <a:path w="335279" h="375285">
                  <a:moveTo>
                    <a:pt x="225552" y="7620"/>
                  </a:moveTo>
                  <a:lnTo>
                    <a:pt x="224028" y="7620"/>
                  </a:lnTo>
                  <a:lnTo>
                    <a:pt x="224028" y="374904"/>
                  </a:lnTo>
                  <a:lnTo>
                    <a:pt x="225552" y="374904"/>
                  </a:lnTo>
                  <a:lnTo>
                    <a:pt x="225552" y="7620"/>
                  </a:lnTo>
                  <a:close/>
                </a:path>
                <a:path w="335279" h="375285">
                  <a:moveTo>
                    <a:pt x="230124" y="13716"/>
                  </a:moveTo>
                  <a:lnTo>
                    <a:pt x="228600" y="13716"/>
                  </a:lnTo>
                  <a:lnTo>
                    <a:pt x="228600" y="374904"/>
                  </a:lnTo>
                  <a:lnTo>
                    <a:pt x="230124" y="374904"/>
                  </a:lnTo>
                  <a:lnTo>
                    <a:pt x="230124" y="13716"/>
                  </a:lnTo>
                  <a:close/>
                </a:path>
                <a:path w="335279" h="375285">
                  <a:moveTo>
                    <a:pt x="234696" y="25908"/>
                  </a:moveTo>
                  <a:lnTo>
                    <a:pt x="233172" y="25908"/>
                  </a:lnTo>
                  <a:lnTo>
                    <a:pt x="233172" y="374904"/>
                  </a:lnTo>
                  <a:lnTo>
                    <a:pt x="234696" y="374904"/>
                  </a:lnTo>
                  <a:lnTo>
                    <a:pt x="234696" y="25908"/>
                  </a:lnTo>
                  <a:close/>
                </a:path>
                <a:path w="335279" h="375285">
                  <a:moveTo>
                    <a:pt x="239268" y="0"/>
                  </a:moveTo>
                  <a:lnTo>
                    <a:pt x="237744" y="0"/>
                  </a:lnTo>
                  <a:lnTo>
                    <a:pt x="237744" y="374904"/>
                  </a:lnTo>
                  <a:lnTo>
                    <a:pt x="239268" y="374904"/>
                  </a:lnTo>
                  <a:lnTo>
                    <a:pt x="239268" y="0"/>
                  </a:lnTo>
                  <a:close/>
                </a:path>
                <a:path w="335279" h="375285">
                  <a:moveTo>
                    <a:pt x="243840" y="25908"/>
                  </a:moveTo>
                  <a:lnTo>
                    <a:pt x="242316" y="25908"/>
                  </a:lnTo>
                  <a:lnTo>
                    <a:pt x="242316" y="374904"/>
                  </a:lnTo>
                  <a:lnTo>
                    <a:pt x="243840" y="374904"/>
                  </a:lnTo>
                  <a:lnTo>
                    <a:pt x="243840" y="25908"/>
                  </a:lnTo>
                  <a:close/>
                </a:path>
                <a:path w="335279" h="375285">
                  <a:moveTo>
                    <a:pt x="248412" y="47244"/>
                  </a:moveTo>
                  <a:lnTo>
                    <a:pt x="246888" y="47244"/>
                  </a:lnTo>
                  <a:lnTo>
                    <a:pt x="246888" y="374904"/>
                  </a:lnTo>
                  <a:lnTo>
                    <a:pt x="248412" y="374904"/>
                  </a:lnTo>
                  <a:lnTo>
                    <a:pt x="248412" y="47244"/>
                  </a:lnTo>
                  <a:close/>
                </a:path>
                <a:path w="335279" h="375285">
                  <a:moveTo>
                    <a:pt x="254508" y="25908"/>
                  </a:moveTo>
                  <a:lnTo>
                    <a:pt x="251460" y="25908"/>
                  </a:lnTo>
                  <a:lnTo>
                    <a:pt x="251460" y="374904"/>
                  </a:lnTo>
                  <a:lnTo>
                    <a:pt x="254508" y="374904"/>
                  </a:lnTo>
                  <a:lnTo>
                    <a:pt x="254508" y="25908"/>
                  </a:lnTo>
                  <a:close/>
                </a:path>
                <a:path w="335279" h="375285">
                  <a:moveTo>
                    <a:pt x="259080" y="33528"/>
                  </a:moveTo>
                  <a:lnTo>
                    <a:pt x="256032" y="33528"/>
                  </a:lnTo>
                  <a:lnTo>
                    <a:pt x="256032" y="374904"/>
                  </a:lnTo>
                  <a:lnTo>
                    <a:pt x="259080" y="374904"/>
                  </a:lnTo>
                  <a:lnTo>
                    <a:pt x="259080" y="33528"/>
                  </a:lnTo>
                  <a:close/>
                </a:path>
                <a:path w="335279" h="375285">
                  <a:moveTo>
                    <a:pt x="263652" y="18288"/>
                  </a:moveTo>
                  <a:lnTo>
                    <a:pt x="262128" y="18288"/>
                  </a:lnTo>
                  <a:lnTo>
                    <a:pt x="262128" y="374904"/>
                  </a:lnTo>
                  <a:lnTo>
                    <a:pt x="263652" y="374904"/>
                  </a:lnTo>
                  <a:lnTo>
                    <a:pt x="263652" y="18288"/>
                  </a:lnTo>
                  <a:close/>
                </a:path>
                <a:path w="335279" h="375285">
                  <a:moveTo>
                    <a:pt x="268224" y="54864"/>
                  </a:moveTo>
                  <a:lnTo>
                    <a:pt x="266700" y="54864"/>
                  </a:lnTo>
                  <a:lnTo>
                    <a:pt x="266700" y="374904"/>
                  </a:lnTo>
                  <a:lnTo>
                    <a:pt x="268224" y="374904"/>
                  </a:lnTo>
                  <a:lnTo>
                    <a:pt x="268224" y="54864"/>
                  </a:lnTo>
                  <a:close/>
                </a:path>
                <a:path w="335279" h="375285">
                  <a:moveTo>
                    <a:pt x="272796" y="28956"/>
                  </a:moveTo>
                  <a:lnTo>
                    <a:pt x="271272" y="28956"/>
                  </a:lnTo>
                  <a:lnTo>
                    <a:pt x="271272" y="374904"/>
                  </a:lnTo>
                  <a:lnTo>
                    <a:pt x="272796" y="374904"/>
                  </a:lnTo>
                  <a:lnTo>
                    <a:pt x="272796" y="28956"/>
                  </a:lnTo>
                  <a:close/>
                </a:path>
                <a:path w="335279" h="375285">
                  <a:moveTo>
                    <a:pt x="277368" y="38100"/>
                  </a:moveTo>
                  <a:lnTo>
                    <a:pt x="275844" y="38100"/>
                  </a:lnTo>
                  <a:lnTo>
                    <a:pt x="275844" y="374904"/>
                  </a:lnTo>
                  <a:lnTo>
                    <a:pt x="277368" y="374904"/>
                  </a:lnTo>
                  <a:lnTo>
                    <a:pt x="277368" y="38100"/>
                  </a:lnTo>
                  <a:close/>
                </a:path>
                <a:path w="335279" h="375285">
                  <a:moveTo>
                    <a:pt x="281940" y="27432"/>
                  </a:moveTo>
                  <a:lnTo>
                    <a:pt x="280416" y="27432"/>
                  </a:lnTo>
                  <a:lnTo>
                    <a:pt x="280416" y="374904"/>
                  </a:lnTo>
                  <a:lnTo>
                    <a:pt x="281940" y="374904"/>
                  </a:lnTo>
                  <a:lnTo>
                    <a:pt x="281940" y="27432"/>
                  </a:lnTo>
                  <a:close/>
                </a:path>
                <a:path w="335279" h="375285">
                  <a:moveTo>
                    <a:pt x="286512" y="53340"/>
                  </a:moveTo>
                  <a:lnTo>
                    <a:pt x="284988" y="53340"/>
                  </a:lnTo>
                  <a:lnTo>
                    <a:pt x="284988" y="374904"/>
                  </a:lnTo>
                  <a:lnTo>
                    <a:pt x="286512" y="374904"/>
                  </a:lnTo>
                  <a:lnTo>
                    <a:pt x="286512" y="53340"/>
                  </a:lnTo>
                  <a:close/>
                </a:path>
                <a:path w="335279" h="375285">
                  <a:moveTo>
                    <a:pt x="291084" y="21336"/>
                  </a:moveTo>
                  <a:lnTo>
                    <a:pt x="289560" y="21336"/>
                  </a:lnTo>
                  <a:lnTo>
                    <a:pt x="289560" y="374904"/>
                  </a:lnTo>
                  <a:lnTo>
                    <a:pt x="291084" y="374904"/>
                  </a:lnTo>
                  <a:lnTo>
                    <a:pt x="291084" y="21336"/>
                  </a:lnTo>
                  <a:close/>
                </a:path>
                <a:path w="335279" h="375285">
                  <a:moveTo>
                    <a:pt x="297180" y="19812"/>
                  </a:moveTo>
                  <a:lnTo>
                    <a:pt x="294132" y="19812"/>
                  </a:lnTo>
                  <a:lnTo>
                    <a:pt x="294132" y="374904"/>
                  </a:lnTo>
                  <a:lnTo>
                    <a:pt x="297180" y="374904"/>
                  </a:lnTo>
                  <a:lnTo>
                    <a:pt x="297180" y="19812"/>
                  </a:lnTo>
                  <a:close/>
                </a:path>
                <a:path w="335279" h="375285">
                  <a:moveTo>
                    <a:pt x="301752" y="42684"/>
                  </a:moveTo>
                  <a:lnTo>
                    <a:pt x="298704" y="42684"/>
                  </a:lnTo>
                  <a:lnTo>
                    <a:pt x="298704" y="374904"/>
                  </a:lnTo>
                  <a:lnTo>
                    <a:pt x="301752" y="374904"/>
                  </a:lnTo>
                  <a:lnTo>
                    <a:pt x="301752" y="42684"/>
                  </a:lnTo>
                  <a:close/>
                </a:path>
                <a:path w="335279" h="375285">
                  <a:moveTo>
                    <a:pt x="306324" y="74676"/>
                  </a:moveTo>
                  <a:lnTo>
                    <a:pt x="304800" y="74676"/>
                  </a:lnTo>
                  <a:lnTo>
                    <a:pt x="304800" y="374904"/>
                  </a:lnTo>
                  <a:lnTo>
                    <a:pt x="306324" y="374904"/>
                  </a:lnTo>
                  <a:lnTo>
                    <a:pt x="306324" y="74676"/>
                  </a:lnTo>
                  <a:close/>
                </a:path>
                <a:path w="335279" h="375285">
                  <a:moveTo>
                    <a:pt x="310896" y="54864"/>
                  </a:moveTo>
                  <a:lnTo>
                    <a:pt x="309372" y="54864"/>
                  </a:lnTo>
                  <a:lnTo>
                    <a:pt x="309372" y="374904"/>
                  </a:lnTo>
                  <a:lnTo>
                    <a:pt x="310896" y="374904"/>
                  </a:lnTo>
                  <a:lnTo>
                    <a:pt x="310896" y="54864"/>
                  </a:lnTo>
                  <a:close/>
                </a:path>
                <a:path w="335279" h="375285">
                  <a:moveTo>
                    <a:pt x="315468" y="45720"/>
                  </a:moveTo>
                  <a:lnTo>
                    <a:pt x="313944" y="45720"/>
                  </a:lnTo>
                  <a:lnTo>
                    <a:pt x="313944" y="374904"/>
                  </a:lnTo>
                  <a:lnTo>
                    <a:pt x="315468" y="374904"/>
                  </a:lnTo>
                  <a:lnTo>
                    <a:pt x="315468" y="45720"/>
                  </a:lnTo>
                  <a:close/>
                </a:path>
                <a:path w="335279" h="375285">
                  <a:moveTo>
                    <a:pt x="320040" y="25908"/>
                  </a:moveTo>
                  <a:lnTo>
                    <a:pt x="318516" y="25908"/>
                  </a:lnTo>
                  <a:lnTo>
                    <a:pt x="318516" y="374904"/>
                  </a:lnTo>
                  <a:lnTo>
                    <a:pt x="320040" y="374904"/>
                  </a:lnTo>
                  <a:lnTo>
                    <a:pt x="320040" y="25908"/>
                  </a:lnTo>
                  <a:close/>
                </a:path>
                <a:path w="335279" h="375285">
                  <a:moveTo>
                    <a:pt x="324612" y="21336"/>
                  </a:moveTo>
                  <a:lnTo>
                    <a:pt x="323088" y="21336"/>
                  </a:lnTo>
                  <a:lnTo>
                    <a:pt x="323088" y="374904"/>
                  </a:lnTo>
                  <a:lnTo>
                    <a:pt x="324612" y="374904"/>
                  </a:lnTo>
                  <a:lnTo>
                    <a:pt x="324612" y="21336"/>
                  </a:lnTo>
                  <a:close/>
                </a:path>
                <a:path w="335279" h="375285">
                  <a:moveTo>
                    <a:pt x="329184" y="25908"/>
                  </a:moveTo>
                  <a:lnTo>
                    <a:pt x="327660" y="25908"/>
                  </a:lnTo>
                  <a:lnTo>
                    <a:pt x="327660" y="374904"/>
                  </a:lnTo>
                  <a:lnTo>
                    <a:pt x="329184" y="374904"/>
                  </a:lnTo>
                  <a:lnTo>
                    <a:pt x="329184" y="25908"/>
                  </a:lnTo>
                  <a:close/>
                </a:path>
                <a:path w="335279" h="375285">
                  <a:moveTo>
                    <a:pt x="335280" y="10668"/>
                  </a:moveTo>
                  <a:lnTo>
                    <a:pt x="332232" y="10668"/>
                  </a:lnTo>
                  <a:lnTo>
                    <a:pt x="332232" y="374904"/>
                  </a:lnTo>
                  <a:lnTo>
                    <a:pt x="335280" y="374904"/>
                  </a:lnTo>
                  <a:lnTo>
                    <a:pt x="335280" y="10668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520440" y="3499103"/>
              <a:ext cx="335280" cy="364490"/>
            </a:xfrm>
            <a:custGeom>
              <a:avLst/>
              <a:gdLst/>
              <a:ahLst/>
              <a:cxnLst/>
              <a:rect l="l" t="t" r="r" b="b"/>
              <a:pathLst>
                <a:path w="335279" h="364489">
                  <a:moveTo>
                    <a:pt x="3048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3048" y="364236"/>
                  </a:lnTo>
                  <a:lnTo>
                    <a:pt x="3048" y="0"/>
                  </a:lnTo>
                  <a:close/>
                </a:path>
                <a:path w="335279" h="364489">
                  <a:moveTo>
                    <a:pt x="7620" y="38100"/>
                  </a:moveTo>
                  <a:lnTo>
                    <a:pt x="4572" y="38100"/>
                  </a:lnTo>
                  <a:lnTo>
                    <a:pt x="4572" y="364236"/>
                  </a:lnTo>
                  <a:lnTo>
                    <a:pt x="7620" y="364236"/>
                  </a:lnTo>
                  <a:lnTo>
                    <a:pt x="7620" y="38100"/>
                  </a:lnTo>
                  <a:close/>
                </a:path>
                <a:path w="335279" h="364489">
                  <a:moveTo>
                    <a:pt x="12192" y="56388"/>
                  </a:moveTo>
                  <a:lnTo>
                    <a:pt x="9144" y="56388"/>
                  </a:lnTo>
                  <a:lnTo>
                    <a:pt x="9144" y="364236"/>
                  </a:lnTo>
                  <a:lnTo>
                    <a:pt x="12192" y="364236"/>
                  </a:lnTo>
                  <a:lnTo>
                    <a:pt x="12192" y="56388"/>
                  </a:lnTo>
                  <a:close/>
                </a:path>
                <a:path w="335279" h="364489">
                  <a:moveTo>
                    <a:pt x="16764" y="44196"/>
                  </a:moveTo>
                  <a:lnTo>
                    <a:pt x="15240" y="44196"/>
                  </a:lnTo>
                  <a:lnTo>
                    <a:pt x="15240" y="364236"/>
                  </a:lnTo>
                  <a:lnTo>
                    <a:pt x="16764" y="364236"/>
                  </a:lnTo>
                  <a:lnTo>
                    <a:pt x="16764" y="44196"/>
                  </a:lnTo>
                  <a:close/>
                </a:path>
                <a:path w="335279" h="364489">
                  <a:moveTo>
                    <a:pt x="21336" y="22860"/>
                  </a:moveTo>
                  <a:lnTo>
                    <a:pt x="19812" y="22860"/>
                  </a:lnTo>
                  <a:lnTo>
                    <a:pt x="19812" y="364236"/>
                  </a:lnTo>
                  <a:lnTo>
                    <a:pt x="21336" y="364236"/>
                  </a:lnTo>
                  <a:lnTo>
                    <a:pt x="21336" y="22860"/>
                  </a:lnTo>
                  <a:close/>
                </a:path>
                <a:path w="335279" h="364489">
                  <a:moveTo>
                    <a:pt x="25908" y="39624"/>
                  </a:moveTo>
                  <a:lnTo>
                    <a:pt x="24384" y="39624"/>
                  </a:lnTo>
                  <a:lnTo>
                    <a:pt x="24384" y="364236"/>
                  </a:lnTo>
                  <a:lnTo>
                    <a:pt x="25908" y="364236"/>
                  </a:lnTo>
                  <a:lnTo>
                    <a:pt x="25908" y="39624"/>
                  </a:lnTo>
                  <a:close/>
                </a:path>
                <a:path w="335279" h="364489">
                  <a:moveTo>
                    <a:pt x="30480" y="44196"/>
                  </a:moveTo>
                  <a:lnTo>
                    <a:pt x="28956" y="44196"/>
                  </a:lnTo>
                  <a:lnTo>
                    <a:pt x="28956" y="364236"/>
                  </a:lnTo>
                  <a:lnTo>
                    <a:pt x="30480" y="364236"/>
                  </a:lnTo>
                  <a:lnTo>
                    <a:pt x="30480" y="44196"/>
                  </a:lnTo>
                  <a:close/>
                </a:path>
                <a:path w="335279" h="364489">
                  <a:moveTo>
                    <a:pt x="35052" y="7620"/>
                  </a:moveTo>
                  <a:lnTo>
                    <a:pt x="33528" y="7620"/>
                  </a:lnTo>
                  <a:lnTo>
                    <a:pt x="33528" y="364236"/>
                  </a:lnTo>
                  <a:lnTo>
                    <a:pt x="35052" y="364236"/>
                  </a:lnTo>
                  <a:lnTo>
                    <a:pt x="35052" y="7620"/>
                  </a:lnTo>
                  <a:close/>
                </a:path>
                <a:path w="335279" h="364489">
                  <a:moveTo>
                    <a:pt x="39624" y="15240"/>
                  </a:moveTo>
                  <a:lnTo>
                    <a:pt x="38100" y="15240"/>
                  </a:lnTo>
                  <a:lnTo>
                    <a:pt x="38100" y="364236"/>
                  </a:lnTo>
                  <a:lnTo>
                    <a:pt x="39624" y="364236"/>
                  </a:lnTo>
                  <a:lnTo>
                    <a:pt x="39624" y="15240"/>
                  </a:lnTo>
                  <a:close/>
                </a:path>
                <a:path w="335279" h="364489">
                  <a:moveTo>
                    <a:pt x="45720" y="42672"/>
                  </a:moveTo>
                  <a:lnTo>
                    <a:pt x="42672" y="42672"/>
                  </a:lnTo>
                  <a:lnTo>
                    <a:pt x="42672" y="364236"/>
                  </a:lnTo>
                  <a:lnTo>
                    <a:pt x="45720" y="364236"/>
                  </a:lnTo>
                  <a:lnTo>
                    <a:pt x="45720" y="42672"/>
                  </a:lnTo>
                  <a:close/>
                </a:path>
                <a:path w="335279" h="364489">
                  <a:moveTo>
                    <a:pt x="50292" y="249936"/>
                  </a:moveTo>
                  <a:lnTo>
                    <a:pt x="47244" y="249936"/>
                  </a:lnTo>
                  <a:lnTo>
                    <a:pt x="47244" y="364236"/>
                  </a:lnTo>
                  <a:lnTo>
                    <a:pt x="50292" y="364236"/>
                  </a:lnTo>
                  <a:lnTo>
                    <a:pt x="50292" y="249936"/>
                  </a:lnTo>
                  <a:close/>
                </a:path>
                <a:path w="335279" h="364489">
                  <a:moveTo>
                    <a:pt x="54864" y="120396"/>
                  </a:moveTo>
                  <a:lnTo>
                    <a:pt x="53340" y="120396"/>
                  </a:lnTo>
                  <a:lnTo>
                    <a:pt x="53340" y="364236"/>
                  </a:lnTo>
                  <a:lnTo>
                    <a:pt x="54864" y="364236"/>
                  </a:lnTo>
                  <a:lnTo>
                    <a:pt x="54864" y="120396"/>
                  </a:lnTo>
                  <a:close/>
                </a:path>
                <a:path w="335279" h="364489">
                  <a:moveTo>
                    <a:pt x="59436" y="64008"/>
                  </a:moveTo>
                  <a:lnTo>
                    <a:pt x="57912" y="64008"/>
                  </a:lnTo>
                  <a:lnTo>
                    <a:pt x="57912" y="364236"/>
                  </a:lnTo>
                  <a:lnTo>
                    <a:pt x="59436" y="364236"/>
                  </a:lnTo>
                  <a:lnTo>
                    <a:pt x="59436" y="64008"/>
                  </a:lnTo>
                  <a:close/>
                </a:path>
                <a:path w="335279" h="364489">
                  <a:moveTo>
                    <a:pt x="64008" y="85344"/>
                  </a:moveTo>
                  <a:lnTo>
                    <a:pt x="62484" y="85344"/>
                  </a:lnTo>
                  <a:lnTo>
                    <a:pt x="62484" y="364236"/>
                  </a:lnTo>
                  <a:lnTo>
                    <a:pt x="64008" y="364236"/>
                  </a:lnTo>
                  <a:lnTo>
                    <a:pt x="64008" y="85344"/>
                  </a:lnTo>
                  <a:close/>
                </a:path>
                <a:path w="335279" h="364489">
                  <a:moveTo>
                    <a:pt x="68580" y="249936"/>
                  </a:moveTo>
                  <a:lnTo>
                    <a:pt x="67056" y="249936"/>
                  </a:lnTo>
                  <a:lnTo>
                    <a:pt x="67056" y="364236"/>
                  </a:lnTo>
                  <a:lnTo>
                    <a:pt x="68580" y="364236"/>
                  </a:lnTo>
                  <a:lnTo>
                    <a:pt x="68580" y="249936"/>
                  </a:lnTo>
                  <a:close/>
                </a:path>
                <a:path w="335279" h="364489">
                  <a:moveTo>
                    <a:pt x="73152" y="50304"/>
                  </a:moveTo>
                  <a:lnTo>
                    <a:pt x="71628" y="50304"/>
                  </a:lnTo>
                  <a:lnTo>
                    <a:pt x="71628" y="364236"/>
                  </a:lnTo>
                  <a:lnTo>
                    <a:pt x="73152" y="364236"/>
                  </a:lnTo>
                  <a:lnTo>
                    <a:pt x="73152" y="50304"/>
                  </a:lnTo>
                  <a:close/>
                </a:path>
                <a:path w="335279" h="364489">
                  <a:moveTo>
                    <a:pt x="77724" y="28956"/>
                  </a:moveTo>
                  <a:lnTo>
                    <a:pt x="76200" y="28956"/>
                  </a:lnTo>
                  <a:lnTo>
                    <a:pt x="76200" y="364236"/>
                  </a:lnTo>
                  <a:lnTo>
                    <a:pt x="77724" y="364236"/>
                  </a:lnTo>
                  <a:lnTo>
                    <a:pt x="77724" y="28956"/>
                  </a:lnTo>
                  <a:close/>
                </a:path>
                <a:path w="335279" h="364489">
                  <a:moveTo>
                    <a:pt x="82296" y="44196"/>
                  </a:moveTo>
                  <a:lnTo>
                    <a:pt x="80772" y="44196"/>
                  </a:lnTo>
                  <a:lnTo>
                    <a:pt x="80772" y="364236"/>
                  </a:lnTo>
                  <a:lnTo>
                    <a:pt x="82296" y="364236"/>
                  </a:lnTo>
                  <a:lnTo>
                    <a:pt x="82296" y="44196"/>
                  </a:lnTo>
                  <a:close/>
                </a:path>
                <a:path w="335279" h="364489">
                  <a:moveTo>
                    <a:pt x="88392" y="10668"/>
                  </a:moveTo>
                  <a:lnTo>
                    <a:pt x="85344" y="10668"/>
                  </a:lnTo>
                  <a:lnTo>
                    <a:pt x="85344" y="364236"/>
                  </a:lnTo>
                  <a:lnTo>
                    <a:pt x="88392" y="364236"/>
                  </a:lnTo>
                  <a:lnTo>
                    <a:pt x="88392" y="10668"/>
                  </a:lnTo>
                  <a:close/>
                </a:path>
                <a:path w="335279" h="364489">
                  <a:moveTo>
                    <a:pt x="92964" y="106692"/>
                  </a:moveTo>
                  <a:lnTo>
                    <a:pt x="89916" y="106692"/>
                  </a:lnTo>
                  <a:lnTo>
                    <a:pt x="89916" y="364236"/>
                  </a:lnTo>
                  <a:lnTo>
                    <a:pt x="92964" y="364236"/>
                  </a:lnTo>
                  <a:lnTo>
                    <a:pt x="92964" y="106692"/>
                  </a:lnTo>
                  <a:close/>
                </a:path>
                <a:path w="335279" h="364489">
                  <a:moveTo>
                    <a:pt x="97536" y="59436"/>
                  </a:moveTo>
                  <a:lnTo>
                    <a:pt x="96012" y="59436"/>
                  </a:lnTo>
                  <a:lnTo>
                    <a:pt x="96012" y="364236"/>
                  </a:lnTo>
                  <a:lnTo>
                    <a:pt x="97536" y="364236"/>
                  </a:lnTo>
                  <a:lnTo>
                    <a:pt x="97536" y="59436"/>
                  </a:lnTo>
                  <a:close/>
                </a:path>
                <a:path w="335279" h="364489">
                  <a:moveTo>
                    <a:pt x="102108" y="150876"/>
                  </a:moveTo>
                  <a:lnTo>
                    <a:pt x="100584" y="150876"/>
                  </a:lnTo>
                  <a:lnTo>
                    <a:pt x="100584" y="364236"/>
                  </a:lnTo>
                  <a:lnTo>
                    <a:pt x="102108" y="364236"/>
                  </a:lnTo>
                  <a:lnTo>
                    <a:pt x="102108" y="150876"/>
                  </a:lnTo>
                  <a:close/>
                </a:path>
                <a:path w="335279" h="364489">
                  <a:moveTo>
                    <a:pt x="106680" y="22860"/>
                  </a:moveTo>
                  <a:lnTo>
                    <a:pt x="105156" y="22860"/>
                  </a:lnTo>
                  <a:lnTo>
                    <a:pt x="105156" y="364236"/>
                  </a:lnTo>
                  <a:lnTo>
                    <a:pt x="106680" y="364236"/>
                  </a:lnTo>
                  <a:lnTo>
                    <a:pt x="106680" y="22860"/>
                  </a:lnTo>
                  <a:close/>
                </a:path>
                <a:path w="335279" h="364489">
                  <a:moveTo>
                    <a:pt x="111252" y="32016"/>
                  </a:moveTo>
                  <a:lnTo>
                    <a:pt x="109728" y="32016"/>
                  </a:lnTo>
                  <a:lnTo>
                    <a:pt x="109728" y="364236"/>
                  </a:lnTo>
                  <a:lnTo>
                    <a:pt x="111252" y="364236"/>
                  </a:lnTo>
                  <a:lnTo>
                    <a:pt x="111252" y="32016"/>
                  </a:lnTo>
                  <a:close/>
                </a:path>
                <a:path w="335279" h="364489">
                  <a:moveTo>
                    <a:pt x="115824" y="44196"/>
                  </a:moveTo>
                  <a:lnTo>
                    <a:pt x="114300" y="44196"/>
                  </a:lnTo>
                  <a:lnTo>
                    <a:pt x="114300" y="364236"/>
                  </a:lnTo>
                  <a:lnTo>
                    <a:pt x="115824" y="364236"/>
                  </a:lnTo>
                  <a:lnTo>
                    <a:pt x="115824" y="44196"/>
                  </a:lnTo>
                  <a:close/>
                </a:path>
                <a:path w="335279" h="364489">
                  <a:moveTo>
                    <a:pt x="120396" y="18288"/>
                  </a:moveTo>
                  <a:lnTo>
                    <a:pt x="118872" y="18288"/>
                  </a:lnTo>
                  <a:lnTo>
                    <a:pt x="118872" y="364236"/>
                  </a:lnTo>
                  <a:lnTo>
                    <a:pt x="120396" y="364236"/>
                  </a:lnTo>
                  <a:lnTo>
                    <a:pt x="120396" y="18288"/>
                  </a:lnTo>
                  <a:close/>
                </a:path>
                <a:path w="335279" h="364489">
                  <a:moveTo>
                    <a:pt x="126492" y="7620"/>
                  </a:moveTo>
                  <a:lnTo>
                    <a:pt x="123444" y="7620"/>
                  </a:lnTo>
                  <a:lnTo>
                    <a:pt x="123444" y="364236"/>
                  </a:lnTo>
                  <a:lnTo>
                    <a:pt x="126492" y="364236"/>
                  </a:lnTo>
                  <a:lnTo>
                    <a:pt x="126492" y="7620"/>
                  </a:lnTo>
                  <a:close/>
                </a:path>
                <a:path w="335279" h="364489">
                  <a:moveTo>
                    <a:pt x="131064" y="59436"/>
                  </a:moveTo>
                  <a:lnTo>
                    <a:pt x="128016" y="59436"/>
                  </a:lnTo>
                  <a:lnTo>
                    <a:pt x="128016" y="364236"/>
                  </a:lnTo>
                  <a:lnTo>
                    <a:pt x="131064" y="364236"/>
                  </a:lnTo>
                  <a:lnTo>
                    <a:pt x="131064" y="59436"/>
                  </a:lnTo>
                  <a:close/>
                </a:path>
                <a:path w="335279" h="364489">
                  <a:moveTo>
                    <a:pt x="135636" y="22860"/>
                  </a:moveTo>
                  <a:lnTo>
                    <a:pt x="132588" y="22860"/>
                  </a:lnTo>
                  <a:lnTo>
                    <a:pt x="132588" y="364236"/>
                  </a:lnTo>
                  <a:lnTo>
                    <a:pt x="135636" y="364236"/>
                  </a:lnTo>
                  <a:lnTo>
                    <a:pt x="135636" y="22860"/>
                  </a:lnTo>
                  <a:close/>
                </a:path>
                <a:path w="335279" h="364489">
                  <a:moveTo>
                    <a:pt x="140208" y="10668"/>
                  </a:moveTo>
                  <a:lnTo>
                    <a:pt x="138684" y="10668"/>
                  </a:lnTo>
                  <a:lnTo>
                    <a:pt x="138684" y="364236"/>
                  </a:lnTo>
                  <a:lnTo>
                    <a:pt x="140208" y="364236"/>
                  </a:lnTo>
                  <a:lnTo>
                    <a:pt x="140208" y="10668"/>
                  </a:lnTo>
                  <a:close/>
                </a:path>
                <a:path w="335279" h="364489">
                  <a:moveTo>
                    <a:pt x="144780" y="39624"/>
                  </a:moveTo>
                  <a:lnTo>
                    <a:pt x="143256" y="39624"/>
                  </a:lnTo>
                  <a:lnTo>
                    <a:pt x="143256" y="364236"/>
                  </a:lnTo>
                  <a:lnTo>
                    <a:pt x="144780" y="364236"/>
                  </a:lnTo>
                  <a:lnTo>
                    <a:pt x="144780" y="39624"/>
                  </a:lnTo>
                  <a:close/>
                </a:path>
                <a:path w="335279" h="364489">
                  <a:moveTo>
                    <a:pt x="149352" y="70116"/>
                  </a:moveTo>
                  <a:lnTo>
                    <a:pt x="147828" y="70116"/>
                  </a:lnTo>
                  <a:lnTo>
                    <a:pt x="147828" y="364236"/>
                  </a:lnTo>
                  <a:lnTo>
                    <a:pt x="149352" y="364236"/>
                  </a:lnTo>
                  <a:lnTo>
                    <a:pt x="149352" y="70116"/>
                  </a:lnTo>
                  <a:close/>
                </a:path>
                <a:path w="335279" h="364489">
                  <a:moveTo>
                    <a:pt x="153924" y="27432"/>
                  </a:moveTo>
                  <a:lnTo>
                    <a:pt x="152400" y="27432"/>
                  </a:lnTo>
                  <a:lnTo>
                    <a:pt x="152400" y="364236"/>
                  </a:lnTo>
                  <a:lnTo>
                    <a:pt x="153924" y="364236"/>
                  </a:lnTo>
                  <a:lnTo>
                    <a:pt x="153924" y="27432"/>
                  </a:lnTo>
                  <a:close/>
                </a:path>
                <a:path w="335279" h="364489">
                  <a:moveTo>
                    <a:pt x="158496" y="35052"/>
                  </a:moveTo>
                  <a:lnTo>
                    <a:pt x="156972" y="35052"/>
                  </a:lnTo>
                  <a:lnTo>
                    <a:pt x="156972" y="364236"/>
                  </a:lnTo>
                  <a:lnTo>
                    <a:pt x="158496" y="364236"/>
                  </a:lnTo>
                  <a:lnTo>
                    <a:pt x="158496" y="35052"/>
                  </a:lnTo>
                  <a:close/>
                </a:path>
                <a:path w="335279" h="364489">
                  <a:moveTo>
                    <a:pt x="163068" y="15240"/>
                  </a:moveTo>
                  <a:lnTo>
                    <a:pt x="161544" y="15240"/>
                  </a:lnTo>
                  <a:lnTo>
                    <a:pt x="161544" y="364236"/>
                  </a:lnTo>
                  <a:lnTo>
                    <a:pt x="163068" y="364236"/>
                  </a:lnTo>
                  <a:lnTo>
                    <a:pt x="163068" y="15240"/>
                  </a:lnTo>
                  <a:close/>
                </a:path>
                <a:path w="335279" h="364489">
                  <a:moveTo>
                    <a:pt x="169164" y="10668"/>
                  </a:moveTo>
                  <a:lnTo>
                    <a:pt x="166116" y="10668"/>
                  </a:lnTo>
                  <a:lnTo>
                    <a:pt x="166116" y="364236"/>
                  </a:lnTo>
                  <a:lnTo>
                    <a:pt x="169164" y="364236"/>
                  </a:lnTo>
                  <a:lnTo>
                    <a:pt x="169164" y="10668"/>
                  </a:lnTo>
                  <a:close/>
                </a:path>
                <a:path w="335279" h="364489">
                  <a:moveTo>
                    <a:pt x="173736" y="44196"/>
                  </a:moveTo>
                  <a:lnTo>
                    <a:pt x="170688" y="44196"/>
                  </a:lnTo>
                  <a:lnTo>
                    <a:pt x="170688" y="364236"/>
                  </a:lnTo>
                  <a:lnTo>
                    <a:pt x="173736" y="364236"/>
                  </a:lnTo>
                  <a:lnTo>
                    <a:pt x="173736" y="44196"/>
                  </a:lnTo>
                  <a:close/>
                </a:path>
                <a:path w="335279" h="364489">
                  <a:moveTo>
                    <a:pt x="178308" y="92964"/>
                  </a:moveTo>
                  <a:lnTo>
                    <a:pt x="176784" y="92964"/>
                  </a:lnTo>
                  <a:lnTo>
                    <a:pt x="176784" y="364236"/>
                  </a:lnTo>
                  <a:lnTo>
                    <a:pt x="178308" y="364236"/>
                  </a:lnTo>
                  <a:lnTo>
                    <a:pt x="178308" y="92964"/>
                  </a:lnTo>
                  <a:close/>
                </a:path>
                <a:path w="335279" h="364489">
                  <a:moveTo>
                    <a:pt x="182880" y="22860"/>
                  </a:moveTo>
                  <a:lnTo>
                    <a:pt x="181356" y="22860"/>
                  </a:lnTo>
                  <a:lnTo>
                    <a:pt x="181356" y="364236"/>
                  </a:lnTo>
                  <a:lnTo>
                    <a:pt x="182880" y="364236"/>
                  </a:lnTo>
                  <a:lnTo>
                    <a:pt x="182880" y="22860"/>
                  </a:lnTo>
                  <a:close/>
                </a:path>
                <a:path w="335279" h="364489">
                  <a:moveTo>
                    <a:pt x="187452" y="35052"/>
                  </a:moveTo>
                  <a:lnTo>
                    <a:pt x="185928" y="35052"/>
                  </a:lnTo>
                  <a:lnTo>
                    <a:pt x="185928" y="364236"/>
                  </a:lnTo>
                  <a:lnTo>
                    <a:pt x="187452" y="364236"/>
                  </a:lnTo>
                  <a:lnTo>
                    <a:pt x="187452" y="35052"/>
                  </a:lnTo>
                  <a:close/>
                </a:path>
                <a:path w="335279" h="364489">
                  <a:moveTo>
                    <a:pt x="192024" y="33540"/>
                  </a:moveTo>
                  <a:lnTo>
                    <a:pt x="190500" y="33540"/>
                  </a:lnTo>
                  <a:lnTo>
                    <a:pt x="190500" y="364236"/>
                  </a:lnTo>
                  <a:lnTo>
                    <a:pt x="192024" y="364236"/>
                  </a:lnTo>
                  <a:lnTo>
                    <a:pt x="192024" y="33540"/>
                  </a:lnTo>
                  <a:close/>
                </a:path>
                <a:path w="335279" h="364489">
                  <a:moveTo>
                    <a:pt x="196596" y="64008"/>
                  </a:moveTo>
                  <a:lnTo>
                    <a:pt x="195072" y="64008"/>
                  </a:lnTo>
                  <a:lnTo>
                    <a:pt x="195072" y="364236"/>
                  </a:lnTo>
                  <a:lnTo>
                    <a:pt x="196596" y="364236"/>
                  </a:lnTo>
                  <a:lnTo>
                    <a:pt x="196596" y="64008"/>
                  </a:lnTo>
                  <a:close/>
                </a:path>
                <a:path w="335279" h="364489">
                  <a:moveTo>
                    <a:pt x="201168" y="7620"/>
                  </a:moveTo>
                  <a:lnTo>
                    <a:pt x="199644" y="7620"/>
                  </a:lnTo>
                  <a:lnTo>
                    <a:pt x="199644" y="364236"/>
                  </a:lnTo>
                  <a:lnTo>
                    <a:pt x="201168" y="364236"/>
                  </a:lnTo>
                  <a:lnTo>
                    <a:pt x="201168" y="7620"/>
                  </a:lnTo>
                  <a:close/>
                </a:path>
                <a:path w="335279" h="364489">
                  <a:moveTo>
                    <a:pt x="205740" y="10668"/>
                  </a:moveTo>
                  <a:lnTo>
                    <a:pt x="204216" y="10668"/>
                  </a:lnTo>
                  <a:lnTo>
                    <a:pt x="204216" y="364236"/>
                  </a:lnTo>
                  <a:lnTo>
                    <a:pt x="205740" y="364236"/>
                  </a:lnTo>
                  <a:lnTo>
                    <a:pt x="205740" y="10668"/>
                  </a:lnTo>
                  <a:close/>
                </a:path>
                <a:path w="335279" h="364489">
                  <a:moveTo>
                    <a:pt x="211836" y="7620"/>
                  </a:moveTo>
                  <a:lnTo>
                    <a:pt x="208788" y="7620"/>
                  </a:lnTo>
                  <a:lnTo>
                    <a:pt x="208788" y="364236"/>
                  </a:lnTo>
                  <a:lnTo>
                    <a:pt x="211836" y="364236"/>
                  </a:lnTo>
                  <a:lnTo>
                    <a:pt x="211836" y="7620"/>
                  </a:lnTo>
                  <a:close/>
                </a:path>
                <a:path w="335279" h="364489">
                  <a:moveTo>
                    <a:pt x="216408" y="10668"/>
                  </a:moveTo>
                  <a:lnTo>
                    <a:pt x="213360" y="10668"/>
                  </a:lnTo>
                  <a:lnTo>
                    <a:pt x="213360" y="364236"/>
                  </a:lnTo>
                  <a:lnTo>
                    <a:pt x="216408" y="364236"/>
                  </a:lnTo>
                  <a:lnTo>
                    <a:pt x="216408" y="10668"/>
                  </a:lnTo>
                  <a:close/>
                </a:path>
                <a:path w="335279" h="364489">
                  <a:moveTo>
                    <a:pt x="220980" y="1524"/>
                  </a:moveTo>
                  <a:lnTo>
                    <a:pt x="219456" y="1524"/>
                  </a:lnTo>
                  <a:lnTo>
                    <a:pt x="219456" y="364236"/>
                  </a:lnTo>
                  <a:lnTo>
                    <a:pt x="220980" y="364236"/>
                  </a:lnTo>
                  <a:lnTo>
                    <a:pt x="220980" y="1524"/>
                  </a:lnTo>
                  <a:close/>
                </a:path>
                <a:path w="335279" h="364489">
                  <a:moveTo>
                    <a:pt x="225552" y="7620"/>
                  </a:moveTo>
                  <a:lnTo>
                    <a:pt x="224028" y="7620"/>
                  </a:lnTo>
                  <a:lnTo>
                    <a:pt x="224028" y="364236"/>
                  </a:lnTo>
                  <a:lnTo>
                    <a:pt x="225552" y="364236"/>
                  </a:lnTo>
                  <a:lnTo>
                    <a:pt x="225552" y="7620"/>
                  </a:lnTo>
                  <a:close/>
                </a:path>
                <a:path w="335279" h="364489">
                  <a:moveTo>
                    <a:pt x="230124" y="76200"/>
                  </a:moveTo>
                  <a:lnTo>
                    <a:pt x="228600" y="76200"/>
                  </a:lnTo>
                  <a:lnTo>
                    <a:pt x="228600" y="364236"/>
                  </a:lnTo>
                  <a:lnTo>
                    <a:pt x="230124" y="364236"/>
                  </a:lnTo>
                  <a:lnTo>
                    <a:pt x="230124" y="76200"/>
                  </a:lnTo>
                  <a:close/>
                </a:path>
                <a:path w="335279" h="364489">
                  <a:moveTo>
                    <a:pt x="234696" y="15240"/>
                  </a:moveTo>
                  <a:lnTo>
                    <a:pt x="233172" y="15240"/>
                  </a:lnTo>
                  <a:lnTo>
                    <a:pt x="233172" y="364236"/>
                  </a:lnTo>
                  <a:lnTo>
                    <a:pt x="234696" y="364236"/>
                  </a:lnTo>
                  <a:lnTo>
                    <a:pt x="234696" y="15240"/>
                  </a:lnTo>
                  <a:close/>
                </a:path>
                <a:path w="335279" h="364489">
                  <a:moveTo>
                    <a:pt x="239268" y="54864"/>
                  </a:moveTo>
                  <a:lnTo>
                    <a:pt x="237744" y="54864"/>
                  </a:lnTo>
                  <a:lnTo>
                    <a:pt x="237744" y="364236"/>
                  </a:lnTo>
                  <a:lnTo>
                    <a:pt x="239268" y="364236"/>
                  </a:lnTo>
                  <a:lnTo>
                    <a:pt x="239268" y="54864"/>
                  </a:lnTo>
                  <a:close/>
                </a:path>
                <a:path w="335279" h="364489">
                  <a:moveTo>
                    <a:pt x="243840" y="64008"/>
                  </a:moveTo>
                  <a:lnTo>
                    <a:pt x="242316" y="64008"/>
                  </a:lnTo>
                  <a:lnTo>
                    <a:pt x="242316" y="364236"/>
                  </a:lnTo>
                  <a:lnTo>
                    <a:pt x="243840" y="364236"/>
                  </a:lnTo>
                  <a:lnTo>
                    <a:pt x="243840" y="64008"/>
                  </a:lnTo>
                  <a:close/>
                </a:path>
                <a:path w="335279" h="364489">
                  <a:moveTo>
                    <a:pt x="249936" y="83820"/>
                  </a:moveTo>
                  <a:lnTo>
                    <a:pt x="246888" y="83820"/>
                  </a:lnTo>
                  <a:lnTo>
                    <a:pt x="246888" y="364236"/>
                  </a:lnTo>
                  <a:lnTo>
                    <a:pt x="249936" y="364236"/>
                  </a:lnTo>
                  <a:lnTo>
                    <a:pt x="249936" y="83820"/>
                  </a:lnTo>
                  <a:close/>
                </a:path>
                <a:path w="335279" h="364489">
                  <a:moveTo>
                    <a:pt x="254508" y="9144"/>
                  </a:moveTo>
                  <a:lnTo>
                    <a:pt x="251460" y="9144"/>
                  </a:lnTo>
                  <a:lnTo>
                    <a:pt x="251460" y="364236"/>
                  </a:lnTo>
                  <a:lnTo>
                    <a:pt x="254508" y="364236"/>
                  </a:lnTo>
                  <a:lnTo>
                    <a:pt x="254508" y="9144"/>
                  </a:lnTo>
                  <a:close/>
                </a:path>
                <a:path w="335279" h="364489">
                  <a:moveTo>
                    <a:pt x="259080" y="249936"/>
                  </a:moveTo>
                  <a:lnTo>
                    <a:pt x="256032" y="249936"/>
                  </a:lnTo>
                  <a:lnTo>
                    <a:pt x="256032" y="364236"/>
                  </a:lnTo>
                  <a:lnTo>
                    <a:pt x="259080" y="364236"/>
                  </a:lnTo>
                  <a:lnTo>
                    <a:pt x="259080" y="249936"/>
                  </a:lnTo>
                  <a:close/>
                </a:path>
                <a:path w="335279" h="364489">
                  <a:moveTo>
                    <a:pt x="263652" y="22860"/>
                  </a:moveTo>
                  <a:lnTo>
                    <a:pt x="262128" y="22860"/>
                  </a:lnTo>
                  <a:lnTo>
                    <a:pt x="262128" y="364236"/>
                  </a:lnTo>
                  <a:lnTo>
                    <a:pt x="263652" y="364236"/>
                  </a:lnTo>
                  <a:lnTo>
                    <a:pt x="263652" y="22860"/>
                  </a:lnTo>
                  <a:close/>
                </a:path>
                <a:path w="335279" h="364489">
                  <a:moveTo>
                    <a:pt x="268224" y="10668"/>
                  </a:moveTo>
                  <a:lnTo>
                    <a:pt x="266700" y="10668"/>
                  </a:lnTo>
                  <a:lnTo>
                    <a:pt x="266700" y="364236"/>
                  </a:lnTo>
                  <a:lnTo>
                    <a:pt x="268224" y="364236"/>
                  </a:lnTo>
                  <a:lnTo>
                    <a:pt x="268224" y="10668"/>
                  </a:lnTo>
                  <a:close/>
                </a:path>
                <a:path w="335279" h="364489">
                  <a:moveTo>
                    <a:pt x="272796" y="70116"/>
                  </a:moveTo>
                  <a:lnTo>
                    <a:pt x="271272" y="70116"/>
                  </a:lnTo>
                  <a:lnTo>
                    <a:pt x="271272" y="364236"/>
                  </a:lnTo>
                  <a:lnTo>
                    <a:pt x="272796" y="364236"/>
                  </a:lnTo>
                  <a:lnTo>
                    <a:pt x="272796" y="70116"/>
                  </a:lnTo>
                  <a:close/>
                </a:path>
                <a:path w="335279" h="364489">
                  <a:moveTo>
                    <a:pt x="277368" y="44196"/>
                  </a:moveTo>
                  <a:lnTo>
                    <a:pt x="275844" y="44196"/>
                  </a:lnTo>
                  <a:lnTo>
                    <a:pt x="275844" y="364236"/>
                  </a:lnTo>
                  <a:lnTo>
                    <a:pt x="277368" y="364236"/>
                  </a:lnTo>
                  <a:lnTo>
                    <a:pt x="277368" y="44196"/>
                  </a:lnTo>
                  <a:close/>
                </a:path>
                <a:path w="335279" h="364489">
                  <a:moveTo>
                    <a:pt x="281940" y="178308"/>
                  </a:moveTo>
                  <a:lnTo>
                    <a:pt x="280416" y="178308"/>
                  </a:lnTo>
                  <a:lnTo>
                    <a:pt x="280416" y="364236"/>
                  </a:lnTo>
                  <a:lnTo>
                    <a:pt x="281940" y="364236"/>
                  </a:lnTo>
                  <a:lnTo>
                    <a:pt x="281940" y="178308"/>
                  </a:lnTo>
                  <a:close/>
                </a:path>
                <a:path w="335279" h="364489">
                  <a:moveTo>
                    <a:pt x="286512" y="32016"/>
                  </a:moveTo>
                  <a:lnTo>
                    <a:pt x="284988" y="32016"/>
                  </a:lnTo>
                  <a:lnTo>
                    <a:pt x="284988" y="364236"/>
                  </a:lnTo>
                  <a:lnTo>
                    <a:pt x="286512" y="364236"/>
                  </a:lnTo>
                  <a:lnTo>
                    <a:pt x="286512" y="32016"/>
                  </a:lnTo>
                  <a:close/>
                </a:path>
                <a:path w="335279" h="364489">
                  <a:moveTo>
                    <a:pt x="292608" y="27432"/>
                  </a:moveTo>
                  <a:lnTo>
                    <a:pt x="289560" y="27432"/>
                  </a:lnTo>
                  <a:lnTo>
                    <a:pt x="289560" y="364236"/>
                  </a:lnTo>
                  <a:lnTo>
                    <a:pt x="292608" y="364236"/>
                  </a:lnTo>
                  <a:lnTo>
                    <a:pt x="292608" y="27432"/>
                  </a:lnTo>
                  <a:close/>
                </a:path>
                <a:path w="335279" h="364489">
                  <a:moveTo>
                    <a:pt x="297180" y="38100"/>
                  </a:moveTo>
                  <a:lnTo>
                    <a:pt x="294132" y="38100"/>
                  </a:lnTo>
                  <a:lnTo>
                    <a:pt x="294132" y="364236"/>
                  </a:lnTo>
                  <a:lnTo>
                    <a:pt x="297180" y="364236"/>
                  </a:lnTo>
                  <a:lnTo>
                    <a:pt x="297180" y="38100"/>
                  </a:lnTo>
                  <a:close/>
                </a:path>
                <a:path w="335279" h="364489">
                  <a:moveTo>
                    <a:pt x="301752" y="70116"/>
                  </a:moveTo>
                  <a:lnTo>
                    <a:pt x="298704" y="70116"/>
                  </a:lnTo>
                  <a:lnTo>
                    <a:pt x="298704" y="364236"/>
                  </a:lnTo>
                  <a:lnTo>
                    <a:pt x="301752" y="364236"/>
                  </a:lnTo>
                  <a:lnTo>
                    <a:pt x="301752" y="70116"/>
                  </a:lnTo>
                  <a:close/>
                </a:path>
                <a:path w="335279" h="364489">
                  <a:moveTo>
                    <a:pt x="306324" y="32016"/>
                  </a:moveTo>
                  <a:lnTo>
                    <a:pt x="304800" y="32016"/>
                  </a:lnTo>
                  <a:lnTo>
                    <a:pt x="304800" y="364236"/>
                  </a:lnTo>
                  <a:lnTo>
                    <a:pt x="306324" y="364236"/>
                  </a:lnTo>
                  <a:lnTo>
                    <a:pt x="306324" y="32016"/>
                  </a:lnTo>
                  <a:close/>
                </a:path>
                <a:path w="335279" h="364489">
                  <a:moveTo>
                    <a:pt x="310896" y="18288"/>
                  </a:moveTo>
                  <a:lnTo>
                    <a:pt x="309372" y="18288"/>
                  </a:lnTo>
                  <a:lnTo>
                    <a:pt x="309372" y="364236"/>
                  </a:lnTo>
                  <a:lnTo>
                    <a:pt x="310896" y="364236"/>
                  </a:lnTo>
                  <a:lnTo>
                    <a:pt x="310896" y="18288"/>
                  </a:lnTo>
                  <a:close/>
                </a:path>
                <a:path w="335279" h="364489">
                  <a:moveTo>
                    <a:pt x="315468" y="7620"/>
                  </a:moveTo>
                  <a:lnTo>
                    <a:pt x="313944" y="7620"/>
                  </a:lnTo>
                  <a:lnTo>
                    <a:pt x="313944" y="364236"/>
                  </a:lnTo>
                  <a:lnTo>
                    <a:pt x="315468" y="364236"/>
                  </a:lnTo>
                  <a:lnTo>
                    <a:pt x="315468" y="7620"/>
                  </a:lnTo>
                  <a:close/>
                </a:path>
                <a:path w="335279" h="364489">
                  <a:moveTo>
                    <a:pt x="320040" y="27432"/>
                  </a:moveTo>
                  <a:lnTo>
                    <a:pt x="318516" y="27432"/>
                  </a:lnTo>
                  <a:lnTo>
                    <a:pt x="318516" y="364236"/>
                  </a:lnTo>
                  <a:lnTo>
                    <a:pt x="320040" y="364236"/>
                  </a:lnTo>
                  <a:lnTo>
                    <a:pt x="320040" y="27432"/>
                  </a:lnTo>
                  <a:close/>
                </a:path>
                <a:path w="335279" h="364489">
                  <a:moveTo>
                    <a:pt x="324612" y="21336"/>
                  </a:moveTo>
                  <a:lnTo>
                    <a:pt x="323088" y="21336"/>
                  </a:lnTo>
                  <a:lnTo>
                    <a:pt x="323088" y="364236"/>
                  </a:lnTo>
                  <a:lnTo>
                    <a:pt x="324612" y="364236"/>
                  </a:lnTo>
                  <a:lnTo>
                    <a:pt x="324612" y="21336"/>
                  </a:lnTo>
                  <a:close/>
                </a:path>
                <a:path w="335279" h="364489">
                  <a:moveTo>
                    <a:pt x="329184" y="35052"/>
                  </a:moveTo>
                  <a:lnTo>
                    <a:pt x="327660" y="35052"/>
                  </a:lnTo>
                  <a:lnTo>
                    <a:pt x="327660" y="364236"/>
                  </a:lnTo>
                  <a:lnTo>
                    <a:pt x="329184" y="364236"/>
                  </a:lnTo>
                  <a:lnTo>
                    <a:pt x="329184" y="35052"/>
                  </a:lnTo>
                  <a:close/>
                </a:path>
                <a:path w="335279" h="364489">
                  <a:moveTo>
                    <a:pt x="335280" y="27432"/>
                  </a:moveTo>
                  <a:lnTo>
                    <a:pt x="332232" y="27432"/>
                  </a:lnTo>
                  <a:lnTo>
                    <a:pt x="332232" y="364236"/>
                  </a:lnTo>
                  <a:lnTo>
                    <a:pt x="335280" y="364236"/>
                  </a:lnTo>
                  <a:lnTo>
                    <a:pt x="335280" y="27432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852672" y="3488435"/>
              <a:ext cx="335280" cy="375285"/>
            </a:xfrm>
            <a:custGeom>
              <a:avLst/>
              <a:gdLst/>
              <a:ahLst/>
              <a:cxnLst/>
              <a:rect l="l" t="t" r="r" b="b"/>
              <a:pathLst>
                <a:path w="335279" h="375285">
                  <a:moveTo>
                    <a:pt x="3048" y="38100"/>
                  </a:moveTo>
                  <a:lnTo>
                    <a:pt x="0" y="38100"/>
                  </a:lnTo>
                  <a:lnTo>
                    <a:pt x="0" y="374904"/>
                  </a:lnTo>
                  <a:lnTo>
                    <a:pt x="3048" y="374904"/>
                  </a:lnTo>
                  <a:lnTo>
                    <a:pt x="3048" y="38100"/>
                  </a:lnTo>
                  <a:close/>
                </a:path>
                <a:path w="335279" h="375285">
                  <a:moveTo>
                    <a:pt x="7620" y="25908"/>
                  </a:moveTo>
                  <a:lnTo>
                    <a:pt x="4572" y="25908"/>
                  </a:lnTo>
                  <a:lnTo>
                    <a:pt x="4572" y="374904"/>
                  </a:lnTo>
                  <a:lnTo>
                    <a:pt x="7620" y="374904"/>
                  </a:lnTo>
                  <a:lnTo>
                    <a:pt x="7620" y="25908"/>
                  </a:lnTo>
                  <a:close/>
                </a:path>
                <a:path w="335279" h="375285">
                  <a:moveTo>
                    <a:pt x="12192" y="28956"/>
                  </a:moveTo>
                  <a:lnTo>
                    <a:pt x="10668" y="28956"/>
                  </a:lnTo>
                  <a:lnTo>
                    <a:pt x="10668" y="374904"/>
                  </a:lnTo>
                  <a:lnTo>
                    <a:pt x="12192" y="374904"/>
                  </a:lnTo>
                  <a:lnTo>
                    <a:pt x="12192" y="28956"/>
                  </a:lnTo>
                  <a:close/>
                </a:path>
                <a:path w="335279" h="375285">
                  <a:moveTo>
                    <a:pt x="16764" y="74676"/>
                  </a:moveTo>
                  <a:lnTo>
                    <a:pt x="15240" y="74676"/>
                  </a:lnTo>
                  <a:lnTo>
                    <a:pt x="15240" y="374904"/>
                  </a:lnTo>
                  <a:lnTo>
                    <a:pt x="16764" y="374904"/>
                  </a:lnTo>
                  <a:lnTo>
                    <a:pt x="16764" y="74676"/>
                  </a:lnTo>
                  <a:close/>
                </a:path>
                <a:path w="335279" h="375285">
                  <a:moveTo>
                    <a:pt x="21336" y="28956"/>
                  </a:moveTo>
                  <a:lnTo>
                    <a:pt x="19812" y="28956"/>
                  </a:lnTo>
                  <a:lnTo>
                    <a:pt x="19812" y="374904"/>
                  </a:lnTo>
                  <a:lnTo>
                    <a:pt x="21336" y="374904"/>
                  </a:lnTo>
                  <a:lnTo>
                    <a:pt x="21336" y="28956"/>
                  </a:lnTo>
                  <a:close/>
                </a:path>
                <a:path w="335279" h="375285">
                  <a:moveTo>
                    <a:pt x="25908" y="45720"/>
                  </a:moveTo>
                  <a:lnTo>
                    <a:pt x="24384" y="45720"/>
                  </a:lnTo>
                  <a:lnTo>
                    <a:pt x="24384" y="374904"/>
                  </a:lnTo>
                  <a:lnTo>
                    <a:pt x="25908" y="374904"/>
                  </a:lnTo>
                  <a:lnTo>
                    <a:pt x="25908" y="45720"/>
                  </a:lnTo>
                  <a:close/>
                </a:path>
                <a:path w="335279" h="375285">
                  <a:moveTo>
                    <a:pt x="30480" y="65532"/>
                  </a:moveTo>
                  <a:lnTo>
                    <a:pt x="28956" y="65532"/>
                  </a:lnTo>
                  <a:lnTo>
                    <a:pt x="28956" y="374904"/>
                  </a:lnTo>
                  <a:lnTo>
                    <a:pt x="30480" y="374904"/>
                  </a:lnTo>
                  <a:lnTo>
                    <a:pt x="30480" y="65532"/>
                  </a:lnTo>
                  <a:close/>
                </a:path>
                <a:path w="335279" h="375285">
                  <a:moveTo>
                    <a:pt x="35052" y="45720"/>
                  </a:moveTo>
                  <a:lnTo>
                    <a:pt x="33528" y="45720"/>
                  </a:lnTo>
                  <a:lnTo>
                    <a:pt x="33528" y="374904"/>
                  </a:lnTo>
                  <a:lnTo>
                    <a:pt x="35052" y="374904"/>
                  </a:lnTo>
                  <a:lnTo>
                    <a:pt x="35052" y="45720"/>
                  </a:lnTo>
                  <a:close/>
                </a:path>
                <a:path w="335279" h="375285">
                  <a:moveTo>
                    <a:pt x="41148" y="73152"/>
                  </a:moveTo>
                  <a:lnTo>
                    <a:pt x="38100" y="73152"/>
                  </a:lnTo>
                  <a:lnTo>
                    <a:pt x="38100" y="374904"/>
                  </a:lnTo>
                  <a:lnTo>
                    <a:pt x="41148" y="374904"/>
                  </a:lnTo>
                  <a:lnTo>
                    <a:pt x="41148" y="73152"/>
                  </a:lnTo>
                  <a:close/>
                </a:path>
                <a:path w="335279" h="375285">
                  <a:moveTo>
                    <a:pt x="45720" y="60972"/>
                  </a:moveTo>
                  <a:lnTo>
                    <a:pt x="42672" y="60972"/>
                  </a:lnTo>
                  <a:lnTo>
                    <a:pt x="42672" y="374904"/>
                  </a:lnTo>
                  <a:lnTo>
                    <a:pt x="45720" y="374904"/>
                  </a:lnTo>
                  <a:lnTo>
                    <a:pt x="45720" y="60972"/>
                  </a:lnTo>
                  <a:close/>
                </a:path>
                <a:path w="335279" h="375285">
                  <a:moveTo>
                    <a:pt x="50292" y="33528"/>
                  </a:moveTo>
                  <a:lnTo>
                    <a:pt x="47244" y="33528"/>
                  </a:lnTo>
                  <a:lnTo>
                    <a:pt x="47244" y="374904"/>
                  </a:lnTo>
                  <a:lnTo>
                    <a:pt x="50292" y="374904"/>
                  </a:lnTo>
                  <a:lnTo>
                    <a:pt x="50292" y="33528"/>
                  </a:lnTo>
                  <a:close/>
                </a:path>
                <a:path w="335279" h="375285">
                  <a:moveTo>
                    <a:pt x="54864" y="39624"/>
                  </a:moveTo>
                  <a:lnTo>
                    <a:pt x="53340" y="39624"/>
                  </a:lnTo>
                  <a:lnTo>
                    <a:pt x="53340" y="374904"/>
                  </a:lnTo>
                  <a:lnTo>
                    <a:pt x="54864" y="374904"/>
                  </a:lnTo>
                  <a:lnTo>
                    <a:pt x="54864" y="39624"/>
                  </a:lnTo>
                  <a:close/>
                </a:path>
                <a:path w="335279" h="375285">
                  <a:moveTo>
                    <a:pt x="59436" y="54864"/>
                  </a:moveTo>
                  <a:lnTo>
                    <a:pt x="57912" y="54864"/>
                  </a:lnTo>
                  <a:lnTo>
                    <a:pt x="57912" y="374904"/>
                  </a:lnTo>
                  <a:lnTo>
                    <a:pt x="59436" y="374904"/>
                  </a:lnTo>
                  <a:lnTo>
                    <a:pt x="59436" y="54864"/>
                  </a:lnTo>
                  <a:close/>
                </a:path>
                <a:path w="335279" h="375285">
                  <a:moveTo>
                    <a:pt x="64008" y="51816"/>
                  </a:moveTo>
                  <a:lnTo>
                    <a:pt x="62484" y="51816"/>
                  </a:lnTo>
                  <a:lnTo>
                    <a:pt x="62484" y="374904"/>
                  </a:lnTo>
                  <a:lnTo>
                    <a:pt x="64008" y="374904"/>
                  </a:lnTo>
                  <a:lnTo>
                    <a:pt x="64008" y="51816"/>
                  </a:lnTo>
                  <a:close/>
                </a:path>
                <a:path w="335279" h="375285">
                  <a:moveTo>
                    <a:pt x="68580" y="45720"/>
                  </a:moveTo>
                  <a:lnTo>
                    <a:pt x="67056" y="45720"/>
                  </a:lnTo>
                  <a:lnTo>
                    <a:pt x="67056" y="374904"/>
                  </a:lnTo>
                  <a:lnTo>
                    <a:pt x="68580" y="374904"/>
                  </a:lnTo>
                  <a:lnTo>
                    <a:pt x="68580" y="45720"/>
                  </a:lnTo>
                  <a:close/>
                </a:path>
                <a:path w="335279" h="375285">
                  <a:moveTo>
                    <a:pt x="73152" y="38100"/>
                  </a:moveTo>
                  <a:lnTo>
                    <a:pt x="71628" y="38100"/>
                  </a:lnTo>
                  <a:lnTo>
                    <a:pt x="71628" y="374904"/>
                  </a:lnTo>
                  <a:lnTo>
                    <a:pt x="73152" y="374904"/>
                  </a:lnTo>
                  <a:lnTo>
                    <a:pt x="73152" y="38100"/>
                  </a:lnTo>
                  <a:close/>
                </a:path>
                <a:path w="335279" h="375285">
                  <a:moveTo>
                    <a:pt x="77724" y="18288"/>
                  </a:moveTo>
                  <a:lnTo>
                    <a:pt x="76200" y="18288"/>
                  </a:lnTo>
                  <a:lnTo>
                    <a:pt x="76200" y="374904"/>
                  </a:lnTo>
                  <a:lnTo>
                    <a:pt x="77724" y="374904"/>
                  </a:lnTo>
                  <a:lnTo>
                    <a:pt x="77724" y="18288"/>
                  </a:lnTo>
                  <a:close/>
                </a:path>
                <a:path w="335279" h="375285">
                  <a:moveTo>
                    <a:pt x="83820" y="21336"/>
                  </a:moveTo>
                  <a:lnTo>
                    <a:pt x="80772" y="21336"/>
                  </a:lnTo>
                  <a:lnTo>
                    <a:pt x="80772" y="374904"/>
                  </a:lnTo>
                  <a:lnTo>
                    <a:pt x="83820" y="374904"/>
                  </a:lnTo>
                  <a:lnTo>
                    <a:pt x="83820" y="21336"/>
                  </a:lnTo>
                  <a:close/>
                </a:path>
                <a:path w="335279" h="375285">
                  <a:moveTo>
                    <a:pt x="88392" y="45720"/>
                  </a:moveTo>
                  <a:lnTo>
                    <a:pt x="85344" y="45720"/>
                  </a:lnTo>
                  <a:lnTo>
                    <a:pt x="85344" y="374904"/>
                  </a:lnTo>
                  <a:lnTo>
                    <a:pt x="88392" y="374904"/>
                  </a:lnTo>
                  <a:lnTo>
                    <a:pt x="88392" y="45720"/>
                  </a:lnTo>
                  <a:close/>
                </a:path>
                <a:path w="335279" h="375285">
                  <a:moveTo>
                    <a:pt x="92964" y="45720"/>
                  </a:moveTo>
                  <a:lnTo>
                    <a:pt x="89916" y="45720"/>
                  </a:lnTo>
                  <a:lnTo>
                    <a:pt x="89916" y="374904"/>
                  </a:lnTo>
                  <a:lnTo>
                    <a:pt x="92964" y="374904"/>
                  </a:lnTo>
                  <a:lnTo>
                    <a:pt x="92964" y="45720"/>
                  </a:lnTo>
                  <a:close/>
                </a:path>
                <a:path w="335279" h="375285">
                  <a:moveTo>
                    <a:pt x="97536" y="24384"/>
                  </a:moveTo>
                  <a:lnTo>
                    <a:pt x="96012" y="24384"/>
                  </a:lnTo>
                  <a:lnTo>
                    <a:pt x="96012" y="374904"/>
                  </a:lnTo>
                  <a:lnTo>
                    <a:pt x="97536" y="374904"/>
                  </a:lnTo>
                  <a:lnTo>
                    <a:pt x="97536" y="24384"/>
                  </a:lnTo>
                  <a:close/>
                </a:path>
                <a:path w="335279" h="375285">
                  <a:moveTo>
                    <a:pt x="102108" y="65532"/>
                  </a:moveTo>
                  <a:lnTo>
                    <a:pt x="100584" y="65532"/>
                  </a:lnTo>
                  <a:lnTo>
                    <a:pt x="100584" y="374904"/>
                  </a:lnTo>
                  <a:lnTo>
                    <a:pt x="102108" y="374904"/>
                  </a:lnTo>
                  <a:lnTo>
                    <a:pt x="102108" y="65532"/>
                  </a:lnTo>
                  <a:close/>
                </a:path>
                <a:path w="335279" h="375285">
                  <a:moveTo>
                    <a:pt x="106680" y="85344"/>
                  </a:moveTo>
                  <a:lnTo>
                    <a:pt x="105156" y="85344"/>
                  </a:lnTo>
                  <a:lnTo>
                    <a:pt x="105156" y="374904"/>
                  </a:lnTo>
                  <a:lnTo>
                    <a:pt x="106680" y="374904"/>
                  </a:lnTo>
                  <a:lnTo>
                    <a:pt x="106680" y="85344"/>
                  </a:lnTo>
                  <a:close/>
                </a:path>
                <a:path w="335279" h="375285">
                  <a:moveTo>
                    <a:pt x="111252" y="42684"/>
                  </a:moveTo>
                  <a:lnTo>
                    <a:pt x="109728" y="42684"/>
                  </a:lnTo>
                  <a:lnTo>
                    <a:pt x="109728" y="374904"/>
                  </a:lnTo>
                  <a:lnTo>
                    <a:pt x="111252" y="374904"/>
                  </a:lnTo>
                  <a:lnTo>
                    <a:pt x="111252" y="42684"/>
                  </a:lnTo>
                  <a:close/>
                </a:path>
                <a:path w="335279" h="375285">
                  <a:moveTo>
                    <a:pt x="115824" y="18288"/>
                  </a:moveTo>
                  <a:lnTo>
                    <a:pt x="114300" y="18288"/>
                  </a:lnTo>
                  <a:lnTo>
                    <a:pt x="114300" y="374904"/>
                  </a:lnTo>
                  <a:lnTo>
                    <a:pt x="115824" y="374904"/>
                  </a:lnTo>
                  <a:lnTo>
                    <a:pt x="115824" y="18288"/>
                  </a:lnTo>
                  <a:close/>
                </a:path>
                <a:path w="335279" h="375285">
                  <a:moveTo>
                    <a:pt x="120396" y="100596"/>
                  </a:moveTo>
                  <a:lnTo>
                    <a:pt x="118872" y="100596"/>
                  </a:lnTo>
                  <a:lnTo>
                    <a:pt x="118872" y="374904"/>
                  </a:lnTo>
                  <a:lnTo>
                    <a:pt x="120396" y="374904"/>
                  </a:lnTo>
                  <a:lnTo>
                    <a:pt x="120396" y="100596"/>
                  </a:lnTo>
                  <a:close/>
                </a:path>
                <a:path w="335279" h="375285">
                  <a:moveTo>
                    <a:pt x="126492" y="47244"/>
                  </a:moveTo>
                  <a:lnTo>
                    <a:pt x="123444" y="47244"/>
                  </a:lnTo>
                  <a:lnTo>
                    <a:pt x="123444" y="374904"/>
                  </a:lnTo>
                  <a:lnTo>
                    <a:pt x="126492" y="374904"/>
                  </a:lnTo>
                  <a:lnTo>
                    <a:pt x="126492" y="47244"/>
                  </a:lnTo>
                  <a:close/>
                </a:path>
                <a:path w="335279" h="375285">
                  <a:moveTo>
                    <a:pt x="131064" y="45720"/>
                  </a:moveTo>
                  <a:lnTo>
                    <a:pt x="128016" y="45720"/>
                  </a:lnTo>
                  <a:lnTo>
                    <a:pt x="128016" y="374904"/>
                  </a:lnTo>
                  <a:lnTo>
                    <a:pt x="131064" y="374904"/>
                  </a:lnTo>
                  <a:lnTo>
                    <a:pt x="131064" y="45720"/>
                  </a:lnTo>
                  <a:close/>
                </a:path>
                <a:path w="335279" h="375285">
                  <a:moveTo>
                    <a:pt x="135636" y="28956"/>
                  </a:moveTo>
                  <a:lnTo>
                    <a:pt x="134112" y="28956"/>
                  </a:lnTo>
                  <a:lnTo>
                    <a:pt x="134112" y="374904"/>
                  </a:lnTo>
                  <a:lnTo>
                    <a:pt x="135636" y="374904"/>
                  </a:lnTo>
                  <a:lnTo>
                    <a:pt x="135636" y="28956"/>
                  </a:lnTo>
                  <a:close/>
                </a:path>
                <a:path w="335279" h="375285">
                  <a:moveTo>
                    <a:pt x="140208" y="33528"/>
                  </a:moveTo>
                  <a:lnTo>
                    <a:pt x="138684" y="33528"/>
                  </a:lnTo>
                  <a:lnTo>
                    <a:pt x="138684" y="374904"/>
                  </a:lnTo>
                  <a:lnTo>
                    <a:pt x="140208" y="374904"/>
                  </a:lnTo>
                  <a:lnTo>
                    <a:pt x="140208" y="33528"/>
                  </a:lnTo>
                  <a:close/>
                </a:path>
                <a:path w="335279" h="375285">
                  <a:moveTo>
                    <a:pt x="144780" y="57912"/>
                  </a:moveTo>
                  <a:lnTo>
                    <a:pt x="143256" y="57912"/>
                  </a:lnTo>
                  <a:lnTo>
                    <a:pt x="143256" y="374904"/>
                  </a:lnTo>
                  <a:lnTo>
                    <a:pt x="144780" y="374904"/>
                  </a:lnTo>
                  <a:lnTo>
                    <a:pt x="144780" y="57912"/>
                  </a:lnTo>
                  <a:close/>
                </a:path>
                <a:path w="335279" h="375285">
                  <a:moveTo>
                    <a:pt x="149352" y="44208"/>
                  </a:moveTo>
                  <a:lnTo>
                    <a:pt x="147828" y="44208"/>
                  </a:lnTo>
                  <a:lnTo>
                    <a:pt x="147828" y="374904"/>
                  </a:lnTo>
                  <a:lnTo>
                    <a:pt x="149352" y="374904"/>
                  </a:lnTo>
                  <a:lnTo>
                    <a:pt x="149352" y="44208"/>
                  </a:lnTo>
                  <a:close/>
                </a:path>
                <a:path w="335279" h="375285">
                  <a:moveTo>
                    <a:pt x="153924" y="60972"/>
                  </a:moveTo>
                  <a:lnTo>
                    <a:pt x="152400" y="60972"/>
                  </a:lnTo>
                  <a:lnTo>
                    <a:pt x="152400" y="374904"/>
                  </a:lnTo>
                  <a:lnTo>
                    <a:pt x="153924" y="374904"/>
                  </a:lnTo>
                  <a:lnTo>
                    <a:pt x="153924" y="60972"/>
                  </a:lnTo>
                  <a:close/>
                </a:path>
                <a:path w="335279" h="375285">
                  <a:moveTo>
                    <a:pt x="158496" y="131064"/>
                  </a:moveTo>
                  <a:lnTo>
                    <a:pt x="156972" y="131064"/>
                  </a:lnTo>
                  <a:lnTo>
                    <a:pt x="156972" y="374904"/>
                  </a:lnTo>
                  <a:lnTo>
                    <a:pt x="158496" y="374904"/>
                  </a:lnTo>
                  <a:lnTo>
                    <a:pt x="158496" y="131064"/>
                  </a:lnTo>
                  <a:close/>
                </a:path>
                <a:path w="335279" h="375285">
                  <a:moveTo>
                    <a:pt x="164592" y="21336"/>
                  </a:moveTo>
                  <a:lnTo>
                    <a:pt x="161544" y="21336"/>
                  </a:lnTo>
                  <a:lnTo>
                    <a:pt x="161544" y="374904"/>
                  </a:lnTo>
                  <a:lnTo>
                    <a:pt x="164592" y="374904"/>
                  </a:lnTo>
                  <a:lnTo>
                    <a:pt x="164592" y="21336"/>
                  </a:lnTo>
                  <a:close/>
                </a:path>
                <a:path w="335279" h="375285">
                  <a:moveTo>
                    <a:pt x="169164" y="25908"/>
                  </a:moveTo>
                  <a:lnTo>
                    <a:pt x="166116" y="25908"/>
                  </a:lnTo>
                  <a:lnTo>
                    <a:pt x="166116" y="374904"/>
                  </a:lnTo>
                  <a:lnTo>
                    <a:pt x="169164" y="374904"/>
                  </a:lnTo>
                  <a:lnTo>
                    <a:pt x="169164" y="25908"/>
                  </a:lnTo>
                  <a:close/>
                </a:path>
                <a:path w="335279" h="375285">
                  <a:moveTo>
                    <a:pt x="173736" y="42684"/>
                  </a:moveTo>
                  <a:lnTo>
                    <a:pt x="170688" y="42684"/>
                  </a:lnTo>
                  <a:lnTo>
                    <a:pt x="170688" y="374904"/>
                  </a:lnTo>
                  <a:lnTo>
                    <a:pt x="173736" y="374904"/>
                  </a:lnTo>
                  <a:lnTo>
                    <a:pt x="173736" y="42684"/>
                  </a:lnTo>
                  <a:close/>
                </a:path>
                <a:path w="335279" h="375285">
                  <a:moveTo>
                    <a:pt x="178308" y="33528"/>
                  </a:moveTo>
                  <a:lnTo>
                    <a:pt x="176784" y="33528"/>
                  </a:lnTo>
                  <a:lnTo>
                    <a:pt x="176784" y="374904"/>
                  </a:lnTo>
                  <a:lnTo>
                    <a:pt x="178308" y="374904"/>
                  </a:lnTo>
                  <a:lnTo>
                    <a:pt x="178308" y="33528"/>
                  </a:lnTo>
                  <a:close/>
                </a:path>
                <a:path w="335279" h="375285">
                  <a:moveTo>
                    <a:pt x="182880" y="18288"/>
                  </a:moveTo>
                  <a:lnTo>
                    <a:pt x="181356" y="18288"/>
                  </a:lnTo>
                  <a:lnTo>
                    <a:pt x="181356" y="374904"/>
                  </a:lnTo>
                  <a:lnTo>
                    <a:pt x="182880" y="374904"/>
                  </a:lnTo>
                  <a:lnTo>
                    <a:pt x="182880" y="18288"/>
                  </a:lnTo>
                  <a:close/>
                </a:path>
                <a:path w="335279" h="375285">
                  <a:moveTo>
                    <a:pt x="187452" y="33528"/>
                  </a:moveTo>
                  <a:lnTo>
                    <a:pt x="185928" y="33528"/>
                  </a:lnTo>
                  <a:lnTo>
                    <a:pt x="185928" y="374904"/>
                  </a:lnTo>
                  <a:lnTo>
                    <a:pt x="187452" y="374904"/>
                  </a:lnTo>
                  <a:lnTo>
                    <a:pt x="187452" y="33528"/>
                  </a:lnTo>
                  <a:close/>
                </a:path>
                <a:path w="335279" h="375285">
                  <a:moveTo>
                    <a:pt x="192024" y="42684"/>
                  </a:moveTo>
                  <a:lnTo>
                    <a:pt x="190500" y="42684"/>
                  </a:lnTo>
                  <a:lnTo>
                    <a:pt x="190500" y="374904"/>
                  </a:lnTo>
                  <a:lnTo>
                    <a:pt x="192024" y="374904"/>
                  </a:lnTo>
                  <a:lnTo>
                    <a:pt x="192024" y="42684"/>
                  </a:lnTo>
                  <a:close/>
                </a:path>
                <a:path w="335279" h="375285">
                  <a:moveTo>
                    <a:pt x="196596" y="50292"/>
                  </a:moveTo>
                  <a:lnTo>
                    <a:pt x="195072" y="50292"/>
                  </a:lnTo>
                  <a:lnTo>
                    <a:pt x="195072" y="374904"/>
                  </a:lnTo>
                  <a:lnTo>
                    <a:pt x="196596" y="374904"/>
                  </a:lnTo>
                  <a:lnTo>
                    <a:pt x="196596" y="50292"/>
                  </a:lnTo>
                  <a:close/>
                </a:path>
                <a:path w="335279" h="375285">
                  <a:moveTo>
                    <a:pt x="201168" y="25908"/>
                  </a:moveTo>
                  <a:lnTo>
                    <a:pt x="199644" y="25908"/>
                  </a:lnTo>
                  <a:lnTo>
                    <a:pt x="199644" y="374904"/>
                  </a:lnTo>
                  <a:lnTo>
                    <a:pt x="201168" y="374904"/>
                  </a:lnTo>
                  <a:lnTo>
                    <a:pt x="201168" y="25908"/>
                  </a:lnTo>
                  <a:close/>
                </a:path>
                <a:path w="335279" h="375285">
                  <a:moveTo>
                    <a:pt x="207264" y="54864"/>
                  </a:moveTo>
                  <a:lnTo>
                    <a:pt x="204216" y="54864"/>
                  </a:lnTo>
                  <a:lnTo>
                    <a:pt x="204216" y="374904"/>
                  </a:lnTo>
                  <a:lnTo>
                    <a:pt x="207264" y="374904"/>
                  </a:lnTo>
                  <a:lnTo>
                    <a:pt x="207264" y="54864"/>
                  </a:lnTo>
                  <a:close/>
                </a:path>
                <a:path w="335279" h="375285">
                  <a:moveTo>
                    <a:pt x="211836" y="28956"/>
                  </a:moveTo>
                  <a:lnTo>
                    <a:pt x="208788" y="28956"/>
                  </a:lnTo>
                  <a:lnTo>
                    <a:pt x="208788" y="374904"/>
                  </a:lnTo>
                  <a:lnTo>
                    <a:pt x="211836" y="374904"/>
                  </a:lnTo>
                  <a:lnTo>
                    <a:pt x="211836" y="28956"/>
                  </a:lnTo>
                  <a:close/>
                </a:path>
                <a:path w="335279" h="375285">
                  <a:moveTo>
                    <a:pt x="216408" y="27432"/>
                  </a:moveTo>
                  <a:lnTo>
                    <a:pt x="213360" y="27432"/>
                  </a:lnTo>
                  <a:lnTo>
                    <a:pt x="213360" y="374904"/>
                  </a:lnTo>
                  <a:lnTo>
                    <a:pt x="216408" y="374904"/>
                  </a:lnTo>
                  <a:lnTo>
                    <a:pt x="216408" y="27432"/>
                  </a:lnTo>
                  <a:close/>
                </a:path>
                <a:path w="335279" h="375285">
                  <a:moveTo>
                    <a:pt x="220980" y="28956"/>
                  </a:moveTo>
                  <a:lnTo>
                    <a:pt x="219456" y="28956"/>
                  </a:lnTo>
                  <a:lnTo>
                    <a:pt x="219456" y="374904"/>
                  </a:lnTo>
                  <a:lnTo>
                    <a:pt x="220980" y="374904"/>
                  </a:lnTo>
                  <a:lnTo>
                    <a:pt x="220980" y="28956"/>
                  </a:lnTo>
                  <a:close/>
                </a:path>
                <a:path w="335279" h="375285">
                  <a:moveTo>
                    <a:pt x="225552" y="42684"/>
                  </a:moveTo>
                  <a:lnTo>
                    <a:pt x="224028" y="42684"/>
                  </a:lnTo>
                  <a:lnTo>
                    <a:pt x="224028" y="374904"/>
                  </a:lnTo>
                  <a:lnTo>
                    <a:pt x="225552" y="374904"/>
                  </a:lnTo>
                  <a:lnTo>
                    <a:pt x="225552" y="42684"/>
                  </a:lnTo>
                  <a:close/>
                </a:path>
                <a:path w="335279" h="375285">
                  <a:moveTo>
                    <a:pt x="230124" y="54864"/>
                  </a:moveTo>
                  <a:lnTo>
                    <a:pt x="228600" y="54864"/>
                  </a:lnTo>
                  <a:lnTo>
                    <a:pt x="228600" y="374904"/>
                  </a:lnTo>
                  <a:lnTo>
                    <a:pt x="230124" y="374904"/>
                  </a:lnTo>
                  <a:lnTo>
                    <a:pt x="230124" y="54864"/>
                  </a:lnTo>
                  <a:close/>
                </a:path>
                <a:path w="335279" h="375285">
                  <a:moveTo>
                    <a:pt x="234696" y="50292"/>
                  </a:moveTo>
                  <a:lnTo>
                    <a:pt x="233172" y="50292"/>
                  </a:lnTo>
                  <a:lnTo>
                    <a:pt x="233172" y="374904"/>
                  </a:lnTo>
                  <a:lnTo>
                    <a:pt x="234696" y="374904"/>
                  </a:lnTo>
                  <a:lnTo>
                    <a:pt x="234696" y="50292"/>
                  </a:lnTo>
                  <a:close/>
                </a:path>
                <a:path w="335279" h="375285">
                  <a:moveTo>
                    <a:pt x="239268" y="50292"/>
                  </a:moveTo>
                  <a:lnTo>
                    <a:pt x="237744" y="50292"/>
                  </a:lnTo>
                  <a:lnTo>
                    <a:pt x="237744" y="374904"/>
                  </a:lnTo>
                  <a:lnTo>
                    <a:pt x="239268" y="374904"/>
                  </a:lnTo>
                  <a:lnTo>
                    <a:pt x="239268" y="50292"/>
                  </a:lnTo>
                  <a:close/>
                </a:path>
                <a:path w="335279" h="375285">
                  <a:moveTo>
                    <a:pt x="243840" y="33528"/>
                  </a:moveTo>
                  <a:lnTo>
                    <a:pt x="242316" y="33528"/>
                  </a:lnTo>
                  <a:lnTo>
                    <a:pt x="242316" y="374904"/>
                  </a:lnTo>
                  <a:lnTo>
                    <a:pt x="243840" y="374904"/>
                  </a:lnTo>
                  <a:lnTo>
                    <a:pt x="243840" y="33528"/>
                  </a:lnTo>
                  <a:close/>
                </a:path>
                <a:path w="335279" h="375285">
                  <a:moveTo>
                    <a:pt x="249936" y="42684"/>
                  </a:moveTo>
                  <a:lnTo>
                    <a:pt x="246888" y="42684"/>
                  </a:lnTo>
                  <a:lnTo>
                    <a:pt x="246888" y="374904"/>
                  </a:lnTo>
                  <a:lnTo>
                    <a:pt x="249936" y="374904"/>
                  </a:lnTo>
                  <a:lnTo>
                    <a:pt x="249936" y="42684"/>
                  </a:lnTo>
                  <a:close/>
                </a:path>
                <a:path w="335279" h="375285">
                  <a:moveTo>
                    <a:pt x="254508" y="45720"/>
                  </a:moveTo>
                  <a:lnTo>
                    <a:pt x="251460" y="45720"/>
                  </a:lnTo>
                  <a:lnTo>
                    <a:pt x="251460" y="374904"/>
                  </a:lnTo>
                  <a:lnTo>
                    <a:pt x="254508" y="374904"/>
                  </a:lnTo>
                  <a:lnTo>
                    <a:pt x="254508" y="45720"/>
                  </a:lnTo>
                  <a:close/>
                </a:path>
                <a:path w="335279" h="375285">
                  <a:moveTo>
                    <a:pt x="259080" y="13716"/>
                  </a:moveTo>
                  <a:lnTo>
                    <a:pt x="257556" y="13716"/>
                  </a:lnTo>
                  <a:lnTo>
                    <a:pt x="257556" y="374904"/>
                  </a:lnTo>
                  <a:lnTo>
                    <a:pt x="259080" y="374904"/>
                  </a:lnTo>
                  <a:lnTo>
                    <a:pt x="259080" y="13716"/>
                  </a:lnTo>
                  <a:close/>
                </a:path>
                <a:path w="335279" h="375285">
                  <a:moveTo>
                    <a:pt x="263652" y="70104"/>
                  </a:moveTo>
                  <a:lnTo>
                    <a:pt x="262128" y="70104"/>
                  </a:lnTo>
                  <a:lnTo>
                    <a:pt x="262128" y="374904"/>
                  </a:lnTo>
                  <a:lnTo>
                    <a:pt x="263652" y="374904"/>
                  </a:lnTo>
                  <a:lnTo>
                    <a:pt x="263652" y="70104"/>
                  </a:lnTo>
                  <a:close/>
                </a:path>
                <a:path w="335279" h="375285">
                  <a:moveTo>
                    <a:pt x="268224" y="28956"/>
                  </a:moveTo>
                  <a:lnTo>
                    <a:pt x="266700" y="28956"/>
                  </a:lnTo>
                  <a:lnTo>
                    <a:pt x="266700" y="374904"/>
                  </a:lnTo>
                  <a:lnTo>
                    <a:pt x="268224" y="374904"/>
                  </a:lnTo>
                  <a:lnTo>
                    <a:pt x="268224" y="28956"/>
                  </a:lnTo>
                  <a:close/>
                </a:path>
                <a:path w="335279" h="375285">
                  <a:moveTo>
                    <a:pt x="272796" y="260604"/>
                  </a:moveTo>
                  <a:lnTo>
                    <a:pt x="271272" y="260604"/>
                  </a:lnTo>
                  <a:lnTo>
                    <a:pt x="271272" y="374904"/>
                  </a:lnTo>
                  <a:lnTo>
                    <a:pt x="272796" y="374904"/>
                  </a:lnTo>
                  <a:lnTo>
                    <a:pt x="272796" y="260604"/>
                  </a:lnTo>
                  <a:close/>
                </a:path>
                <a:path w="335279" h="375285">
                  <a:moveTo>
                    <a:pt x="277368" y="65532"/>
                  </a:moveTo>
                  <a:lnTo>
                    <a:pt x="275844" y="65532"/>
                  </a:lnTo>
                  <a:lnTo>
                    <a:pt x="275844" y="374904"/>
                  </a:lnTo>
                  <a:lnTo>
                    <a:pt x="277368" y="374904"/>
                  </a:lnTo>
                  <a:lnTo>
                    <a:pt x="277368" y="65532"/>
                  </a:lnTo>
                  <a:close/>
                </a:path>
                <a:path w="335279" h="375285">
                  <a:moveTo>
                    <a:pt x="281940" y="91440"/>
                  </a:moveTo>
                  <a:lnTo>
                    <a:pt x="280416" y="91440"/>
                  </a:lnTo>
                  <a:lnTo>
                    <a:pt x="280416" y="374904"/>
                  </a:lnTo>
                  <a:lnTo>
                    <a:pt x="281940" y="374904"/>
                  </a:lnTo>
                  <a:lnTo>
                    <a:pt x="281940" y="91440"/>
                  </a:lnTo>
                  <a:close/>
                </a:path>
                <a:path w="335279" h="375285">
                  <a:moveTo>
                    <a:pt x="286512" y="33528"/>
                  </a:moveTo>
                  <a:lnTo>
                    <a:pt x="284988" y="33528"/>
                  </a:lnTo>
                  <a:lnTo>
                    <a:pt x="284988" y="374904"/>
                  </a:lnTo>
                  <a:lnTo>
                    <a:pt x="286512" y="374904"/>
                  </a:lnTo>
                  <a:lnTo>
                    <a:pt x="286512" y="33528"/>
                  </a:lnTo>
                  <a:close/>
                </a:path>
                <a:path w="335279" h="375285">
                  <a:moveTo>
                    <a:pt x="292608" y="73152"/>
                  </a:moveTo>
                  <a:lnTo>
                    <a:pt x="289560" y="73152"/>
                  </a:lnTo>
                  <a:lnTo>
                    <a:pt x="289560" y="374904"/>
                  </a:lnTo>
                  <a:lnTo>
                    <a:pt x="292608" y="374904"/>
                  </a:lnTo>
                  <a:lnTo>
                    <a:pt x="292608" y="73152"/>
                  </a:lnTo>
                  <a:close/>
                </a:path>
                <a:path w="335279" h="375285">
                  <a:moveTo>
                    <a:pt x="297180" y="0"/>
                  </a:moveTo>
                  <a:lnTo>
                    <a:pt x="294132" y="0"/>
                  </a:lnTo>
                  <a:lnTo>
                    <a:pt x="294132" y="374904"/>
                  </a:lnTo>
                  <a:lnTo>
                    <a:pt x="297180" y="374904"/>
                  </a:lnTo>
                  <a:lnTo>
                    <a:pt x="297180" y="0"/>
                  </a:lnTo>
                  <a:close/>
                </a:path>
                <a:path w="335279" h="375285">
                  <a:moveTo>
                    <a:pt x="301752" y="80784"/>
                  </a:moveTo>
                  <a:lnTo>
                    <a:pt x="300228" y="80784"/>
                  </a:lnTo>
                  <a:lnTo>
                    <a:pt x="300228" y="374904"/>
                  </a:lnTo>
                  <a:lnTo>
                    <a:pt x="301752" y="374904"/>
                  </a:lnTo>
                  <a:lnTo>
                    <a:pt x="301752" y="80784"/>
                  </a:lnTo>
                  <a:close/>
                </a:path>
                <a:path w="335279" h="375285">
                  <a:moveTo>
                    <a:pt x="306324" y="25908"/>
                  </a:moveTo>
                  <a:lnTo>
                    <a:pt x="304800" y="25908"/>
                  </a:lnTo>
                  <a:lnTo>
                    <a:pt x="304800" y="374904"/>
                  </a:lnTo>
                  <a:lnTo>
                    <a:pt x="306324" y="374904"/>
                  </a:lnTo>
                  <a:lnTo>
                    <a:pt x="306324" y="25908"/>
                  </a:lnTo>
                  <a:close/>
                </a:path>
                <a:path w="335279" h="375285">
                  <a:moveTo>
                    <a:pt x="310896" y="38100"/>
                  </a:moveTo>
                  <a:lnTo>
                    <a:pt x="309372" y="38100"/>
                  </a:lnTo>
                  <a:lnTo>
                    <a:pt x="309372" y="374904"/>
                  </a:lnTo>
                  <a:lnTo>
                    <a:pt x="310896" y="374904"/>
                  </a:lnTo>
                  <a:lnTo>
                    <a:pt x="310896" y="38100"/>
                  </a:lnTo>
                  <a:close/>
                </a:path>
                <a:path w="335279" h="375285">
                  <a:moveTo>
                    <a:pt x="315468" y="38100"/>
                  </a:moveTo>
                  <a:lnTo>
                    <a:pt x="313944" y="38100"/>
                  </a:lnTo>
                  <a:lnTo>
                    <a:pt x="313944" y="374904"/>
                  </a:lnTo>
                  <a:lnTo>
                    <a:pt x="315468" y="374904"/>
                  </a:lnTo>
                  <a:lnTo>
                    <a:pt x="315468" y="38100"/>
                  </a:lnTo>
                  <a:close/>
                </a:path>
                <a:path w="335279" h="375285">
                  <a:moveTo>
                    <a:pt x="320040" y="28956"/>
                  </a:moveTo>
                  <a:lnTo>
                    <a:pt x="318516" y="28956"/>
                  </a:lnTo>
                  <a:lnTo>
                    <a:pt x="318516" y="374904"/>
                  </a:lnTo>
                  <a:lnTo>
                    <a:pt x="320040" y="374904"/>
                  </a:lnTo>
                  <a:lnTo>
                    <a:pt x="320040" y="28956"/>
                  </a:lnTo>
                  <a:close/>
                </a:path>
                <a:path w="335279" h="375285">
                  <a:moveTo>
                    <a:pt x="324612" y="38100"/>
                  </a:moveTo>
                  <a:lnTo>
                    <a:pt x="323088" y="38100"/>
                  </a:lnTo>
                  <a:lnTo>
                    <a:pt x="323088" y="374904"/>
                  </a:lnTo>
                  <a:lnTo>
                    <a:pt x="324612" y="374904"/>
                  </a:lnTo>
                  <a:lnTo>
                    <a:pt x="324612" y="38100"/>
                  </a:lnTo>
                  <a:close/>
                </a:path>
                <a:path w="335279" h="375285">
                  <a:moveTo>
                    <a:pt x="330708" y="18288"/>
                  </a:moveTo>
                  <a:lnTo>
                    <a:pt x="327660" y="18288"/>
                  </a:lnTo>
                  <a:lnTo>
                    <a:pt x="327660" y="374904"/>
                  </a:lnTo>
                  <a:lnTo>
                    <a:pt x="330708" y="374904"/>
                  </a:lnTo>
                  <a:lnTo>
                    <a:pt x="330708" y="18288"/>
                  </a:lnTo>
                  <a:close/>
                </a:path>
                <a:path w="335279" h="375285">
                  <a:moveTo>
                    <a:pt x="335280" y="45720"/>
                  </a:moveTo>
                  <a:lnTo>
                    <a:pt x="332232" y="45720"/>
                  </a:lnTo>
                  <a:lnTo>
                    <a:pt x="332232" y="374904"/>
                  </a:lnTo>
                  <a:lnTo>
                    <a:pt x="335280" y="374904"/>
                  </a:lnTo>
                  <a:lnTo>
                    <a:pt x="335280" y="4572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184904" y="3488435"/>
              <a:ext cx="335280" cy="375285"/>
            </a:xfrm>
            <a:custGeom>
              <a:avLst/>
              <a:gdLst/>
              <a:ahLst/>
              <a:cxnLst/>
              <a:rect l="l" t="t" r="r" b="b"/>
              <a:pathLst>
                <a:path w="335279" h="375285">
                  <a:moveTo>
                    <a:pt x="3048" y="45720"/>
                  </a:moveTo>
                  <a:lnTo>
                    <a:pt x="0" y="45720"/>
                  </a:lnTo>
                  <a:lnTo>
                    <a:pt x="0" y="374904"/>
                  </a:lnTo>
                  <a:lnTo>
                    <a:pt x="3048" y="374904"/>
                  </a:lnTo>
                  <a:lnTo>
                    <a:pt x="3048" y="45720"/>
                  </a:lnTo>
                  <a:close/>
                </a:path>
                <a:path w="335279" h="375285">
                  <a:moveTo>
                    <a:pt x="7620" y="65532"/>
                  </a:moveTo>
                  <a:lnTo>
                    <a:pt x="4572" y="65532"/>
                  </a:lnTo>
                  <a:lnTo>
                    <a:pt x="4572" y="374904"/>
                  </a:lnTo>
                  <a:lnTo>
                    <a:pt x="7620" y="374904"/>
                  </a:lnTo>
                  <a:lnTo>
                    <a:pt x="7620" y="65532"/>
                  </a:lnTo>
                  <a:close/>
                </a:path>
                <a:path w="335279" h="375285">
                  <a:moveTo>
                    <a:pt x="12192" y="260604"/>
                  </a:moveTo>
                  <a:lnTo>
                    <a:pt x="10668" y="260604"/>
                  </a:lnTo>
                  <a:lnTo>
                    <a:pt x="10668" y="374904"/>
                  </a:lnTo>
                  <a:lnTo>
                    <a:pt x="12192" y="374904"/>
                  </a:lnTo>
                  <a:lnTo>
                    <a:pt x="12192" y="260604"/>
                  </a:lnTo>
                  <a:close/>
                </a:path>
                <a:path w="335279" h="375285">
                  <a:moveTo>
                    <a:pt x="16764" y="60972"/>
                  </a:moveTo>
                  <a:lnTo>
                    <a:pt x="15240" y="60972"/>
                  </a:lnTo>
                  <a:lnTo>
                    <a:pt x="15240" y="374904"/>
                  </a:lnTo>
                  <a:lnTo>
                    <a:pt x="16764" y="374904"/>
                  </a:lnTo>
                  <a:lnTo>
                    <a:pt x="16764" y="60972"/>
                  </a:lnTo>
                  <a:close/>
                </a:path>
                <a:path w="335279" h="375285">
                  <a:moveTo>
                    <a:pt x="21336" y="15240"/>
                  </a:moveTo>
                  <a:lnTo>
                    <a:pt x="19812" y="15240"/>
                  </a:lnTo>
                  <a:lnTo>
                    <a:pt x="19812" y="374904"/>
                  </a:lnTo>
                  <a:lnTo>
                    <a:pt x="21336" y="374904"/>
                  </a:lnTo>
                  <a:lnTo>
                    <a:pt x="21336" y="15240"/>
                  </a:lnTo>
                  <a:close/>
                </a:path>
                <a:path w="335279" h="375285">
                  <a:moveTo>
                    <a:pt x="25908" y="65532"/>
                  </a:moveTo>
                  <a:lnTo>
                    <a:pt x="24384" y="65532"/>
                  </a:lnTo>
                  <a:lnTo>
                    <a:pt x="24384" y="374904"/>
                  </a:lnTo>
                  <a:lnTo>
                    <a:pt x="25908" y="374904"/>
                  </a:lnTo>
                  <a:lnTo>
                    <a:pt x="25908" y="65532"/>
                  </a:lnTo>
                  <a:close/>
                </a:path>
                <a:path w="335279" h="375285">
                  <a:moveTo>
                    <a:pt x="30480" y="28956"/>
                  </a:moveTo>
                  <a:lnTo>
                    <a:pt x="28956" y="28956"/>
                  </a:lnTo>
                  <a:lnTo>
                    <a:pt x="28956" y="374904"/>
                  </a:lnTo>
                  <a:lnTo>
                    <a:pt x="30480" y="374904"/>
                  </a:lnTo>
                  <a:lnTo>
                    <a:pt x="30480" y="28956"/>
                  </a:lnTo>
                  <a:close/>
                </a:path>
                <a:path w="335279" h="375285">
                  <a:moveTo>
                    <a:pt x="35052" y="28956"/>
                  </a:moveTo>
                  <a:lnTo>
                    <a:pt x="33528" y="28956"/>
                  </a:lnTo>
                  <a:lnTo>
                    <a:pt x="33528" y="374904"/>
                  </a:lnTo>
                  <a:lnTo>
                    <a:pt x="35052" y="374904"/>
                  </a:lnTo>
                  <a:lnTo>
                    <a:pt x="35052" y="28956"/>
                  </a:lnTo>
                  <a:close/>
                </a:path>
                <a:path w="335279" h="375285">
                  <a:moveTo>
                    <a:pt x="41148" y="27432"/>
                  </a:moveTo>
                  <a:lnTo>
                    <a:pt x="38100" y="27432"/>
                  </a:lnTo>
                  <a:lnTo>
                    <a:pt x="38100" y="374904"/>
                  </a:lnTo>
                  <a:lnTo>
                    <a:pt x="41148" y="374904"/>
                  </a:lnTo>
                  <a:lnTo>
                    <a:pt x="41148" y="27432"/>
                  </a:lnTo>
                  <a:close/>
                </a:path>
                <a:path w="335279" h="375285">
                  <a:moveTo>
                    <a:pt x="45720" y="260604"/>
                  </a:moveTo>
                  <a:lnTo>
                    <a:pt x="42672" y="260604"/>
                  </a:lnTo>
                  <a:lnTo>
                    <a:pt x="42672" y="374904"/>
                  </a:lnTo>
                  <a:lnTo>
                    <a:pt x="45720" y="374904"/>
                  </a:lnTo>
                  <a:lnTo>
                    <a:pt x="45720" y="260604"/>
                  </a:lnTo>
                  <a:close/>
                </a:path>
                <a:path w="335279" h="375285">
                  <a:moveTo>
                    <a:pt x="50292" y="47244"/>
                  </a:moveTo>
                  <a:lnTo>
                    <a:pt x="48768" y="47244"/>
                  </a:lnTo>
                  <a:lnTo>
                    <a:pt x="48768" y="374904"/>
                  </a:lnTo>
                  <a:lnTo>
                    <a:pt x="50292" y="374904"/>
                  </a:lnTo>
                  <a:lnTo>
                    <a:pt x="50292" y="47244"/>
                  </a:lnTo>
                  <a:close/>
                </a:path>
                <a:path w="335279" h="375285">
                  <a:moveTo>
                    <a:pt x="54864" y="57912"/>
                  </a:moveTo>
                  <a:lnTo>
                    <a:pt x="53340" y="57912"/>
                  </a:lnTo>
                  <a:lnTo>
                    <a:pt x="53340" y="374904"/>
                  </a:lnTo>
                  <a:lnTo>
                    <a:pt x="54864" y="374904"/>
                  </a:lnTo>
                  <a:lnTo>
                    <a:pt x="54864" y="57912"/>
                  </a:lnTo>
                  <a:close/>
                </a:path>
                <a:path w="335279" h="375285">
                  <a:moveTo>
                    <a:pt x="59436" y="33528"/>
                  </a:moveTo>
                  <a:lnTo>
                    <a:pt x="57912" y="33528"/>
                  </a:lnTo>
                  <a:lnTo>
                    <a:pt x="57912" y="374904"/>
                  </a:lnTo>
                  <a:lnTo>
                    <a:pt x="59436" y="374904"/>
                  </a:lnTo>
                  <a:lnTo>
                    <a:pt x="59436" y="33528"/>
                  </a:lnTo>
                  <a:close/>
                </a:path>
                <a:path w="335279" h="375285">
                  <a:moveTo>
                    <a:pt x="64008" y="45720"/>
                  </a:moveTo>
                  <a:lnTo>
                    <a:pt x="62484" y="45720"/>
                  </a:lnTo>
                  <a:lnTo>
                    <a:pt x="62484" y="374904"/>
                  </a:lnTo>
                  <a:lnTo>
                    <a:pt x="64008" y="374904"/>
                  </a:lnTo>
                  <a:lnTo>
                    <a:pt x="64008" y="45720"/>
                  </a:lnTo>
                  <a:close/>
                </a:path>
                <a:path w="335279" h="375285">
                  <a:moveTo>
                    <a:pt x="68580" y="45720"/>
                  </a:moveTo>
                  <a:lnTo>
                    <a:pt x="67056" y="45720"/>
                  </a:lnTo>
                  <a:lnTo>
                    <a:pt x="67056" y="374904"/>
                  </a:lnTo>
                  <a:lnTo>
                    <a:pt x="68580" y="374904"/>
                  </a:lnTo>
                  <a:lnTo>
                    <a:pt x="68580" y="45720"/>
                  </a:lnTo>
                  <a:close/>
                </a:path>
                <a:path w="335279" h="375285">
                  <a:moveTo>
                    <a:pt x="73152" y="260604"/>
                  </a:moveTo>
                  <a:lnTo>
                    <a:pt x="71628" y="260604"/>
                  </a:lnTo>
                  <a:lnTo>
                    <a:pt x="71628" y="374904"/>
                  </a:lnTo>
                  <a:lnTo>
                    <a:pt x="73152" y="374904"/>
                  </a:lnTo>
                  <a:lnTo>
                    <a:pt x="73152" y="260604"/>
                  </a:lnTo>
                  <a:close/>
                </a:path>
                <a:path w="335279" h="375285">
                  <a:moveTo>
                    <a:pt x="77724" y="45720"/>
                  </a:moveTo>
                  <a:lnTo>
                    <a:pt x="76200" y="45720"/>
                  </a:lnTo>
                  <a:lnTo>
                    <a:pt x="76200" y="374904"/>
                  </a:lnTo>
                  <a:lnTo>
                    <a:pt x="77724" y="374904"/>
                  </a:lnTo>
                  <a:lnTo>
                    <a:pt x="77724" y="45720"/>
                  </a:lnTo>
                  <a:close/>
                </a:path>
                <a:path w="335279" h="375285">
                  <a:moveTo>
                    <a:pt x="83820" y="21336"/>
                  </a:moveTo>
                  <a:lnTo>
                    <a:pt x="80772" y="21336"/>
                  </a:lnTo>
                  <a:lnTo>
                    <a:pt x="80772" y="374904"/>
                  </a:lnTo>
                  <a:lnTo>
                    <a:pt x="83820" y="374904"/>
                  </a:lnTo>
                  <a:lnTo>
                    <a:pt x="83820" y="21336"/>
                  </a:lnTo>
                  <a:close/>
                </a:path>
                <a:path w="335279" h="375285">
                  <a:moveTo>
                    <a:pt x="88392" y="25908"/>
                  </a:moveTo>
                  <a:lnTo>
                    <a:pt x="85344" y="25908"/>
                  </a:lnTo>
                  <a:lnTo>
                    <a:pt x="85344" y="374904"/>
                  </a:lnTo>
                  <a:lnTo>
                    <a:pt x="88392" y="374904"/>
                  </a:lnTo>
                  <a:lnTo>
                    <a:pt x="88392" y="25908"/>
                  </a:lnTo>
                  <a:close/>
                </a:path>
                <a:path w="335279" h="375285">
                  <a:moveTo>
                    <a:pt x="92964" y="42684"/>
                  </a:moveTo>
                  <a:lnTo>
                    <a:pt x="91440" y="42684"/>
                  </a:lnTo>
                  <a:lnTo>
                    <a:pt x="91440" y="374904"/>
                  </a:lnTo>
                  <a:lnTo>
                    <a:pt x="92964" y="374904"/>
                  </a:lnTo>
                  <a:lnTo>
                    <a:pt x="92964" y="42684"/>
                  </a:lnTo>
                  <a:close/>
                </a:path>
                <a:path w="335279" h="375285">
                  <a:moveTo>
                    <a:pt x="97536" y="0"/>
                  </a:moveTo>
                  <a:lnTo>
                    <a:pt x="96012" y="0"/>
                  </a:lnTo>
                  <a:lnTo>
                    <a:pt x="96012" y="374904"/>
                  </a:lnTo>
                  <a:lnTo>
                    <a:pt x="97536" y="374904"/>
                  </a:lnTo>
                  <a:lnTo>
                    <a:pt x="97536" y="0"/>
                  </a:lnTo>
                  <a:close/>
                </a:path>
                <a:path w="335279" h="375285">
                  <a:moveTo>
                    <a:pt x="102108" y="3048"/>
                  </a:moveTo>
                  <a:lnTo>
                    <a:pt x="100584" y="3048"/>
                  </a:lnTo>
                  <a:lnTo>
                    <a:pt x="100584" y="374904"/>
                  </a:lnTo>
                  <a:lnTo>
                    <a:pt x="102108" y="374904"/>
                  </a:lnTo>
                  <a:lnTo>
                    <a:pt x="102108" y="3048"/>
                  </a:lnTo>
                  <a:close/>
                </a:path>
                <a:path w="335279" h="375285">
                  <a:moveTo>
                    <a:pt x="106680" y="21336"/>
                  </a:moveTo>
                  <a:lnTo>
                    <a:pt x="105156" y="21336"/>
                  </a:lnTo>
                  <a:lnTo>
                    <a:pt x="105156" y="374904"/>
                  </a:lnTo>
                  <a:lnTo>
                    <a:pt x="106680" y="374904"/>
                  </a:lnTo>
                  <a:lnTo>
                    <a:pt x="106680" y="21336"/>
                  </a:lnTo>
                  <a:close/>
                </a:path>
                <a:path w="335279" h="375285">
                  <a:moveTo>
                    <a:pt x="111252" y="44208"/>
                  </a:moveTo>
                  <a:lnTo>
                    <a:pt x="109728" y="44208"/>
                  </a:lnTo>
                  <a:lnTo>
                    <a:pt x="109728" y="374904"/>
                  </a:lnTo>
                  <a:lnTo>
                    <a:pt x="111252" y="374904"/>
                  </a:lnTo>
                  <a:lnTo>
                    <a:pt x="111252" y="44208"/>
                  </a:lnTo>
                  <a:close/>
                </a:path>
                <a:path w="335279" h="375285">
                  <a:moveTo>
                    <a:pt x="115824" y="21336"/>
                  </a:moveTo>
                  <a:lnTo>
                    <a:pt x="114300" y="21336"/>
                  </a:lnTo>
                  <a:lnTo>
                    <a:pt x="114300" y="374904"/>
                  </a:lnTo>
                  <a:lnTo>
                    <a:pt x="115824" y="374904"/>
                  </a:lnTo>
                  <a:lnTo>
                    <a:pt x="115824" y="21336"/>
                  </a:lnTo>
                  <a:close/>
                </a:path>
                <a:path w="335279" h="375285">
                  <a:moveTo>
                    <a:pt x="121920" y="13716"/>
                  </a:moveTo>
                  <a:lnTo>
                    <a:pt x="118872" y="13716"/>
                  </a:lnTo>
                  <a:lnTo>
                    <a:pt x="118872" y="374904"/>
                  </a:lnTo>
                  <a:lnTo>
                    <a:pt x="121920" y="374904"/>
                  </a:lnTo>
                  <a:lnTo>
                    <a:pt x="121920" y="13716"/>
                  </a:lnTo>
                  <a:close/>
                </a:path>
                <a:path w="335279" h="375285">
                  <a:moveTo>
                    <a:pt x="126492" y="25908"/>
                  </a:moveTo>
                  <a:lnTo>
                    <a:pt x="123444" y="25908"/>
                  </a:lnTo>
                  <a:lnTo>
                    <a:pt x="123444" y="374904"/>
                  </a:lnTo>
                  <a:lnTo>
                    <a:pt x="126492" y="374904"/>
                  </a:lnTo>
                  <a:lnTo>
                    <a:pt x="126492" y="25908"/>
                  </a:lnTo>
                  <a:close/>
                </a:path>
                <a:path w="335279" h="375285">
                  <a:moveTo>
                    <a:pt x="131064" y="28956"/>
                  </a:moveTo>
                  <a:lnTo>
                    <a:pt x="128016" y="28956"/>
                  </a:lnTo>
                  <a:lnTo>
                    <a:pt x="128016" y="374904"/>
                  </a:lnTo>
                  <a:lnTo>
                    <a:pt x="131064" y="374904"/>
                  </a:lnTo>
                  <a:lnTo>
                    <a:pt x="131064" y="28956"/>
                  </a:lnTo>
                  <a:close/>
                </a:path>
                <a:path w="335279" h="375285">
                  <a:moveTo>
                    <a:pt x="135636" y="42684"/>
                  </a:moveTo>
                  <a:lnTo>
                    <a:pt x="134112" y="42684"/>
                  </a:lnTo>
                  <a:lnTo>
                    <a:pt x="134112" y="374904"/>
                  </a:lnTo>
                  <a:lnTo>
                    <a:pt x="135636" y="374904"/>
                  </a:lnTo>
                  <a:lnTo>
                    <a:pt x="135636" y="42684"/>
                  </a:lnTo>
                  <a:close/>
                </a:path>
                <a:path w="335279" h="375285">
                  <a:moveTo>
                    <a:pt x="140208" y="13716"/>
                  </a:moveTo>
                  <a:lnTo>
                    <a:pt x="138684" y="13716"/>
                  </a:lnTo>
                  <a:lnTo>
                    <a:pt x="138684" y="374904"/>
                  </a:lnTo>
                  <a:lnTo>
                    <a:pt x="140208" y="374904"/>
                  </a:lnTo>
                  <a:lnTo>
                    <a:pt x="140208" y="13716"/>
                  </a:lnTo>
                  <a:close/>
                </a:path>
                <a:path w="335279" h="375285">
                  <a:moveTo>
                    <a:pt x="144780" y="3048"/>
                  </a:moveTo>
                  <a:lnTo>
                    <a:pt x="143256" y="3048"/>
                  </a:lnTo>
                  <a:lnTo>
                    <a:pt x="143256" y="374904"/>
                  </a:lnTo>
                  <a:lnTo>
                    <a:pt x="144780" y="374904"/>
                  </a:lnTo>
                  <a:lnTo>
                    <a:pt x="144780" y="3048"/>
                  </a:lnTo>
                  <a:close/>
                </a:path>
                <a:path w="335279" h="375285">
                  <a:moveTo>
                    <a:pt x="149352" y="13716"/>
                  </a:moveTo>
                  <a:lnTo>
                    <a:pt x="147828" y="13716"/>
                  </a:lnTo>
                  <a:lnTo>
                    <a:pt x="147828" y="374904"/>
                  </a:lnTo>
                  <a:lnTo>
                    <a:pt x="149352" y="374904"/>
                  </a:lnTo>
                  <a:lnTo>
                    <a:pt x="149352" y="13716"/>
                  </a:lnTo>
                  <a:close/>
                </a:path>
                <a:path w="335279" h="375285">
                  <a:moveTo>
                    <a:pt x="153924" y="24384"/>
                  </a:moveTo>
                  <a:lnTo>
                    <a:pt x="152400" y="24384"/>
                  </a:lnTo>
                  <a:lnTo>
                    <a:pt x="152400" y="374904"/>
                  </a:lnTo>
                  <a:lnTo>
                    <a:pt x="153924" y="374904"/>
                  </a:lnTo>
                  <a:lnTo>
                    <a:pt x="153924" y="24384"/>
                  </a:lnTo>
                  <a:close/>
                </a:path>
                <a:path w="335279" h="375285">
                  <a:moveTo>
                    <a:pt x="158496" y="45720"/>
                  </a:moveTo>
                  <a:lnTo>
                    <a:pt x="156972" y="45720"/>
                  </a:lnTo>
                  <a:lnTo>
                    <a:pt x="156972" y="374904"/>
                  </a:lnTo>
                  <a:lnTo>
                    <a:pt x="158496" y="374904"/>
                  </a:lnTo>
                  <a:lnTo>
                    <a:pt x="158496" y="45720"/>
                  </a:lnTo>
                  <a:close/>
                </a:path>
                <a:path w="335279" h="375285">
                  <a:moveTo>
                    <a:pt x="164592" y="35052"/>
                  </a:moveTo>
                  <a:lnTo>
                    <a:pt x="161544" y="35052"/>
                  </a:lnTo>
                  <a:lnTo>
                    <a:pt x="161544" y="374904"/>
                  </a:lnTo>
                  <a:lnTo>
                    <a:pt x="164592" y="374904"/>
                  </a:lnTo>
                  <a:lnTo>
                    <a:pt x="164592" y="35052"/>
                  </a:lnTo>
                  <a:close/>
                </a:path>
                <a:path w="335279" h="375285">
                  <a:moveTo>
                    <a:pt x="169164" y="45720"/>
                  </a:moveTo>
                  <a:lnTo>
                    <a:pt x="166116" y="45720"/>
                  </a:lnTo>
                  <a:lnTo>
                    <a:pt x="166116" y="374904"/>
                  </a:lnTo>
                  <a:lnTo>
                    <a:pt x="169164" y="374904"/>
                  </a:lnTo>
                  <a:lnTo>
                    <a:pt x="169164" y="45720"/>
                  </a:lnTo>
                  <a:close/>
                </a:path>
                <a:path w="335279" h="375285">
                  <a:moveTo>
                    <a:pt x="173736" y="50292"/>
                  </a:moveTo>
                  <a:lnTo>
                    <a:pt x="172212" y="50292"/>
                  </a:lnTo>
                  <a:lnTo>
                    <a:pt x="172212" y="374904"/>
                  </a:lnTo>
                  <a:lnTo>
                    <a:pt x="173736" y="374904"/>
                  </a:lnTo>
                  <a:lnTo>
                    <a:pt x="173736" y="50292"/>
                  </a:lnTo>
                  <a:close/>
                </a:path>
                <a:path w="335279" h="375285">
                  <a:moveTo>
                    <a:pt x="178308" y="28956"/>
                  </a:moveTo>
                  <a:lnTo>
                    <a:pt x="176784" y="28956"/>
                  </a:lnTo>
                  <a:lnTo>
                    <a:pt x="176784" y="374904"/>
                  </a:lnTo>
                  <a:lnTo>
                    <a:pt x="178308" y="374904"/>
                  </a:lnTo>
                  <a:lnTo>
                    <a:pt x="178308" y="28956"/>
                  </a:lnTo>
                  <a:close/>
                </a:path>
                <a:path w="335279" h="375285">
                  <a:moveTo>
                    <a:pt x="182880" y="260604"/>
                  </a:moveTo>
                  <a:lnTo>
                    <a:pt x="181356" y="260604"/>
                  </a:lnTo>
                  <a:lnTo>
                    <a:pt x="181356" y="374904"/>
                  </a:lnTo>
                  <a:lnTo>
                    <a:pt x="182880" y="374904"/>
                  </a:lnTo>
                  <a:lnTo>
                    <a:pt x="182880" y="260604"/>
                  </a:lnTo>
                  <a:close/>
                </a:path>
                <a:path w="335279" h="375285">
                  <a:moveTo>
                    <a:pt x="187452" y="7620"/>
                  </a:moveTo>
                  <a:lnTo>
                    <a:pt x="185928" y="7620"/>
                  </a:lnTo>
                  <a:lnTo>
                    <a:pt x="185928" y="374904"/>
                  </a:lnTo>
                  <a:lnTo>
                    <a:pt x="187452" y="374904"/>
                  </a:lnTo>
                  <a:lnTo>
                    <a:pt x="187452" y="7620"/>
                  </a:lnTo>
                  <a:close/>
                </a:path>
                <a:path w="335279" h="375285">
                  <a:moveTo>
                    <a:pt x="192024" y="33528"/>
                  </a:moveTo>
                  <a:lnTo>
                    <a:pt x="190500" y="33528"/>
                  </a:lnTo>
                  <a:lnTo>
                    <a:pt x="190500" y="374904"/>
                  </a:lnTo>
                  <a:lnTo>
                    <a:pt x="192024" y="374904"/>
                  </a:lnTo>
                  <a:lnTo>
                    <a:pt x="192024" y="33528"/>
                  </a:lnTo>
                  <a:close/>
                </a:path>
                <a:path w="335279" h="375285">
                  <a:moveTo>
                    <a:pt x="196596" y="18288"/>
                  </a:moveTo>
                  <a:lnTo>
                    <a:pt x="195072" y="18288"/>
                  </a:lnTo>
                  <a:lnTo>
                    <a:pt x="195072" y="374904"/>
                  </a:lnTo>
                  <a:lnTo>
                    <a:pt x="196596" y="374904"/>
                  </a:lnTo>
                  <a:lnTo>
                    <a:pt x="196596" y="18288"/>
                  </a:lnTo>
                  <a:close/>
                </a:path>
                <a:path w="335279" h="375285">
                  <a:moveTo>
                    <a:pt x="201168" y="38100"/>
                  </a:moveTo>
                  <a:lnTo>
                    <a:pt x="199644" y="38100"/>
                  </a:lnTo>
                  <a:lnTo>
                    <a:pt x="199644" y="374904"/>
                  </a:lnTo>
                  <a:lnTo>
                    <a:pt x="201168" y="374904"/>
                  </a:lnTo>
                  <a:lnTo>
                    <a:pt x="201168" y="38100"/>
                  </a:lnTo>
                  <a:close/>
                </a:path>
                <a:path w="335279" h="375285">
                  <a:moveTo>
                    <a:pt x="207264" y="33528"/>
                  </a:moveTo>
                  <a:lnTo>
                    <a:pt x="204216" y="33528"/>
                  </a:lnTo>
                  <a:lnTo>
                    <a:pt x="204216" y="374904"/>
                  </a:lnTo>
                  <a:lnTo>
                    <a:pt x="207264" y="374904"/>
                  </a:lnTo>
                  <a:lnTo>
                    <a:pt x="207264" y="33528"/>
                  </a:lnTo>
                  <a:close/>
                </a:path>
                <a:path w="335279" h="375285">
                  <a:moveTo>
                    <a:pt x="211836" y="7620"/>
                  </a:moveTo>
                  <a:lnTo>
                    <a:pt x="208788" y="7620"/>
                  </a:lnTo>
                  <a:lnTo>
                    <a:pt x="208788" y="374904"/>
                  </a:lnTo>
                  <a:lnTo>
                    <a:pt x="211836" y="374904"/>
                  </a:lnTo>
                  <a:lnTo>
                    <a:pt x="211836" y="7620"/>
                  </a:lnTo>
                  <a:close/>
                </a:path>
                <a:path w="335279" h="375285">
                  <a:moveTo>
                    <a:pt x="216408" y="27432"/>
                  </a:moveTo>
                  <a:lnTo>
                    <a:pt x="214884" y="27432"/>
                  </a:lnTo>
                  <a:lnTo>
                    <a:pt x="214884" y="374904"/>
                  </a:lnTo>
                  <a:lnTo>
                    <a:pt x="216408" y="374904"/>
                  </a:lnTo>
                  <a:lnTo>
                    <a:pt x="216408" y="27432"/>
                  </a:lnTo>
                  <a:close/>
                </a:path>
                <a:path w="335279" h="375285">
                  <a:moveTo>
                    <a:pt x="220980" y="6096"/>
                  </a:moveTo>
                  <a:lnTo>
                    <a:pt x="219456" y="6096"/>
                  </a:lnTo>
                  <a:lnTo>
                    <a:pt x="219456" y="374904"/>
                  </a:lnTo>
                  <a:lnTo>
                    <a:pt x="220980" y="374904"/>
                  </a:lnTo>
                  <a:lnTo>
                    <a:pt x="220980" y="6096"/>
                  </a:lnTo>
                  <a:close/>
                </a:path>
                <a:path w="335279" h="375285">
                  <a:moveTo>
                    <a:pt x="225552" y="28956"/>
                  </a:moveTo>
                  <a:lnTo>
                    <a:pt x="224028" y="28956"/>
                  </a:lnTo>
                  <a:lnTo>
                    <a:pt x="224028" y="374904"/>
                  </a:lnTo>
                  <a:lnTo>
                    <a:pt x="225552" y="374904"/>
                  </a:lnTo>
                  <a:lnTo>
                    <a:pt x="225552" y="28956"/>
                  </a:lnTo>
                  <a:close/>
                </a:path>
                <a:path w="335279" h="375285">
                  <a:moveTo>
                    <a:pt x="230124" y="54864"/>
                  </a:moveTo>
                  <a:lnTo>
                    <a:pt x="228600" y="54864"/>
                  </a:lnTo>
                  <a:lnTo>
                    <a:pt x="228600" y="374904"/>
                  </a:lnTo>
                  <a:lnTo>
                    <a:pt x="230124" y="374904"/>
                  </a:lnTo>
                  <a:lnTo>
                    <a:pt x="230124" y="54864"/>
                  </a:lnTo>
                  <a:close/>
                </a:path>
                <a:path w="335279" h="375285">
                  <a:moveTo>
                    <a:pt x="234696" y="10668"/>
                  </a:moveTo>
                  <a:lnTo>
                    <a:pt x="233172" y="10668"/>
                  </a:lnTo>
                  <a:lnTo>
                    <a:pt x="233172" y="374904"/>
                  </a:lnTo>
                  <a:lnTo>
                    <a:pt x="234696" y="374904"/>
                  </a:lnTo>
                  <a:lnTo>
                    <a:pt x="234696" y="10668"/>
                  </a:lnTo>
                  <a:close/>
                </a:path>
                <a:path w="335279" h="375285">
                  <a:moveTo>
                    <a:pt x="239268" y="42684"/>
                  </a:moveTo>
                  <a:lnTo>
                    <a:pt x="237744" y="42684"/>
                  </a:lnTo>
                  <a:lnTo>
                    <a:pt x="237744" y="374904"/>
                  </a:lnTo>
                  <a:lnTo>
                    <a:pt x="239268" y="374904"/>
                  </a:lnTo>
                  <a:lnTo>
                    <a:pt x="239268" y="42684"/>
                  </a:lnTo>
                  <a:close/>
                </a:path>
                <a:path w="335279" h="375285">
                  <a:moveTo>
                    <a:pt x="245364" y="45720"/>
                  </a:moveTo>
                  <a:lnTo>
                    <a:pt x="242316" y="45720"/>
                  </a:lnTo>
                  <a:lnTo>
                    <a:pt x="242316" y="374904"/>
                  </a:lnTo>
                  <a:lnTo>
                    <a:pt x="245364" y="374904"/>
                  </a:lnTo>
                  <a:lnTo>
                    <a:pt x="245364" y="45720"/>
                  </a:lnTo>
                  <a:close/>
                </a:path>
                <a:path w="335279" h="375285">
                  <a:moveTo>
                    <a:pt x="249936" y="21336"/>
                  </a:moveTo>
                  <a:lnTo>
                    <a:pt x="246888" y="21336"/>
                  </a:lnTo>
                  <a:lnTo>
                    <a:pt x="246888" y="374904"/>
                  </a:lnTo>
                  <a:lnTo>
                    <a:pt x="249936" y="374904"/>
                  </a:lnTo>
                  <a:lnTo>
                    <a:pt x="249936" y="21336"/>
                  </a:lnTo>
                  <a:close/>
                </a:path>
                <a:path w="335279" h="375285">
                  <a:moveTo>
                    <a:pt x="254508" y="3048"/>
                  </a:moveTo>
                  <a:lnTo>
                    <a:pt x="251460" y="3048"/>
                  </a:lnTo>
                  <a:lnTo>
                    <a:pt x="251460" y="374904"/>
                  </a:lnTo>
                  <a:lnTo>
                    <a:pt x="254508" y="374904"/>
                  </a:lnTo>
                  <a:lnTo>
                    <a:pt x="254508" y="3048"/>
                  </a:lnTo>
                  <a:close/>
                </a:path>
                <a:path w="335279" h="375285">
                  <a:moveTo>
                    <a:pt x="259080" y="13716"/>
                  </a:moveTo>
                  <a:lnTo>
                    <a:pt x="257556" y="13716"/>
                  </a:lnTo>
                  <a:lnTo>
                    <a:pt x="257556" y="374904"/>
                  </a:lnTo>
                  <a:lnTo>
                    <a:pt x="259080" y="374904"/>
                  </a:lnTo>
                  <a:lnTo>
                    <a:pt x="259080" y="13716"/>
                  </a:lnTo>
                  <a:close/>
                </a:path>
                <a:path w="335279" h="375285">
                  <a:moveTo>
                    <a:pt x="263652" y="42684"/>
                  </a:moveTo>
                  <a:lnTo>
                    <a:pt x="262128" y="42684"/>
                  </a:lnTo>
                  <a:lnTo>
                    <a:pt x="262128" y="374904"/>
                  </a:lnTo>
                  <a:lnTo>
                    <a:pt x="263652" y="374904"/>
                  </a:lnTo>
                  <a:lnTo>
                    <a:pt x="263652" y="42684"/>
                  </a:lnTo>
                  <a:close/>
                </a:path>
                <a:path w="335279" h="375285">
                  <a:moveTo>
                    <a:pt x="268224" y="21336"/>
                  </a:moveTo>
                  <a:lnTo>
                    <a:pt x="266700" y="21336"/>
                  </a:lnTo>
                  <a:lnTo>
                    <a:pt x="266700" y="374904"/>
                  </a:lnTo>
                  <a:lnTo>
                    <a:pt x="268224" y="374904"/>
                  </a:lnTo>
                  <a:lnTo>
                    <a:pt x="268224" y="21336"/>
                  </a:lnTo>
                  <a:close/>
                </a:path>
                <a:path w="335279" h="375285">
                  <a:moveTo>
                    <a:pt x="272796" y="18288"/>
                  </a:moveTo>
                  <a:lnTo>
                    <a:pt x="271272" y="18288"/>
                  </a:lnTo>
                  <a:lnTo>
                    <a:pt x="271272" y="374904"/>
                  </a:lnTo>
                  <a:lnTo>
                    <a:pt x="272796" y="374904"/>
                  </a:lnTo>
                  <a:lnTo>
                    <a:pt x="272796" y="18288"/>
                  </a:lnTo>
                  <a:close/>
                </a:path>
                <a:path w="335279" h="375285">
                  <a:moveTo>
                    <a:pt x="277368" y="22860"/>
                  </a:moveTo>
                  <a:lnTo>
                    <a:pt x="275844" y="22860"/>
                  </a:lnTo>
                  <a:lnTo>
                    <a:pt x="275844" y="374904"/>
                  </a:lnTo>
                  <a:lnTo>
                    <a:pt x="277368" y="374904"/>
                  </a:lnTo>
                  <a:lnTo>
                    <a:pt x="277368" y="22860"/>
                  </a:lnTo>
                  <a:close/>
                </a:path>
                <a:path w="335279" h="375285">
                  <a:moveTo>
                    <a:pt x="281940" y="86868"/>
                  </a:moveTo>
                  <a:lnTo>
                    <a:pt x="280416" y="86868"/>
                  </a:lnTo>
                  <a:lnTo>
                    <a:pt x="280416" y="374904"/>
                  </a:lnTo>
                  <a:lnTo>
                    <a:pt x="281940" y="374904"/>
                  </a:lnTo>
                  <a:lnTo>
                    <a:pt x="281940" y="86868"/>
                  </a:lnTo>
                  <a:close/>
                </a:path>
                <a:path w="335279" h="375285">
                  <a:moveTo>
                    <a:pt x="288036" y="21336"/>
                  </a:moveTo>
                  <a:lnTo>
                    <a:pt x="284988" y="21336"/>
                  </a:lnTo>
                  <a:lnTo>
                    <a:pt x="284988" y="374904"/>
                  </a:lnTo>
                  <a:lnTo>
                    <a:pt x="288036" y="374904"/>
                  </a:lnTo>
                  <a:lnTo>
                    <a:pt x="288036" y="21336"/>
                  </a:lnTo>
                  <a:close/>
                </a:path>
                <a:path w="335279" h="375285">
                  <a:moveTo>
                    <a:pt x="292608" y="50292"/>
                  </a:moveTo>
                  <a:lnTo>
                    <a:pt x="289560" y="50292"/>
                  </a:lnTo>
                  <a:lnTo>
                    <a:pt x="289560" y="374904"/>
                  </a:lnTo>
                  <a:lnTo>
                    <a:pt x="292608" y="374904"/>
                  </a:lnTo>
                  <a:lnTo>
                    <a:pt x="292608" y="50292"/>
                  </a:lnTo>
                  <a:close/>
                </a:path>
                <a:path w="335279" h="375285">
                  <a:moveTo>
                    <a:pt x="297180" y="42684"/>
                  </a:moveTo>
                  <a:lnTo>
                    <a:pt x="295656" y="42684"/>
                  </a:lnTo>
                  <a:lnTo>
                    <a:pt x="295656" y="374904"/>
                  </a:lnTo>
                  <a:lnTo>
                    <a:pt x="297180" y="374904"/>
                  </a:lnTo>
                  <a:lnTo>
                    <a:pt x="297180" y="42684"/>
                  </a:lnTo>
                  <a:close/>
                </a:path>
                <a:path w="335279" h="375285">
                  <a:moveTo>
                    <a:pt x="301752" y="80784"/>
                  </a:moveTo>
                  <a:lnTo>
                    <a:pt x="300228" y="80784"/>
                  </a:lnTo>
                  <a:lnTo>
                    <a:pt x="300228" y="374904"/>
                  </a:lnTo>
                  <a:lnTo>
                    <a:pt x="301752" y="374904"/>
                  </a:lnTo>
                  <a:lnTo>
                    <a:pt x="301752" y="80784"/>
                  </a:lnTo>
                  <a:close/>
                </a:path>
                <a:path w="335279" h="375285">
                  <a:moveTo>
                    <a:pt x="306324" y="13716"/>
                  </a:moveTo>
                  <a:lnTo>
                    <a:pt x="304800" y="13716"/>
                  </a:lnTo>
                  <a:lnTo>
                    <a:pt x="304800" y="374904"/>
                  </a:lnTo>
                  <a:lnTo>
                    <a:pt x="306324" y="374904"/>
                  </a:lnTo>
                  <a:lnTo>
                    <a:pt x="306324" y="13716"/>
                  </a:lnTo>
                  <a:close/>
                </a:path>
                <a:path w="335279" h="375285">
                  <a:moveTo>
                    <a:pt x="310896" y="74676"/>
                  </a:moveTo>
                  <a:lnTo>
                    <a:pt x="309372" y="74676"/>
                  </a:lnTo>
                  <a:lnTo>
                    <a:pt x="309372" y="374904"/>
                  </a:lnTo>
                  <a:lnTo>
                    <a:pt x="310896" y="374904"/>
                  </a:lnTo>
                  <a:lnTo>
                    <a:pt x="310896" y="74676"/>
                  </a:lnTo>
                  <a:close/>
                </a:path>
                <a:path w="335279" h="375285">
                  <a:moveTo>
                    <a:pt x="315468" y="71628"/>
                  </a:moveTo>
                  <a:lnTo>
                    <a:pt x="313944" y="71628"/>
                  </a:lnTo>
                  <a:lnTo>
                    <a:pt x="313944" y="374904"/>
                  </a:lnTo>
                  <a:lnTo>
                    <a:pt x="315468" y="374904"/>
                  </a:lnTo>
                  <a:lnTo>
                    <a:pt x="315468" y="71628"/>
                  </a:lnTo>
                  <a:close/>
                </a:path>
                <a:path w="335279" h="375285">
                  <a:moveTo>
                    <a:pt x="320040" y="83820"/>
                  </a:moveTo>
                  <a:lnTo>
                    <a:pt x="318516" y="83820"/>
                  </a:lnTo>
                  <a:lnTo>
                    <a:pt x="318516" y="374904"/>
                  </a:lnTo>
                  <a:lnTo>
                    <a:pt x="320040" y="374904"/>
                  </a:lnTo>
                  <a:lnTo>
                    <a:pt x="320040" y="83820"/>
                  </a:lnTo>
                  <a:close/>
                </a:path>
                <a:path w="335279" h="375285">
                  <a:moveTo>
                    <a:pt x="324612" y="173736"/>
                  </a:moveTo>
                  <a:lnTo>
                    <a:pt x="323088" y="173736"/>
                  </a:lnTo>
                  <a:lnTo>
                    <a:pt x="323088" y="374904"/>
                  </a:lnTo>
                  <a:lnTo>
                    <a:pt x="324612" y="374904"/>
                  </a:lnTo>
                  <a:lnTo>
                    <a:pt x="324612" y="173736"/>
                  </a:lnTo>
                  <a:close/>
                </a:path>
                <a:path w="335279" h="375285">
                  <a:moveTo>
                    <a:pt x="330708" y="91440"/>
                  </a:moveTo>
                  <a:lnTo>
                    <a:pt x="327660" y="91440"/>
                  </a:lnTo>
                  <a:lnTo>
                    <a:pt x="327660" y="374904"/>
                  </a:lnTo>
                  <a:lnTo>
                    <a:pt x="330708" y="374904"/>
                  </a:lnTo>
                  <a:lnTo>
                    <a:pt x="330708" y="91440"/>
                  </a:lnTo>
                  <a:close/>
                </a:path>
                <a:path w="335279" h="375285">
                  <a:moveTo>
                    <a:pt x="335280" y="260604"/>
                  </a:moveTo>
                  <a:lnTo>
                    <a:pt x="332232" y="260604"/>
                  </a:lnTo>
                  <a:lnTo>
                    <a:pt x="332232" y="374904"/>
                  </a:lnTo>
                  <a:lnTo>
                    <a:pt x="335280" y="374904"/>
                  </a:lnTo>
                  <a:lnTo>
                    <a:pt x="335280" y="260604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517136" y="3488435"/>
              <a:ext cx="335280" cy="375285"/>
            </a:xfrm>
            <a:custGeom>
              <a:avLst/>
              <a:gdLst/>
              <a:ahLst/>
              <a:cxnLst/>
              <a:rect l="l" t="t" r="r" b="b"/>
              <a:pathLst>
                <a:path w="335279" h="375285">
                  <a:moveTo>
                    <a:pt x="3048" y="260604"/>
                  </a:moveTo>
                  <a:lnTo>
                    <a:pt x="0" y="260604"/>
                  </a:lnTo>
                  <a:lnTo>
                    <a:pt x="0" y="374904"/>
                  </a:lnTo>
                  <a:lnTo>
                    <a:pt x="3048" y="374904"/>
                  </a:lnTo>
                  <a:lnTo>
                    <a:pt x="3048" y="260604"/>
                  </a:lnTo>
                  <a:close/>
                </a:path>
                <a:path w="335279" h="375285">
                  <a:moveTo>
                    <a:pt x="7620" y="111252"/>
                  </a:moveTo>
                  <a:lnTo>
                    <a:pt x="6096" y="111252"/>
                  </a:lnTo>
                  <a:lnTo>
                    <a:pt x="6096" y="374904"/>
                  </a:lnTo>
                  <a:lnTo>
                    <a:pt x="7620" y="374904"/>
                  </a:lnTo>
                  <a:lnTo>
                    <a:pt x="7620" y="111252"/>
                  </a:lnTo>
                  <a:close/>
                </a:path>
                <a:path w="335279" h="375285">
                  <a:moveTo>
                    <a:pt x="12192" y="45720"/>
                  </a:moveTo>
                  <a:lnTo>
                    <a:pt x="10668" y="45720"/>
                  </a:lnTo>
                  <a:lnTo>
                    <a:pt x="10668" y="374904"/>
                  </a:lnTo>
                  <a:lnTo>
                    <a:pt x="12192" y="374904"/>
                  </a:lnTo>
                  <a:lnTo>
                    <a:pt x="12192" y="45720"/>
                  </a:lnTo>
                  <a:close/>
                </a:path>
                <a:path w="335279" h="375285">
                  <a:moveTo>
                    <a:pt x="16764" y="65532"/>
                  </a:moveTo>
                  <a:lnTo>
                    <a:pt x="15240" y="65532"/>
                  </a:lnTo>
                  <a:lnTo>
                    <a:pt x="15240" y="374904"/>
                  </a:lnTo>
                  <a:lnTo>
                    <a:pt x="16764" y="374904"/>
                  </a:lnTo>
                  <a:lnTo>
                    <a:pt x="16764" y="65532"/>
                  </a:lnTo>
                  <a:close/>
                </a:path>
                <a:path w="335279" h="375285">
                  <a:moveTo>
                    <a:pt x="21336" y="38100"/>
                  </a:moveTo>
                  <a:lnTo>
                    <a:pt x="19812" y="38100"/>
                  </a:lnTo>
                  <a:lnTo>
                    <a:pt x="19812" y="374904"/>
                  </a:lnTo>
                  <a:lnTo>
                    <a:pt x="21336" y="374904"/>
                  </a:lnTo>
                  <a:lnTo>
                    <a:pt x="21336" y="38100"/>
                  </a:lnTo>
                  <a:close/>
                </a:path>
                <a:path w="335279" h="375285">
                  <a:moveTo>
                    <a:pt x="25908" y="25908"/>
                  </a:moveTo>
                  <a:lnTo>
                    <a:pt x="24384" y="25908"/>
                  </a:lnTo>
                  <a:lnTo>
                    <a:pt x="24384" y="374904"/>
                  </a:lnTo>
                  <a:lnTo>
                    <a:pt x="25908" y="374904"/>
                  </a:lnTo>
                  <a:lnTo>
                    <a:pt x="25908" y="25908"/>
                  </a:lnTo>
                  <a:close/>
                </a:path>
                <a:path w="335279" h="375285">
                  <a:moveTo>
                    <a:pt x="30480" y="260604"/>
                  </a:moveTo>
                  <a:lnTo>
                    <a:pt x="28956" y="260604"/>
                  </a:lnTo>
                  <a:lnTo>
                    <a:pt x="28956" y="374904"/>
                  </a:lnTo>
                  <a:lnTo>
                    <a:pt x="30480" y="374904"/>
                  </a:lnTo>
                  <a:lnTo>
                    <a:pt x="30480" y="260604"/>
                  </a:lnTo>
                  <a:close/>
                </a:path>
                <a:path w="335279" h="375285">
                  <a:moveTo>
                    <a:pt x="36576" y="28956"/>
                  </a:moveTo>
                  <a:lnTo>
                    <a:pt x="33528" y="28956"/>
                  </a:lnTo>
                  <a:lnTo>
                    <a:pt x="33528" y="374904"/>
                  </a:lnTo>
                  <a:lnTo>
                    <a:pt x="36576" y="374904"/>
                  </a:lnTo>
                  <a:lnTo>
                    <a:pt x="36576" y="28956"/>
                  </a:lnTo>
                  <a:close/>
                </a:path>
                <a:path w="335279" h="375285">
                  <a:moveTo>
                    <a:pt x="41148" y="89916"/>
                  </a:moveTo>
                  <a:lnTo>
                    <a:pt x="38100" y="89916"/>
                  </a:lnTo>
                  <a:lnTo>
                    <a:pt x="38100" y="374904"/>
                  </a:lnTo>
                  <a:lnTo>
                    <a:pt x="41148" y="374904"/>
                  </a:lnTo>
                  <a:lnTo>
                    <a:pt x="41148" y="89916"/>
                  </a:lnTo>
                  <a:close/>
                </a:path>
                <a:path w="335279" h="375285">
                  <a:moveTo>
                    <a:pt x="45720" y="25908"/>
                  </a:moveTo>
                  <a:lnTo>
                    <a:pt x="42672" y="25908"/>
                  </a:lnTo>
                  <a:lnTo>
                    <a:pt x="42672" y="374904"/>
                  </a:lnTo>
                  <a:lnTo>
                    <a:pt x="45720" y="374904"/>
                  </a:lnTo>
                  <a:lnTo>
                    <a:pt x="45720" y="25908"/>
                  </a:lnTo>
                  <a:close/>
                </a:path>
                <a:path w="335279" h="375285">
                  <a:moveTo>
                    <a:pt x="50292" y="38100"/>
                  </a:moveTo>
                  <a:lnTo>
                    <a:pt x="48768" y="38100"/>
                  </a:lnTo>
                  <a:lnTo>
                    <a:pt x="48768" y="374904"/>
                  </a:lnTo>
                  <a:lnTo>
                    <a:pt x="50292" y="374904"/>
                  </a:lnTo>
                  <a:lnTo>
                    <a:pt x="50292" y="38100"/>
                  </a:lnTo>
                  <a:close/>
                </a:path>
                <a:path w="335279" h="375285">
                  <a:moveTo>
                    <a:pt x="54864" y="45720"/>
                  </a:moveTo>
                  <a:lnTo>
                    <a:pt x="53340" y="45720"/>
                  </a:lnTo>
                  <a:lnTo>
                    <a:pt x="53340" y="374904"/>
                  </a:lnTo>
                  <a:lnTo>
                    <a:pt x="54864" y="374904"/>
                  </a:lnTo>
                  <a:lnTo>
                    <a:pt x="54864" y="45720"/>
                  </a:lnTo>
                  <a:close/>
                </a:path>
                <a:path w="335279" h="375285">
                  <a:moveTo>
                    <a:pt x="59436" y="60972"/>
                  </a:moveTo>
                  <a:lnTo>
                    <a:pt x="57912" y="60972"/>
                  </a:lnTo>
                  <a:lnTo>
                    <a:pt x="57912" y="374904"/>
                  </a:lnTo>
                  <a:lnTo>
                    <a:pt x="59436" y="374904"/>
                  </a:lnTo>
                  <a:lnTo>
                    <a:pt x="59436" y="60972"/>
                  </a:lnTo>
                  <a:close/>
                </a:path>
                <a:path w="335279" h="375285">
                  <a:moveTo>
                    <a:pt x="64008" y="33528"/>
                  </a:moveTo>
                  <a:lnTo>
                    <a:pt x="62484" y="33528"/>
                  </a:lnTo>
                  <a:lnTo>
                    <a:pt x="62484" y="374904"/>
                  </a:lnTo>
                  <a:lnTo>
                    <a:pt x="64008" y="374904"/>
                  </a:lnTo>
                  <a:lnTo>
                    <a:pt x="64008" y="33528"/>
                  </a:lnTo>
                  <a:close/>
                </a:path>
                <a:path w="335279" h="375285">
                  <a:moveTo>
                    <a:pt x="68580" y="45720"/>
                  </a:moveTo>
                  <a:lnTo>
                    <a:pt x="67056" y="45720"/>
                  </a:lnTo>
                  <a:lnTo>
                    <a:pt x="67056" y="374904"/>
                  </a:lnTo>
                  <a:lnTo>
                    <a:pt x="68580" y="374904"/>
                  </a:lnTo>
                  <a:lnTo>
                    <a:pt x="68580" y="45720"/>
                  </a:lnTo>
                  <a:close/>
                </a:path>
                <a:path w="335279" h="375285">
                  <a:moveTo>
                    <a:pt x="73152" y="45720"/>
                  </a:moveTo>
                  <a:lnTo>
                    <a:pt x="71628" y="45720"/>
                  </a:lnTo>
                  <a:lnTo>
                    <a:pt x="71628" y="374904"/>
                  </a:lnTo>
                  <a:lnTo>
                    <a:pt x="73152" y="374904"/>
                  </a:lnTo>
                  <a:lnTo>
                    <a:pt x="73152" y="45720"/>
                  </a:lnTo>
                  <a:close/>
                </a:path>
                <a:path w="335279" h="375285">
                  <a:moveTo>
                    <a:pt x="79248" y="50292"/>
                  </a:moveTo>
                  <a:lnTo>
                    <a:pt x="76200" y="50292"/>
                  </a:lnTo>
                  <a:lnTo>
                    <a:pt x="76200" y="374904"/>
                  </a:lnTo>
                  <a:lnTo>
                    <a:pt x="79248" y="374904"/>
                  </a:lnTo>
                  <a:lnTo>
                    <a:pt x="79248" y="50292"/>
                  </a:lnTo>
                  <a:close/>
                </a:path>
                <a:path w="335279" h="375285">
                  <a:moveTo>
                    <a:pt x="83820" y="32004"/>
                  </a:moveTo>
                  <a:lnTo>
                    <a:pt x="80772" y="32004"/>
                  </a:lnTo>
                  <a:lnTo>
                    <a:pt x="80772" y="374904"/>
                  </a:lnTo>
                  <a:lnTo>
                    <a:pt x="83820" y="374904"/>
                  </a:lnTo>
                  <a:lnTo>
                    <a:pt x="83820" y="32004"/>
                  </a:lnTo>
                  <a:close/>
                </a:path>
                <a:path w="335279" h="375285">
                  <a:moveTo>
                    <a:pt x="88392" y="45720"/>
                  </a:moveTo>
                  <a:lnTo>
                    <a:pt x="86868" y="45720"/>
                  </a:lnTo>
                  <a:lnTo>
                    <a:pt x="86868" y="374904"/>
                  </a:lnTo>
                  <a:lnTo>
                    <a:pt x="88392" y="374904"/>
                  </a:lnTo>
                  <a:lnTo>
                    <a:pt x="88392" y="45720"/>
                  </a:lnTo>
                  <a:close/>
                </a:path>
                <a:path w="335279" h="375285">
                  <a:moveTo>
                    <a:pt x="92964" y="135636"/>
                  </a:moveTo>
                  <a:lnTo>
                    <a:pt x="91440" y="135636"/>
                  </a:lnTo>
                  <a:lnTo>
                    <a:pt x="91440" y="374904"/>
                  </a:lnTo>
                  <a:lnTo>
                    <a:pt x="92964" y="374904"/>
                  </a:lnTo>
                  <a:lnTo>
                    <a:pt x="92964" y="135636"/>
                  </a:lnTo>
                  <a:close/>
                </a:path>
                <a:path w="335279" h="375285">
                  <a:moveTo>
                    <a:pt x="97536" y="45720"/>
                  </a:moveTo>
                  <a:lnTo>
                    <a:pt x="96012" y="45720"/>
                  </a:lnTo>
                  <a:lnTo>
                    <a:pt x="96012" y="374904"/>
                  </a:lnTo>
                  <a:lnTo>
                    <a:pt x="97536" y="374904"/>
                  </a:lnTo>
                  <a:lnTo>
                    <a:pt x="97536" y="45720"/>
                  </a:lnTo>
                  <a:close/>
                </a:path>
                <a:path w="335279" h="375285">
                  <a:moveTo>
                    <a:pt x="102108" y="70104"/>
                  </a:moveTo>
                  <a:lnTo>
                    <a:pt x="100584" y="70104"/>
                  </a:lnTo>
                  <a:lnTo>
                    <a:pt x="100584" y="374904"/>
                  </a:lnTo>
                  <a:lnTo>
                    <a:pt x="102108" y="374904"/>
                  </a:lnTo>
                  <a:lnTo>
                    <a:pt x="102108" y="70104"/>
                  </a:lnTo>
                  <a:close/>
                </a:path>
                <a:path w="335279" h="375285">
                  <a:moveTo>
                    <a:pt x="106680" y="38100"/>
                  </a:moveTo>
                  <a:lnTo>
                    <a:pt x="105156" y="38100"/>
                  </a:lnTo>
                  <a:lnTo>
                    <a:pt x="105156" y="374904"/>
                  </a:lnTo>
                  <a:lnTo>
                    <a:pt x="106680" y="374904"/>
                  </a:lnTo>
                  <a:lnTo>
                    <a:pt x="106680" y="38100"/>
                  </a:lnTo>
                  <a:close/>
                </a:path>
                <a:path w="335279" h="375285">
                  <a:moveTo>
                    <a:pt x="111252" y="50292"/>
                  </a:moveTo>
                  <a:lnTo>
                    <a:pt x="109728" y="50292"/>
                  </a:lnTo>
                  <a:lnTo>
                    <a:pt x="109728" y="374904"/>
                  </a:lnTo>
                  <a:lnTo>
                    <a:pt x="111252" y="374904"/>
                  </a:lnTo>
                  <a:lnTo>
                    <a:pt x="111252" y="50292"/>
                  </a:lnTo>
                  <a:close/>
                </a:path>
                <a:path w="335279" h="375285">
                  <a:moveTo>
                    <a:pt x="115824" y="54864"/>
                  </a:moveTo>
                  <a:lnTo>
                    <a:pt x="114300" y="54864"/>
                  </a:lnTo>
                  <a:lnTo>
                    <a:pt x="114300" y="374904"/>
                  </a:lnTo>
                  <a:lnTo>
                    <a:pt x="115824" y="374904"/>
                  </a:lnTo>
                  <a:lnTo>
                    <a:pt x="115824" y="54864"/>
                  </a:lnTo>
                  <a:close/>
                </a:path>
                <a:path w="335279" h="375285">
                  <a:moveTo>
                    <a:pt x="121920" y="53340"/>
                  </a:moveTo>
                  <a:lnTo>
                    <a:pt x="118872" y="53340"/>
                  </a:lnTo>
                  <a:lnTo>
                    <a:pt x="118872" y="374904"/>
                  </a:lnTo>
                  <a:lnTo>
                    <a:pt x="121920" y="374904"/>
                  </a:lnTo>
                  <a:lnTo>
                    <a:pt x="121920" y="53340"/>
                  </a:lnTo>
                  <a:close/>
                </a:path>
                <a:path w="335279" h="375285">
                  <a:moveTo>
                    <a:pt x="126492" y="33528"/>
                  </a:moveTo>
                  <a:lnTo>
                    <a:pt x="123444" y="33528"/>
                  </a:lnTo>
                  <a:lnTo>
                    <a:pt x="123444" y="374904"/>
                  </a:lnTo>
                  <a:lnTo>
                    <a:pt x="126492" y="374904"/>
                  </a:lnTo>
                  <a:lnTo>
                    <a:pt x="126492" y="33528"/>
                  </a:lnTo>
                  <a:close/>
                </a:path>
                <a:path w="335279" h="375285">
                  <a:moveTo>
                    <a:pt x="131064" y="33528"/>
                  </a:moveTo>
                  <a:lnTo>
                    <a:pt x="129540" y="33528"/>
                  </a:lnTo>
                  <a:lnTo>
                    <a:pt x="129540" y="374904"/>
                  </a:lnTo>
                  <a:lnTo>
                    <a:pt x="131064" y="374904"/>
                  </a:lnTo>
                  <a:lnTo>
                    <a:pt x="131064" y="33528"/>
                  </a:lnTo>
                  <a:close/>
                </a:path>
                <a:path w="335279" h="375285">
                  <a:moveTo>
                    <a:pt x="135636" y="56388"/>
                  </a:moveTo>
                  <a:lnTo>
                    <a:pt x="134112" y="56388"/>
                  </a:lnTo>
                  <a:lnTo>
                    <a:pt x="134112" y="374904"/>
                  </a:lnTo>
                  <a:lnTo>
                    <a:pt x="135636" y="374904"/>
                  </a:lnTo>
                  <a:lnTo>
                    <a:pt x="135636" y="56388"/>
                  </a:lnTo>
                  <a:close/>
                </a:path>
                <a:path w="335279" h="375285">
                  <a:moveTo>
                    <a:pt x="140208" y="42684"/>
                  </a:moveTo>
                  <a:lnTo>
                    <a:pt x="138684" y="42684"/>
                  </a:lnTo>
                  <a:lnTo>
                    <a:pt x="138684" y="374904"/>
                  </a:lnTo>
                  <a:lnTo>
                    <a:pt x="140208" y="374904"/>
                  </a:lnTo>
                  <a:lnTo>
                    <a:pt x="140208" y="42684"/>
                  </a:lnTo>
                  <a:close/>
                </a:path>
                <a:path w="335279" h="375285">
                  <a:moveTo>
                    <a:pt x="144780" y="86868"/>
                  </a:moveTo>
                  <a:lnTo>
                    <a:pt x="143256" y="86868"/>
                  </a:lnTo>
                  <a:lnTo>
                    <a:pt x="143256" y="374904"/>
                  </a:lnTo>
                  <a:lnTo>
                    <a:pt x="144780" y="374904"/>
                  </a:lnTo>
                  <a:lnTo>
                    <a:pt x="144780" y="86868"/>
                  </a:lnTo>
                  <a:close/>
                </a:path>
                <a:path w="335279" h="375285">
                  <a:moveTo>
                    <a:pt x="149352" y="60972"/>
                  </a:moveTo>
                  <a:lnTo>
                    <a:pt x="147828" y="60972"/>
                  </a:lnTo>
                  <a:lnTo>
                    <a:pt x="147828" y="374904"/>
                  </a:lnTo>
                  <a:lnTo>
                    <a:pt x="149352" y="374904"/>
                  </a:lnTo>
                  <a:lnTo>
                    <a:pt x="149352" y="60972"/>
                  </a:lnTo>
                  <a:close/>
                </a:path>
                <a:path w="335279" h="375285">
                  <a:moveTo>
                    <a:pt x="153924" y="85344"/>
                  </a:moveTo>
                  <a:lnTo>
                    <a:pt x="152400" y="85344"/>
                  </a:lnTo>
                  <a:lnTo>
                    <a:pt x="152400" y="374904"/>
                  </a:lnTo>
                  <a:lnTo>
                    <a:pt x="153924" y="374904"/>
                  </a:lnTo>
                  <a:lnTo>
                    <a:pt x="153924" y="85344"/>
                  </a:lnTo>
                  <a:close/>
                </a:path>
                <a:path w="335279" h="375285">
                  <a:moveTo>
                    <a:pt x="160020" y="19812"/>
                  </a:moveTo>
                  <a:lnTo>
                    <a:pt x="156972" y="19812"/>
                  </a:lnTo>
                  <a:lnTo>
                    <a:pt x="156972" y="374904"/>
                  </a:lnTo>
                  <a:lnTo>
                    <a:pt x="160020" y="374904"/>
                  </a:lnTo>
                  <a:lnTo>
                    <a:pt x="160020" y="19812"/>
                  </a:lnTo>
                  <a:close/>
                </a:path>
                <a:path w="335279" h="375285">
                  <a:moveTo>
                    <a:pt x="164592" y="0"/>
                  </a:moveTo>
                  <a:lnTo>
                    <a:pt x="161544" y="0"/>
                  </a:lnTo>
                  <a:lnTo>
                    <a:pt x="161544" y="374904"/>
                  </a:lnTo>
                  <a:lnTo>
                    <a:pt x="164592" y="374904"/>
                  </a:lnTo>
                  <a:lnTo>
                    <a:pt x="164592" y="0"/>
                  </a:lnTo>
                  <a:close/>
                </a:path>
                <a:path w="335279" h="375285">
                  <a:moveTo>
                    <a:pt x="169164" y="13716"/>
                  </a:moveTo>
                  <a:lnTo>
                    <a:pt x="166116" y="13716"/>
                  </a:lnTo>
                  <a:lnTo>
                    <a:pt x="166116" y="374904"/>
                  </a:lnTo>
                  <a:lnTo>
                    <a:pt x="169164" y="374904"/>
                  </a:lnTo>
                  <a:lnTo>
                    <a:pt x="169164" y="13716"/>
                  </a:lnTo>
                  <a:close/>
                </a:path>
                <a:path w="335279" h="375285">
                  <a:moveTo>
                    <a:pt x="173736" y="45720"/>
                  </a:moveTo>
                  <a:lnTo>
                    <a:pt x="172212" y="45720"/>
                  </a:lnTo>
                  <a:lnTo>
                    <a:pt x="172212" y="374904"/>
                  </a:lnTo>
                  <a:lnTo>
                    <a:pt x="173736" y="374904"/>
                  </a:lnTo>
                  <a:lnTo>
                    <a:pt x="173736" y="45720"/>
                  </a:lnTo>
                  <a:close/>
                </a:path>
                <a:path w="335279" h="375285">
                  <a:moveTo>
                    <a:pt x="178308" y="42684"/>
                  </a:moveTo>
                  <a:lnTo>
                    <a:pt x="176784" y="42684"/>
                  </a:lnTo>
                  <a:lnTo>
                    <a:pt x="176784" y="374904"/>
                  </a:lnTo>
                  <a:lnTo>
                    <a:pt x="178308" y="374904"/>
                  </a:lnTo>
                  <a:lnTo>
                    <a:pt x="178308" y="42684"/>
                  </a:lnTo>
                  <a:close/>
                </a:path>
                <a:path w="335279" h="375285">
                  <a:moveTo>
                    <a:pt x="182880" y="67056"/>
                  </a:moveTo>
                  <a:lnTo>
                    <a:pt x="181356" y="67056"/>
                  </a:lnTo>
                  <a:lnTo>
                    <a:pt x="181356" y="374904"/>
                  </a:lnTo>
                  <a:lnTo>
                    <a:pt x="182880" y="374904"/>
                  </a:lnTo>
                  <a:lnTo>
                    <a:pt x="182880" y="67056"/>
                  </a:lnTo>
                  <a:close/>
                </a:path>
                <a:path w="335279" h="375285">
                  <a:moveTo>
                    <a:pt x="187452" y="41160"/>
                  </a:moveTo>
                  <a:lnTo>
                    <a:pt x="185928" y="41160"/>
                  </a:lnTo>
                  <a:lnTo>
                    <a:pt x="185928" y="374904"/>
                  </a:lnTo>
                  <a:lnTo>
                    <a:pt x="187452" y="374904"/>
                  </a:lnTo>
                  <a:lnTo>
                    <a:pt x="187452" y="41160"/>
                  </a:lnTo>
                  <a:close/>
                </a:path>
                <a:path w="335279" h="375285">
                  <a:moveTo>
                    <a:pt x="192024" y="21336"/>
                  </a:moveTo>
                  <a:lnTo>
                    <a:pt x="190500" y="21336"/>
                  </a:lnTo>
                  <a:lnTo>
                    <a:pt x="190500" y="374904"/>
                  </a:lnTo>
                  <a:lnTo>
                    <a:pt x="192024" y="374904"/>
                  </a:lnTo>
                  <a:lnTo>
                    <a:pt x="192024" y="21336"/>
                  </a:lnTo>
                  <a:close/>
                </a:path>
                <a:path w="335279" h="375285">
                  <a:moveTo>
                    <a:pt x="196596" y="28956"/>
                  </a:moveTo>
                  <a:lnTo>
                    <a:pt x="195072" y="28956"/>
                  </a:lnTo>
                  <a:lnTo>
                    <a:pt x="195072" y="374904"/>
                  </a:lnTo>
                  <a:lnTo>
                    <a:pt x="196596" y="374904"/>
                  </a:lnTo>
                  <a:lnTo>
                    <a:pt x="196596" y="28956"/>
                  </a:lnTo>
                  <a:close/>
                </a:path>
                <a:path w="335279" h="375285">
                  <a:moveTo>
                    <a:pt x="202692" y="25908"/>
                  </a:moveTo>
                  <a:lnTo>
                    <a:pt x="199644" y="25908"/>
                  </a:lnTo>
                  <a:lnTo>
                    <a:pt x="199644" y="374904"/>
                  </a:lnTo>
                  <a:lnTo>
                    <a:pt x="202692" y="374904"/>
                  </a:lnTo>
                  <a:lnTo>
                    <a:pt x="202692" y="25908"/>
                  </a:lnTo>
                  <a:close/>
                </a:path>
                <a:path w="335279" h="375285">
                  <a:moveTo>
                    <a:pt x="207264" y="260604"/>
                  </a:moveTo>
                  <a:lnTo>
                    <a:pt x="204216" y="260604"/>
                  </a:lnTo>
                  <a:lnTo>
                    <a:pt x="204216" y="374904"/>
                  </a:lnTo>
                  <a:lnTo>
                    <a:pt x="207264" y="374904"/>
                  </a:lnTo>
                  <a:lnTo>
                    <a:pt x="207264" y="260604"/>
                  </a:lnTo>
                  <a:close/>
                </a:path>
                <a:path w="335279" h="375285">
                  <a:moveTo>
                    <a:pt x="211836" y="50292"/>
                  </a:moveTo>
                  <a:lnTo>
                    <a:pt x="210312" y="50292"/>
                  </a:lnTo>
                  <a:lnTo>
                    <a:pt x="210312" y="374904"/>
                  </a:lnTo>
                  <a:lnTo>
                    <a:pt x="211836" y="374904"/>
                  </a:lnTo>
                  <a:lnTo>
                    <a:pt x="211836" y="50292"/>
                  </a:lnTo>
                  <a:close/>
                </a:path>
                <a:path w="335279" h="375285">
                  <a:moveTo>
                    <a:pt x="216408" y="25908"/>
                  </a:moveTo>
                  <a:lnTo>
                    <a:pt x="214884" y="25908"/>
                  </a:lnTo>
                  <a:lnTo>
                    <a:pt x="214884" y="374904"/>
                  </a:lnTo>
                  <a:lnTo>
                    <a:pt x="216408" y="374904"/>
                  </a:lnTo>
                  <a:lnTo>
                    <a:pt x="216408" y="25908"/>
                  </a:lnTo>
                  <a:close/>
                </a:path>
                <a:path w="335279" h="375285">
                  <a:moveTo>
                    <a:pt x="220980" y="42684"/>
                  </a:moveTo>
                  <a:lnTo>
                    <a:pt x="219456" y="42684"/>
                  </a:lnTo>
                  <a:lnTo>
                    <a:pt x="219456" y="374904"/>
                  </a:lnTo>
                  <a:lnTo>
                    <a:pt x="220980" y="374904"/>
                  </a:lnTo>
                  <a:lnTo>
                    <a:pt x="220980" y="42684"/>
                  </a:lnTo>
                  <a:close/>
                </a:path>
                <a:path w="335279" h="375285">
                  <a:moveTo>
                    <a:pt x="225552" y="7620"/>
                  </a:moveTo>
                  <a:lnTo>
                    <a:pt x="224028" y="7620"/>
                  </a:lnTo>
                  <a:lnTo>
                    <a:pt x="224028" y="374904"/>
                  </a:lnTo>
                  <a:lnTo>
                    <a:pt x="225552" y="374904"/>
                  </a:lnTo>
                  <a:lnTo>
                    <a:pt x="225552" y="7620"/>
                  </a:lnTo>
                  <a:close/>
                </a:path>
                <a:path w="335279" h="375285">
                  <a:moveTo>
                    <a:pt x="230124" y="21336"/>
                  </a:moveTo>
                  <a:lnTo>
                    <a:pt x="228600" y="21336"/>
                  </a:lnTo>
                  <a:lnTo>
                    <a:pt x="228600" y="374904"/>
                  </a:lnTo>
                  <a:lnTo>
                    <a:pt x="230124" y="374904"/>
                  </a:lnTo>
                  <a:lnTo>
                    <a:pt x="230124" y="21336"/>
                  </a:lnTo>
                  <a:close/>
                </a:path>
                <a:path w="335279" h="375285">
                  <a:moveTo>
                    <a:pt x="234696" y="13716"/>
                  </a:moveTo>
                  <a:lnTo>
                    <a:pt x="233172" y="13716"/>
                  </a:lnTo>
                  <a:lnTo>
                    <a:pt x="233172" y="374904"/>
                  </a:lnTo>
                  <a:lnTo>
                    <a:pt x="234696" y="374904"/>
                  </a:lnTo>
                  <a:lnTo>
                    <a:pt x="234696" y="13716"/>
                  </a:lnTo>
                  <a:close/>
                </a:path>
                <a:path w="335279" h="375285">
                  <a:moveTo>
                    <a:pt x="239268" y="18288"/>
                  </a:moveTo>
                  <a:lnTo>
                    <a:pt x="237744" y="18288"/>
                  </a:lnTo>
                  <a:lnTo>
                    <a:pt x="237744" y="374904"/>
                  </a:lnTo>
                  <a:lnTo>
                    <a:pt x="239268" y="374904"/>
                  </a:lnTo>
                  <a:lnTo>
                    <a:pt x="239268" y="18288"/>
                  </a:lnTo>
                  <a:close/>
                </a:path>
                <a:path w="335279" h="375285">
                  <a:moveTo>
                    <a:pt x="245364" y="25908"/>
                  </a:moveTo>
                  <a:lnTo>
                    <a:pt x="242316" y="25908"/>
                  </a:lnTo>
                  <a:lnTo>
                    <a:pt x="242316" y="374904"/>
                  </a:lnTo>
                  <a:lnTo>
                    <a:pt x="245364" y="374904"/>
                  </a:lnTo>
                  <a:lnTo>
                    <a:pt x="245364" y="25908"/>
                  </a:lnTo>
                  <a:close/>
                </a:path>
                <a:path w="335279" h="375285">
                  <a:moveTo>
                    <a:pt x="249936" y="45720"/>
                  </a:moveTo>
                  <a:lnTo>
                    <a:pt x="246888" y="45720"/>
                  </a:lnTo>
                  <a:lnTo>
                    <a:pt x="246888" y="374904"/>
                  </a:lnTo>
                  <a:lnTo>
                    <a:pt x="249936" y="374904"/>
                  </a:lnTo>
                  <a:lnTo>
                    <a:pt x="249936" y="45720"/>
                  </a:lnTo>
                  <a:close/>
                </a:path>
                <a:path w="335279" h="375285">
                  <a:moveTo>
                    <a:pt x="254508" y="42684"/>
                  </a:moveTo>
                  <a:lnTo>
                    <a:pt x="252984" y="42684"/>
                  </a:lnTo>
                  <a:lnTo>
                    <a:pt x="252984" y="374904"/>
                  </a:lnTo>
                  <a:lnTo>
                    <a:pt x="254508" y="374904"/>
                  </a:lnTo>
                  <a:lnTo>
                    <a:pt x="254508" y="42684"/>
                  </a:lnTo>
                  <a:close/>
                </a:path>
                <a:path w="335279" h="375285">
                  <a:moveTo>
                    <a:pt x="259080" y="54864"/>
                  </a:moveTo>
                  <a:lnTo>
                    <a:pt x="257556" y="54864"/>
                  </a:lnTo>
                  <a:lnTo>
                    <a:pt x="257556" y="374904"/>
                  </a:lnTo>
                  <a:lnTo>
                    <a:pt x="259080" y="374904"/>
                  </a:lnTo>
                  <a:lnTo>
                    <a:pt x="259080" y="54864"/>
                  </a:lnTo>
                  <a:close/>
                </a:path>
                <a:path w="335279" h="375285">
                  <a:moveTo>
                    <a:pt x="263652" y="21336"/>
                  </a:moveTo>
                  <a:lnTo>
                    <a:pt x="262128" y="21336"/>
                  </a:lnTo>
                  <a:lnTo>
                    <a:pt x="262128" y="374904"/>
                  </a:lnTo>
                  <a:lnTo>
                    <a:pt x="263652" y="374904"/>
                  </a:lnTo>
                  <a:lnTo>
                    <a:pt x="263652" y="21336"/>
                  </a:lnTo>
                  <a:close/>
                </a:path>
                <a:path w="335279" h="375285">
                  <a:moveTo>
                    <a:pt x="268224" y="42684"/>
                  </a:moveTo>
                  <a:lnTo>
                    <a:pt x="266700" y="42684"/>
                  </a:lnTo>
                  <a:lnTo>
                    <a:pt x="266700" y="374904"/>
                  </a:lnTo>
                  <a:lnTo>
                    <a:pt x="268224" y="374904"/>
                  </a:lnTo>
                  <a:lnTo>
                    <a:pt x="268224" y="42684"/>
                  </a:lnTo>
                  <a:close/>
                </a:path>
                <a:path w="335279" h="375285">
                  <a:moveTo>
                    <a:pt x="272796" y="67056"/>
                  </a:moveTo>
                  <a:lnTo>
                    <a:pt x="271272" y="67056"/>
                  </a:lnTo>
                  <a:lnTo>
                    <a:pt x="271272" y="374904"/>
                  </a:lnTo>
                  <a:lnTo>
                    <a:pt x="272796" y="374904"/>
                  </a:lnTo>
                  <a:lnTo>
                    <a:pt x="272796" y="67056"/>
                  </a:lnTo>
                  <a:close/>
                </a:path>
                <a:path w="335279" h="375285">
                  <a:moveTo>
                    <a:pt x="277368" y="38100"/>
                  </a:moveTo>
                  <a:lnTo>
                    <a:pt x="275844" y="38100"/>
                  </a:lnTo>
                  <a:lnTo>
                    <a:pt x="275844" y="374904"/>
                  </a:lnTo>
                  <a:lnTo>
                    <a:pt x="277368" y="374904"/>
                  </a:lnTo>
                  <a:lnTo>
                    <a:pt x="277368" y="38100"/>
                  </a:lnTo>
                  <a:close/>
                </a:path>
                <a:path w="335279" h="375285">
                  <a:moveTo>
                    <a:pt x="283464" y="27432"/>
                  </a:moveTo>
                  <a:lnTo>
                    <a:pt x="280416" y="27432"/>
                  </a:lnTo>
                  <a:lnTo>
                    <a:pt x="280416" y="374904"/>
                  </a:lnTo>
                  <a:lnTo>
                    <a:pt x="283464" y="374904"/>
                  </a:lnTo>
                  <a:lnTo>
                    <a:pt x="283464" y="27432"/>
                  </a:lnTo>
                  <a:close/>
                </a:path>
                <a:path w="335279" h="375285">
                  <a:moveTo>
                    <a:pt x="288036" y="21336"/>
                  </a:moveTo>
                  <a:lnTo>
                    <a:pt x="284988" y="21336"/>
                  </a:lnTo>
                  <a:lnTo>
                    <a:pt x="284988" y="374904"/>
                  </a:lnTo>
                  <a:lnTo>
                    <a:pt x="288036" y="374904"/>
                  </a:lnTo>
                  <a:lnTo>
                    <a:pt x="288036" y="21336"/>
                  </a:lnTo>
                  <a:close/>
                </a:path>
                <a:path w="335279" h="375285">
                  <a:moveTo>
                    <a:pt x="292608" y="42684"/>
                  </a:moveTo>
                  <a:lnTo>
                    <a:pt x="289560" y="42684"/>
                  </a:lnTo>
                  <a:lnTo>
                    <a:pt x="289560" y="374904"/>
                  </a:lnTo>
                  <a:lnTo>
                    <a:pt x="292608" y="374904"/>
                  </a:lnTo>
                  <a:lnTo>
                    <a:pt x="292608" y="42684"/>
                  </a:lnTo>
                  <a:close/>
                </a:path>
                <a:path w="335279" h="375285">
                  <a:moveTo>
                    <a:pt x="297180" y="18288"/>
                  </a:moveTo>
                  <a:lnTo>
                    <a:pt x="295656" y="18288"/>
                  </a:lnTo>
                  <a:lnTo>
                    <a:pt x="295656" y="374904"/>
                  </a:lnTo>
                  <a:lnTo>
                    <a:pt x="297180" y="374904"/>
                  </a:lnTo>
                  <a:lnTo>
                    <a:pt x="297180" y="18288"/>
                  </a:lnTo>
                  <a:close/>
                </a:path>
                <a:path w="335279" h="375285">
                  <a:moveTo>
                    <a:pt x="301752" y="3048"/>
                  </a:moveTo>
                  <a:lnTo>
                    <a:pt x="300228" y="3048"/>
                  </a:lnTo>
                  <a:lnTo>
                    <a:pt x="300228" y="374904"/>
                  </a:lnTo>
                  <a:lnTo>
                    <a:pt x="301752" y="374904"/>
                  </a:lnTo>
                  <a:lnTo>
                    <a:pt x="301752" y="3048"/>
                  </a:lnTo>
                  <a:close/>
                </a:path>
                <a:path w="335279" h="375285">
                  <a:moveTo>
                    <a:pt x="306324" y="42684"/>
                  </a:moveTo>
                  <a:lnTo>
                    <a:pt x="304800" y="42684"/>
                  </a:lnTo>
                  <a:lnTo>
                    <a:pt x="304800" y="374904"/>
                  </a:lnTo>
                  <a:lnTo>
                    <a:pt x="306324" y="374904"/>
                  </a:lnTo>
                  <a:lnTo>
                    <a:pt x="306324" y="42684"/>
                  </a:lnTo>
                  <a:close/>
                </a:path>
                <a:path w="335279" h="375285">
                  <a:moveTo>
                    <a:pt x="310896" y="54864"/>
                  </a:moveTo>
                  <a:lnTo>
                    <a:pt x="309372" y="54864"/>
                  </a:lnTo>
                  <a:lnTo>
                    <a:pt x="309372" y="374904"/>
                  </a:lnTo>
                  <a:lnTo>
                    <a:pt x="310896" y="374904"/>
                  </a:lnTo>
                  <a:lnTo>
                    <a:pt x="310896" y="54864"/>
                  </a:lnTo>
                  <a:close/>
                </a:path>
                <a:path w="335279" h="375285">
                  <a:moveTo>
                    <a:pt x="315468" y="10668"/>
                  </a:moveTo>
                  <a:lnTo>
                    <a:pt x="313944" y="10668"/>
                  </a:lnTo>
                  <a:lnTo>
                    <a:pt x="313944" y="374904"/>
                  </a:lnTo>
                  <a:lnTo>
                    <a:pt x="315468" y="374904"/>
                  </a:lnTo>
                  <a:lnTo>
                    <a:pt x="315468" y="10668"/>
                  </a:lnTo>
                  <a:close/>
                </a:path>
                <a:path w="335279" h="375285">
                  <a:moveTo>
                    <a:pt x="320040" y="25908"/>
                  </a:moveTo>
                  <a:lnTo>
                    <a:pt x="318516" y="25908"/>
                  </a:lnTo>
                  <a:lnTo>
                    <a:pt x="318516" y="374904"/>
                  </a:lnTo>
                  <a:lnTo>
                    <a:pt x="320040" y="374904"/>
                  </a:lnTo>
                  <a:lnTo>
                    <a:pt x="320040" y="25908"/>
                  </a:lnTo>
                  <a:close/>
                </a:path>
                <a:path w="335279" h="375285">
                  <a:moveTo>
                    <a:pt x="326136" y="28956"/>
                  </a:moveTo>
                  <a:lnTo>
                    <a:pt x="323088" y="28956"/>
                  </a:lnTo>
                  <a:lnTo>
                    <a:pt x="323088" y="374904"/>
                  </a:lnTo>
                  <a:lnTo>
                    <a:pt x="326136" y="374904"/>
                  </a:lnTo>
                  <a:lnTo>
                    <a:pt x="326136" y="28956"/>
                  </a:lnTo>
                  <a:close/>
                </a:path>
                <a:path w="335279" h="375285">
                  <a:moveTo>
                    <a:pt x="330708" y="13716"/>
                  </a:moveTo>
                  <a:lnTo>
                    <a:pt x="327660" y="13716"/>
                  </a:lnTo>
                  <a:lnTo>
                    <a:pt x="327660" y="374904"/>
                  </a:lnTo>
                  <a:lnTo>
                    <a:pt x="330708" y="374904"/>
                  </a:lnTo>
                  <a:lnTo>
                    <a:pt x="330708" y="13716"/>
                  </a:lnTo>
                  <a:close/>
                </a:path>
                <a:path w="335279" h="375285">
                  <a:moveTo>
                    <a:pt x="335280" y="57912"/>
                  </a:moveTo>
                  <a:lnTo>
                    <a:pt x="332232" y="57912"/>
                  </a:lnTo>
                  <a:lnTo>
                    <a:pt x="332232" y="374904"/>
                  </a:lnTo>
                  <a:lnTo>
                    <a:pt x="335280" y="374904"/>
                  </a:lnTo>
                  <a:lnTo>
                    <a:pt x="335280" y="57912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849368" y="3489959"/>
              <a:ext cx="335280" cy="373380"/>
            </a:xfrm>
            <a:custGeom>
              <a:avLst/>
              <a:gdLst/>
              <a:ahLst/>
              <a:cxnLst/>
              <a:rect l="l" t="t" r="r" b="b"/>
              <a:pathLst>
                <a:path w="335279" h="373379">
                  <a:moveTo>
                    <a:pt x="3048" y="56388"/>
                  </a:moveTo>
                  <a:lnTo>
                    <a:pt x="0" y="56388"/>
                  </a:lnTo>
                  <a:lnTo>
                    <a:pt x="0" y="373380"/>
                  </a:lnTo>
                  <a:lnTo>
                    <a:pt x="3048" y="373380"/>
                  </a:lnTo>
                  <a:lnTo>
                    <a:pt x="3048" y="56388"/>
                  </a:lnTo>
                  <a:close/>
                </a:path>
                <a:path w="335279" h="373379">
                  <a:moveTo>
                    <a:pt x="7620" y="32004"/>
                  </a:moveTo>
                  <a:lnTo>
                    <a:pt x="6096" y="32004"/>
                  </a:lnTo>
                  <a:lnTo>
                    <a:pt x="6096" y="373380"/>
                  </a:lnTo>
                  <a:lnTo>
                    <a:pt x="7620" y="373380"/>
                  </a:lnTo>
                  <a:lnTo>
                    <a:pt x="7620" y="32004"/>
                  </a:lnTo>
                  <a:close/>
                </a:path>
                <a:path w="335279" h="373379">
                  <a:moveTo>
                    <a:pt x="12192" y="44196"/>
                  </a:moveTo>
                  <a:lnTo>
                    <a:pt x="10668" y="44196"/>
                  </a:lnTo>
                  <a:lnTo>
                    <a:pt x="10668" y="373380"/>
                  </a:lnTo>
                  <a:lnTo>
                    <a:pt x="12192" y="373380"/>
                  </a:lnTo>
                  <a:lnTo>
                    <a:pt x="12192" y="44196"/>
                  </a:lnTo>
                  <a:close/>
                </a:path>
                <a:path w="335279" h="373379">
                  <a:moveTo>
                    <a:pt x="16764" y="79260"/>
                  </a:moveTo>
                  <a:lnTo>
                    <a:pt x="15240" y="79260"/>
                  </a:lnTo>
                  <a:lnTo>
                    <a:pt x="15240" y="373380"/>
                  </a:lnTo>
                  <a:lnTo>
                    <a:pt x="16764" y="373380"/>
                  </a:lnTo>
                  <a:lnTo>
                    <a:pt x="16764" y="79260"/>
                  </a:lnTo>
                  <a:close/>
                </a:path>
                <a:path w="335279" h="373379">
                  <a:moveTo>
                    <a:pt x="21336" y="115836"/>
                  </a:moveTo>
                  <a:lnTo>
                    <a:pt x="19812" y="115836"/>
                  </a:lnTo>
                  <a:lnTo>
                    <a:pt x="19812" y="373380"/>
                  </a:lnTo>
                  <a:lnTo>
                    <a:pt x="21336" y="373380"/>
                  </a:lnTo>
                  <a:lnTo>
                    <a:pt x="21336" y="115836"/>
                  </a:lnTo>
                  <a:close/>
                </a:path>
                <a:path w="335279" h="373379">
                  <a:moveTo>
                    <a:pt x="25908" y="44196"/>
                  </a:moveTo>
                  <a:lnTo>
                    <a:pt x="24384" y="44196"/>
                  </a:lnTo>
                  <a:lnTo>
                    <a:pt x="24384" y="373380"/>
                  </a:lnTo>
                  <a:lnTo>
                    <a:pt x="25908" y="373380"/>
                  </a:lnTo>
                  <a:lnTo>
                    <a:pt x="25908" y="44196"/>
                  </a:lnTo>
                  <a:close/>
                </a:path>
                <a:path w="335279" h="373379">
                  <a:moveTo>
                    <a:pt x="30480" y="27432"/>
                  </a:moveTo>
                  <a:lnTo>
                    <a:pt x="28956" y="27432"/>
                  </a:lnTo>
                  <a:lnTo>
                    <a:pt x="28956" y="373380"/>
                  </a:lnTo>
                  <a:lnTo>
                    <a:pt x="30480" y="373380"/>
                  </a:lnTo>
                  <a:lnTo>
                    <a:pt x="30480" y="27432"/>
                  </a:lnTo>
                  <a:close/>
                </a:path>
                <a:path w="335279" h="373379">
                  <a:moveTo>
                    <a:pt x="36576" y="27432"/>
                  </a:moveTo>
                  <a:lnTo>
                    <a:pt x="33528" y="27432"/>
                  </a:lnTo>
                  <a:lnTo>
                    <a:pt x="33528" y="373380"/>
                  </a:lnTo>
                  <a:lnTo>
                    <a:pt x="36576" y="373380"/>
                  </a:lnTo>
                  <a:lnTo>
                    <a:pt x="36576" y="27432"/>
                  </a:lnTo>
                  <a:close/>
                </a:path>
                <a:path w="335279" h="373379">
                  <a:moveTo>
                    <a:pt x="41148" y="44196"/>
                  </a:moveTo>
                  <a:lnTo>
                    <a:pt x="38100" y="44196"/>
                  </a:lnTo>
                  <a:lnTo>
                    <a:pt x="38100" y="373380"/>
                  </a:lnTo>
                  <a:lnTo>
                    <a:pt x="41148" y="373380"/>
                  </a:lnTo>
                  <a:lnTo>
                    <a:pt x="41148" y="44196"/>
                  </a:lnTo>
                  <a:close/>
                </a:path>
                <a:path w="335279" h="373379">
                  <a:moveTo>
                    <a:pt x="45720" y="53340"/>
                  </a:moveTo>
                  <a:lnTo>
                    <a:pt x="44196" y="53340"/>
                  </a:lnTo>
                  <a:lnTo>
                    <a:pt x="44196" y="373380"/>
                  </a:lnTo>
                  <a:lnTo>
                    <a:pt x="45720" y="373380"/>
                  </a:lnTo>
                  <a:lnTo>
                    <a:pt x="45720" y="53340"/>
                  </a:lnTo>
                  <a:close/>
                </a:path>
                <a:path w="335279" h="373379">
                  <a:moveTo>
                    <a:pt x="50292" y="53340"/>
                  </a:moveTo>
                  <a:lnTo>
                    <a:pt x="48768" y="53340"/>
                  </a:lnTo>
                  <a:lnTo>
                    <a:pt x="48768" y="373380"/>
                  </a:lnTo>
                  <a:lnTo>
                    <a:pt x="50292" y="373380"/>
                  </a:lnTo>
                  <a:lnTo>
                    <a:pt x="50292" y="53340"/>
                  </a:lnTo>
                  <a:close/>
                </a:path>
                <a:path w="335279" h="373379">
                  <a:moveTo>
                    <a:pt x="54864" y="68580"/>
                  </a:moveTo>
                  <a:lnTo>
                    <a:pt x="53340" y="68580"/>
                  </a:lnTo>
                  <a:lnTo>
                    <a:pt x="53340" y="373380"/>
                  </a:lnTo>
                  <a:lnTo>
                    <a:pt x="54864" y="373380"/>
                  </a:lnTo>
                  <a:lnTo>
                    <a:pt x="54864" y="68580"/>
                  </a:lnTo>
                  <a:close/>
                </a:path>
                <a:path w="335279" h="373379">
                  <a:moveTo>
                    <a:pt x="59436" y="44196"/>
                  </a:moveTo>
                  <a:lnTo>
                    <a:pt x="57912" y="44196"/>
                  </a:lnTo>
                  <a:lnTo>
                    <a:pt x="57912" y="373380"/>
                  </a:lnTo>
                  <a:lnTo>
                    <a:pt x="59436" y="373380"/>
                  </a:lnTo>
                  <a:lnTo>
                    <a:pt x="59436" y="44196"/>
                  </a:lnTo>
                  <a:close/>
                </a:path>
                <a:path w="335279" h="373379">
                  <a:moveTo>
                    <a:pt x="64008" y="73152"/>
                  </a:moveTo>
                  <a:lnTo>
                    <a:pt x="62484" y="73152"/>
                  </a:lnTo>
                  <a:lnTo>
                    <a:pt x="62484" y="373380"/>
                  </a:lnTo>
                  <a:lnTo>
                    <a:pt x="64008" y="373380"/>
                  </a:lnTo>
                  <a:lnTo>
                    <a:pt x="64008" y="73152"/>
                  </a:lnTo>
                  <a:close/>
                </a:path>
                <a:path w="335279" h="373379">
                  <a:moveTo>
                    <a:pt x="68580" y="41160"/>
                  </a:moveTo>
                  <a:lnTo>
                    <a:pt x="67056" y="41160"/>
                  </a:lnTo>
                  <a:lnTo>
                    <a:pt x="67056" y="373380"/>
                  </a:lnTo>
                  <a:lnTo>
                    <a:pt x="68580" y="373380"/>
                  </a:lnTo>
                  <a:lnTo>
                    <a:pt x="68580" y="41160"/>
                  </a:lnTo>
                  <a:close/>
                </a:path>
                <a:path w="335279" h="373379">
                  <a:moveTo>
                    <a:pt x="74676" y="48768"/>
                  </a:moveTo>
                  <a:lnTo>
                    <a:pt x="71628" y="48768"/>
                  </a:lnTo>
                  <a:lnTo>
                    <a:pt x="71628" y="373380"/>
                  </a:lnTo>
                  <a:lnTo>
                    <a:pt x="74676" y="373380"/>
                  </a:lnTo>
                  <a:lnTo>
                    <a:pt x="74676" y="48768"/>
                  </a:lnTo>
                  <a:close/>
                </a:path>
                <a:path w="335279" h="373379">
                  <a:moveTo>
                    <a:pt x="79248" y="44196"/>
                  </a:moveTo>
                  <a:lnTo>
                    <a:pt x="76200" y="44196"/>
                  </a:lnTo>
                  <a:lnTo>
                    <a:pt x="76200" y="373380"/>
                  </a:lnTo>
                  <a:lnTo>
                    <a:pt x="79248" y="373380"/>
                  </a:lnTo>
                  <a:lnTo>
                    <a:pt x="79248" y="44196"/>
                  </a:lnTo>
                  <a:close/>
                </a:path>
                <a:path w="335279" h="373379">
                  <a:moveTo>
                    <a:pt x="83820" y="9144"/>
                  </a:moveTo>
                  <a:lnTo>
                    <a:pt x="80772" y="9144"/>
                  </a:lnTo>
                  <a:lnTo>
                    <a:pt x="80772" y="373380"/>
                  </a:lnTo>
                  <a:lnTo>
                    <a:pt x="83820" y="373380"/>
                  </a:lnTo>
                  <a:lnTo>
                    <a:pt x="83820" y="9144"/>
                  </a:lnTo>
                  <a:close/>
                </a:path>
                <a:path w="335279" h="373379">
                  <a:moveTo>
                    <a:pt x="88392" y="79260"/>
                  </a:moveTo>
                  <a:lnTo>
                    <a:pt x="86868" y="79260"/>
                  </a:lnTo>
                  <a:lnTo>
                    <a:pt x="86868" y="373380"/>
                  </a:lnTo>
                  <a:lnTo>
                    <a:pt x="88392" y="373380"/>
                  </a:lnTo>
                  <a:lnTo>
                    <a:pt x="88392" y="79260"/>
                  </a:lnTo>
                  <a:close/>
                </a:path>
                <a:path w="335279" h="373379">
                  <a:moveTo>
                    <a:pt x="92964" y="0"/>
                  </a:moveTo>
                  <a:lnTo>
                    <a:pt x="91440" y="0"/>
                  </a:lnTo>
                  <a:lnTo>
                    <a:pt x="91440" y="373380"/>
                  </a:lnTo>
                  <a:lnTo>
                    <a:pt x="92964" y="373380"/>
                  </a:lnTo>
                  <a:lnTo>
                    <a:pt x="92964" y="0"/>
                  </a:lnTo>
                  <a:close/>
                </a:path>
                <a:path w="335279" h="373379">
                  <a:moveTo>
                    <a:pt x="97536" y="12192"/>
                  </a:moveTo>
                  <a:lnTo>
                    <a:pt x="96012" y="12192"/>
                  </a:lnTo>
                  <a:lnTo>
                    <a:pt x="96012" y="373380"/>
                  </a:lnTo>
                  <a:lnTo>
                    <a:pt x="97536" y="373380"/>
                  </a:lnTo>
                  <a:lnTo>
                    <a:pt x="97536" y="12192"/>
                  </a:lnTo>
                  <a:close/>
                </a:path>
                <a:path w="335279" h="373379">
                  <a:moveTo>
                    <a:pt x="102108" y="12192"/>
                  </a:moveTo>
                  <a:lnTo>
                    <a:pt x="100584" y="12192"/>
                  </a:lnTo>
                  <a:lnTo>
                    <a:pt x="100584" y="373380"/>
                  </a:lnTo>
                  <a:lnTo>
                    <a:pt x="102108" y="373380"/>
                  </a:lnTo>
                  <a:lnTo>
                    <a:pt x="102108" y="12192"/>
                  </a:lnTo>
                  <a:close/>
                </a:path>
                <a:path w="335279" h="373379">
                  <a:moveTo>
                    <a:pt x="106680" y="41160"/>
                  </a:moveTo>
                  <a:lnTo>
                    <a:pt x="105156" y="41160"/>
                  </a:lnTo>
                  <a:lnTo>
                    <a:pt x="105156" y="373380"/>
                  </a:lnTo>
                  <a:lnTo>
                    <a:pt x="106680" y="373380"/>
                  </a:lnTo>
                  <a:lnTo>
                    <a:pt x="106680" y="41160"/>
                  </a:lnTo>
                  <a:close/>
                </a:path>
                <a:path w="335279" h="373379">
                  <a:moveTo>
                    <a:pt x="111252" y="89916"/>
                  </a:moveTo>
                  <a:lnTo>
                    <a:pt x="109728" y="89916"/>
                  </a:lnTo>
                  <a:lnTo>
                    <a:pt x="109728" y="373380"/>
                  </a:lnTo>
                  <a:lnTo>
                    <a:pt x="111252" y="373380"/>
                  </a:lnTo>
                  <a:lnTo>
                    <a:pt x="111252" y="89916"/>
                  </a:lnTo>
                  <a:close/>
                </a:path>
                <a:path w="335279" h="373379">
                  <a:moveTo>
                    <a:pt x="117348" y="16764"/>
                  </a:moveTo>
                  <a:lnTo>
                    <a:pt x="114300" y="16764"/>
                  </a:lnTo>
                  <a:lnTo>
                    <a:pt x="114300" y="373380"/>
                  </a:lnTo>
                  <a:lnTo>
                    <a:pt x="117348" y="373380"/>
                  </a:lnTo>
                  <a:lnTo>
                    <a:pt x="117348" y="16764"/>
                  </a:lnTo>
                  <a:close/>
                </a:path>
                <a:path w="335279" h="373379">
                  <a:moveTo>
                    <a:pt x="121920" y="85344"/>
                  </a:moveTo>
                  <a:lnTo>
                    <a:pt x="118872" y="85344"/>
                  </a:lnTo>
                  <a:lnTo>
                    <a:pt x="118872" y="373380"/>
                  </a:lnTo>
                  <a:lnTo>
                    <a:pt x="121920" y="373380"/>
                  </a:lnTo>
                  <a:lnTo>
                    <a:pt x="121920" y="85344"/>
                  </a:lnTo>
                  <a:close/>
                </a:path>
                <a:path w="335279" h="373379">
                  <a:moveTo>
                    <a:pt x="126492" y="134112"/>
                  </a:moveTo>
                  <a:lnTo>
                    <a:pt x="123444" y="134112"/>
                  </a:lnTo>
                  <a:lnTo>
                    <a:pt x="123444" y="373380"/>
                  </a:lnTo>
                  <a:lnTo>
                    <a:pt x="126492" y="373380"/>
                  </a:lnTo>
                  <a:lnTo>
                    <a:pt x="126492" y="134112"/>
                  </a:lnTo>
                  <a:close/>
                </a:path>
                <a:path w="335279" h="373379">
                  <a:moveTo>
                    <a:pt x="131064" y="102108"/>
                  </a:moveTo>
                  <a:lnTo>
                    <a:pt x="129540" y="102108"/>
                  </a:lnTo>
                  <a:lnTo>
                    <a:pt x="129540" y="373380"/>
                  </a:lnTo>
                  <a:lnTo>
                    <a:pt x="131064" y="373380"/>
                  </a:lnTo>
                  <a:lnTo>
                    <a:pt x="131064" y="102108"/>
                  </a:lnTo>
                  <a:close/>
                </a:path>
                <a:path w="335279" h="373379">
                  <a:moveTo>
                    <a:pt x="135636" y="259080"/>
                  </a:moveTo>
                  <a:lnTo>
                    <a:pt x="134112" y="259080"/>
                  </a:lnTo>
                  <a:lnTo>
                    <a:pt x="134112" y="373380"/>
                  </a:lnTo>
                  <a:lnTo>
                    <a:pt x="135636" y="373380"/>
                  </a:lnTo>
                  <a:lnTo>
                    <a:pt x="135636" y="259080"/>
                  </a:lnTo>
                  <a:close/>
                </a:path>
                <a:path w="335279" h="373379">
                  <a:moveTo>
                    <a:pt x="140208" y="85344"/>
                  </a:moveTo>
                  <a:lnTo>
                    <a:pt x="138684" y="85344"/>
                  </a:lnTo>
                  <a:lnTo>
                    <a:pt x="138684" y="373380"/>
                  </a:lnTo>
                  <a:lnTo>
                    <a:pt x="140208" y="373380"/>
                  </a:lnTo>
                  <a:lnTo>
                    <a:pt x="140208" y="85344"/>
                  </a:lnTo>
                  <a:close/>
                </a:path>
                <a:path w="335279" h="373379">
                  <a:moveTo>
                    <a:pt x="144780" y="68580"/>
                  </a:moveTo>
                  <a:lnTo>
                    <a:pt x="143256" y="68580"/>
                  </a:lnTo>
                  <a:lnTo>
                    <a:pt x="143256" y="373380"/>
                  </a:lnTo>
                  <a:lnTo>
                    <a:pt x="144780" y="373380"/>
                  </a:lnTo>
                  <a:lnTo>
                    <a:pt x="144780" y="68580"/>
                  </a:lnTo>
                  <a:close/>
                </a:path>
                <a:path w="335279" h="373379">
                  <a:moveTo>
                    <a:pt x="149352" y="102108"/>
                  </a:moveTo>
                  <a:lnTo>
                    <a:pt x="147828" y="102108"/>
                  </a:lnTo>
                  <a:lnTo>
                    <a:pt x="147828" y="373380"/>
                  </a:lnTo>
                  <a:lnTo>
                    <a:pt x="149352" y="373380"/>
                  </a:lnTo>
                  <a:lnTo>
                    <a:pt x="149352" y="102108"/>
                  </a:lnTo>
                  <a:close/>
                </a:path>
                <a:path w="335279" h="373379">
                  <a:moveTo>
                    <a:pt x="153924" y="44196"/>
                  </a:moveTo>
                  <a:lnTo>
                    <a:pt x="152400" y="44196"/>
                  </a:lnTo>
                  <a:lnTo>
                    <a:pt x="152400" y="373380"/>
                  </a:lnTo>
                  <a:lnTo>
                    <a:pt x="153924" y="373380"/>
                  </a:lnTo>
                  <a:lnTo>
                    <a:pt x="153924" y="44196"/>
                  </a:lnTo>
                  <a:close/>
                </a:path>
                <a:path w="335279" h="373379">
                  <a:moveTo>
                    <a:pt x="160020" y="259080"/>
                  </a:moveTo>
                  <a:lnTo>
                    <a:pt x="156972" y="259080"/>
                  </a:lnTo>
                  <a:lnTo>
                    <a:pt x="156972" y="373380"/>
                  </a:lnTo>
                  <a:lnTo>
                    <a:pt x="160020" y="373380"/>
                  </a:lnTo>
                  <a:lnTo>
                    <a:pt x="160020" y="259080"/>
                  </a:lnTo>
                  <a:close/>
                </a:path>
                <a:path w="335279" h="373379">
                  <a:moveTo>
                    <a:pt x="164592" y="48768"/>
                  </a:moveTo>
                  <a:lnTo>
                    <a:pt x="161544" y="48768"/>
                  </a:lnTo>
                  <a:lnTo>
                    <a:pt x="161544" y="373380"/>
                  </a:lnTo>
                  <a:lnTo>
                    <a:pt x="164592" y="373380"/>
                  </a:lnTo>
                  <a:lnTo>
                    <a:pt x="164592" y="48768"/>
                  </a:lnTo>
                  <a:close/>
                </a:path>
                <a:path w="335279" h="373379">
                  <a:moveTo>
                    <a:pt x="169164" y="123444"/>
                  </a:moveTo>
                  <a:lnTo>
                    <a:pt x="167640" y="123444"/>
                  </a:lnTo>
                  <a:lnTo>
                    <a:pt x="167640" y="373380"/>
                  </a:lnTo>
                  <a:lnTo>
                    <a:pt x="169164" y="373380"/>
                  </a:lnTo>
                  <a:lnTo>
                    <a:pt x="169164" y="123444"/>
                  </a:lnTo>
                  <a:close/>
                </a:path>
                <a:path w="335279" h="373379">
                  <a:moveTo>
                    <a:pt x="173736" y="64008"/>
                  </a:moveTo>
                  <a:lnTo>
                    <a:pt x="172212" y="64008"/>
                  </a:lnTo>
                  <a:lnTo>
                    <a:pt x="172212" y="373380"/>
                  </a:lnTo>
                  <a:lnTo>
                    <a:pt x="173736" y="373380"/>
                  </a:lnTo>
                  <a:lnTo>
                    <a:pt x="173736" y="64008"/>
                  </a:lnTo>
                  <a:close/>
                </a:path>
                <a:path w="335279" h="373379">
                  <a:moveTo>
                    <a:pt x="178308" y="68580"/>
                  </a:moveTo>
                  <a:lnTo>
                    <a:pt x="176784" y="68580"/>
                  </a:lnTo>
                  <a:lnTo>
                    <a:pt x="176784" y="373380"/>
                  </a:lnTo>
                  <a:lnTo>
                    <a:pt x="178308" y="373380"/>
                  </a:lnTo>
                  <a:lnTo>
                    <a:pt x="178308" y="68580"/>
                  </a:lnTo>
                  <a:close/>
                </a:path>
                <a:path w="335279" h="373379">
                  <a:moveTo>
                    <a:pt x="182880" y="96012"/>
                  </a:moveTo>
                  <a:lnTo>
                    <a:pt x="181356" y="96012"/>
                  </a:lnTo>
                  <a:lnTo>
                    <a:pt x="181356" y="373380"/>
                  </a:lnTo>
                  <a:lnTo>
                    <a:pt x="182880" y="373380"/>
                  </a:lnTo>
                  <a:lnTo>
                    <a:pt x="182880" y="96012"/>
                  </a:lnTo>
                  <a:close/>
                </a:path>
                <a:path w="335279" h="373379">
                  <a:moveTo>
                    <a:pt x="187452" y="204216"/>
                  </a:moveTo>
                  <a:lnTo>
                    <a:pt x="185928" y="204216"/>
                  </a:lnTo>
                  <a:lnTo>
                    <a:pt x="185928" y="373380"/>
                  </a:lnTo>
                  <a:lnTo>
                    <a:pt x="187452" y="373380"/>
                  </a:lnTo>
                  <a:lnTo>
                    <a:pt x="187452" y="204216"/>
                  </a:lnTo>
                  <a:close/>
                </a:path>
                <a:path w="335279" h="373379">
                  <a:moveTo>
                    <a:pt x="192024" y="32004"/>
                  </a:moveTo>
                  <a:lnTo>
                    <a:pt x="190500" y="32004"/>
                  </a:lnTo>
                  <a:lnTo>
                    <a:pt x="190500" y="373380"/>
                  </a:lnTo>
                  <a:lnTo>
                    <a:pt x="192024" y="373380"/>
                  </a:lnTo>
                  <a:lnTo>
                    <a:pt x="192024" y="32004"/>
                  </a:lnTo>
                  <a:close/>
                </a:path>
                <a:path w="335279" h="373379">
                  <a:moveTo>
                    <a:pt x="198120" y="92964"/>
                  </a:moveTo>
                  <a:lnTo>
                    <a:pt x="195072" y="92964"/>
                  </a:lnTo>
                  <a:lnTo>
                    <a:pt x="195072" y="373380"/>
                  </a:lnTo>
                  <a:lnTo>
                    <a:pt x="198120" y="373380"/>
                  </a:lnTo>
                  <a:lnTo>
                    <a:pt x="198120" y="92964"/>
                  </a:lnTo>
                  <a:close/>
                </a:path>
                <a:path w="335279" h="373379">
                  <a:moveTo>
                    <a:pt x="202692" y="96012"/>
                  </a:moveTo>
                  <a:lnTo>
                    <a:pt x="199644" y="96012"/>
                  </a:lnTo>
                  <a:lnTo>
                    <a:pt x="199644" y="373380"/>
                  </a:lnTo>
                  <a:lnTo>
                    <a:pt x="202692" y="373380"/>
                  </a:lnTo>
                  <a:lnTo>
                    <a:pt x="202692" y="96012"/>
                  </a:lnTo>
                  <a:close/>
                </a:path>
                <a:path w="335279" h="373379">
                  <a:moveTo>
                    <a:pt x="207264" y="109728"/>
                  </a:moveTo>
                  <a:lnTo>
                    <a:pt x="204216" y="109728"/>
                  </a:lnTo>
                  <a:lnTo>
                    <a:pt x="204216" y="373380"/>
                  </a:lnTo>
                  <a:lnTo>
                    <a:pt x="207264" y="373380"/>
                  </a:lnTo>
                  <a:lnTo>
                    <a:pt x="207264" y="109728"/>
                  </a:lnTo>
                  <a:close/>
                </a:path>
                <a:path w="335279" h="373379">
                  <a:moveTo>
                    <a:pt x="211836" y="89916"/>
                  </a:moveTo>
                  <a:lnTo>
                    <a:pt x="210312" y="89916"/>
                  </a:lnTo>
                  <a:lnTo>
                    <a:pt x="210312" y="373380"/>
                  </a:lnTo>
                  <a:lnTo>
                    <a:pt x="211836" y="373380"/>
                  </a:lnTo>
                  <a:lnTo>
                    <a:pt x="211836" y="89916"/>
                  </a:lnTo>
                  <a:close/>
                </a:path>
                <a:path w="335279" h="373379">
                  <a:moveTo>
                    <a:pt x="216408" y="82296"/>
                  </a:moveTo>
                  <a:lnTo>
                    <a:pt x="214884" y="82296"/>
                  </a:lnTo>
                  <a:lnTo>
                    <a:pt x="214884" y="373380"/>
                  </a:lnTo>
                  <a:lnTo>
                    <a:pt x="216408" y="373380"/>
                  </a:lnTo>
                  <a:lnTo>
                    <a:pt x="216408" y="82296"/>
                  </a:lnTo>
                  <a:close/>
                </a:path>
                <a:path w="335279" h="373379">
                  <a:moveTo>
                    <a:pt x="220980" y="115836"/>
                  </a:moveTo>
                  <a:lnTo>
                    <a:pt x="219456" y="115836"/>
                  </a:lnTo>
                  <a:lnTo>
                    <a:pt x="219456" y="373380"/>
                  </a:lnTo>
                  <a:lnTo>
                    <a:pt x="220980" y="373380"/>
                  </a:lnTo>
                  <a:lnTo>
                    <a:pt x="220980" y="115836"/>
                  </a:lnTo>
                  <a:close/>
                </a:path>
                <a:path w="335279" h="373379">
                  <a:moveTo>
                    <a:pt x="225552" y="73152"/>
                  </a:moveTo>
                  <a:lnTo>
                    <a:pt x="224028" y="73152"/>
                  </a:lnTo>
                  <a:lnTo>
                    <a:pt x="224028" y="373380"/>
                  </a:lnTo>
                  <a:lnTo>
                    <a:pt x="225552" y="373380"/>
                  </a:lnTo>
                  <a:lnTo>
                    <a:pt x="225552" y="73152"/>
                  </a:lnTo>
                  <a:close/>
                </a:path>
                <a:path w="335279" h="373379">
                  <a:moveTo>
                    <a:pt x="230124" y="100596"/>
                  </a:moveTo>
                  <a:lnTo>
                    <a:pt x="228600" y="100596"/>
                  </a:lnTo>
                  <a:lnTo>
                    <a:pt x="228600" y="373380"/>
                  </a:lnTo>
                  <a:lnTo>
                    <a:pt x="230124" y="373380"/>
                  </a:lnTo>
                  <a:lnTo>
                    <a:pt x="230124" y="100596"/>
                  </a:lnTo>
                  <a:close/>
                </a:path>
                <a:path w="335279" h="373379">
                  <a:moveTo>
                    <a:pt x="234696" y="259080"/>
                  </a:moveTo>
                  <a:lnTo>
                    <a:pt x="233172" y="259080"/>
                  </a:lnTo>
                  <a:lnTo>
                    <a:pt x="233172" y="373380"/>
                  </a:lnTo>
                  <a:lnTo>
                    <a:pt x="234696" y="373380"/>
                  </a:lnTo>
                  <a:lnTo>
                    <a:pt x="234696" y="259080"/>
                  </a:lnTo>
                  <a:close/>
                </a:path>
                <a:path w="335279" h="373379">
                  <a:moveTo>
                    <a:pt x="240792" y="259080"/>
                  </a:moveTo>
                  <a:lnTo>
                    <a:pt x="237744" y="259080"/>
                  </a:lnTo>
                  <a:lnTo>
                    <a:pt x="237744" y="373380"/>
                  </a:lnTo>
                  <a:lnTo>
                    <a:pt x="240792" y="373380"/>
                  </a:lnTo>
                  <a:lnTo>
                    <a:pt x="240792" y="259080"/>
                  </a:lnTo>
                  <a:close/>
                </a:path>
                <a:path w="335279" h="373379">
                  <a:moveTo>
                    <a:pt x="245364" y="64008"/>
                  </a:moveTo>
                  <a:lnTo>
                    <a:pt x="242316" y="64008"/>
                  </a:lnTo>
                  <a:lnTo>
                    <a:pt x="242316" y="373380"/>
                  </a:lnTo>
                  <a:lnTo>
                    <a:pt x="245364" y="373380"/>
                  </a:lnTo>
                  <a:lnTo>
                    <a:pt x="245364" y="64008"/>
                  </a:lnTo>
                  <a:close/>
                </a:path>
                <a:path w="335279" h="373379">
                  <a:moveTo>
                    <a:pt x="249936" y="48768"/>
                  </a:moveTo>
                  <a:lnTo>
                    <a:pt x="246888" y="48768"/>
                  </a:lnTo>
                  <a:lnTo>
                    <a:pt x="246888" y="373380"/>
                  </a:lnTo>
                  <a:lnTo>
                    <a:pt x="249936" y="373380"/>
                  </a:lnTo>
                  <a:lnTo>
                    <a:pt x="249936" y="48768"/>
                  </a:lnTo>
                  <a:close/>
                </a:path>
                <a:path w="335279" h="373379">
                  <a:moveTo>
                    <a:pt x="254508" y="96012"/>
                  </a:moveTo>
                  <a:lnTo>
                    <a:pt x="252984" y="96012"/>
                  </a:lnTo>
                  <a:lnTo>
                    <a:pt x="252984" y="373380"/>
                  </a:lnTo>
                  <a:lnTo>
                    <a:pt x="254508" y="373380"/>
                  </a:lnTo>
                  <a:lnTo>
                    <a:pt x="254508" y="96012"/>
                  </a:lnTo>
                  <a:close/>
                </a:path>
                <a:path w="335279" h="373379">
                  <a:moveTo>
                    <a:pt x="259080" y="53340"/>
                  </a:moveTo>
                  <a:lnTo>
                    <a:pt x="257556" y="53340"/>
                  </a:lnTo>
                  <a:lnTo>
                    <a:pt x="257556" y="373380"/>
                  </a:lnTo>
                  <a:lnTo>
                    <a:pt x="259080" y="373380"/>
                  </a:lnTo>
                  <a:lnTo>
                    <a:pt x="259080" y="53340"/>
                  </a:lnTo>
                  <a:close/>
                </a:path>
                <a:path w="335279" h="373379">
                  <a:moveTo>
                    <a:pt x="263652" y="64008"/>
                  </a:moveTo>
                  <a:lnTo>
                    <a:pt x="262128" y="64008"/>
                  </a:lnTo>
                  <a:lnTo>
                    <a:pt x="262128" y="373380"/>
                  </a:lnTo>
                  <a:lnTo>
                    <a:pt x="263652" y="373380"/>
                  </a:lnTo>
                  <a:lnTo>
                    <a:pt x="263652" y="64008"/>
                  </a:lnTo>
                  <a:close/>
                </a:path>
                <a:path w="335279" h="373379">
                  <a:moveTo>
                    <a:pt x="268224" y="64008"/>
                  </a:moveTo>
                  <a:lnTo>
                    <a:pt x="266700" y="64008"/>
                  </a:lnTo>
                  <a:lnTo>
                    <a:pt x="266700" y="373380"/>
                  </a:lnTo>
                  <a:lnTo>
                    <a:pt x="268224" y="373380"/>
                  </a:lnTo>
                  <a:lnTo>
                    <a:pt x="268224" y="64008"/>
                  </a:lnTo>
                  <a:close/>
                </a:path>
                <a:path w="335279" h="373379">
                  <a:moveTo>
                    <a:pt x="272796" y="32004"/>
                  </a:moveTo>
                  <a:lnTo>
                    <a:pt x="271272" y="32004"/>
                  </a:lnTo>
                  <a:lnTo>
                    <a:pt x="271272" y="373380"/>
                  </a:lnTo>
                  <a:lnTo>
                    <a:pt x="272796" y="373380"/>
                  </a:lnTo>
                  <a:lnTo>
                    <a:pt x="272796" y="32004"/>
                  </a:lnTo>
                  <a:close/>
                </a:path>
                <a:path w="335279" h="373379">
                  <a:moveTo>
                    <a:pt x="277368" y="53340"/>
                  </a:moveTo>
                  <a:lnTo>
                    <a:pt x="275844" y="53340"/>
                  </a:lnTo>
                  <a:lnTo>
                    <a:pt x="275844" y="373380"/>
                  </a:lnTo>
                  <a:lnTo>
                    <a:pt x="277368" y="373380"/>
                  </a:lnTo>
                  <a:lnTo>
                    <a:pt x="277368" y="53340"/>
                  </a:lnTo>
                  <a:close/>
                </a:path>
                <a:path w="335279" h="373379">
                  <a:moveTo>
                    <a:pt x="283464" y="97548"/>
                  </a:moveTo>
                  <a:lnTo>
                    <a:pt x="280416" y="97548"/>
                  </a:lnTo>
                  <a:lnTo>
                    <a:pt x="280416" y="373380"/>
                  </a:lnTo>
                  <a:lnTo>
                    <a:pt x="283464" y="373380"/>
                  </a:lnTo>
                  <a:lnTo>
                    <a:pt x="283464" y="97548"/>
                  </a:lnTo>
                  <a:close/>
                </a:path>
                <a:path w="335279" h="373379">
                  <a:moveTo>
                    <a:pt x="288036" y="44196"/>
                  </a:moveTo>
                  <a:lnTo>
                    <a:pt x="284988" y="44196"/>
                  </a:lnTo>
                  <a:lnTo>
                    <a:pt x="284988" y="373380"/>
                  </a:lnTo>
                  <a:lnTo>
                    <a:pt x="288036" y="373380"/>
                  </a:lnTo>
                  <a:lnTo>
                    <a:pt x="288036" y="44196"/>
                  </a:lnTo>
                  <a:close/>
                </a:path>
                <a:path w="335279" h="373379">
                  <a:moveTo>
                    <a:pt x="292608" y="79260"/>
                  </a:moveTo>
                  <a:lnTo>
                    <a:pt x="291084" y="79260"/>
                  </a:lnTo>
                  <a:lnTo>
                    <a:pt x="291084" y="373380"/>
                  </a:lnTo>
                  <a:lnTo>
                    <a:pt x="292608" y="373380"/>
                  </a:lnTo>
                  <a:lnTo>
                    <a:pt x="292608" y="79260"/>
                  </a:lnTo>
                  <a:close/>
                </a:path>
                <a:path w="335279" h="373379">
                  <a:moveTo>
                    <a:pt x="297180" y="102108"/>
                  </a:moveTo>
                  <a:lnTo>
                    <a:pt x="295656" y="102108"/>
                  </a:lnTo>
                  <a:lnTo>
                    <a:pt x="295656" y="373380"/>
                  </a:lnTo>
                  <a:lnTo>
                    <a:pt x="297180" y="373380"/>
                  </a:lnTo>
                  <a:lnTo>
                    <a:pt x="297180" y="102108"/>
                  </a:lnTo>
                  <a:close/>
                </a:path>
                <a:path w="335279" h="373379">
                  <a:moveTo>
                    <a:pt x="301752" y="259080"/>
                  </a:moveTo>
                  <a:lnTo>
                    <a:pt x="300228" y="259080"/>
                  </a:lnTo>
                  <a:lnTo>
                    <a:pt x="300228" y="373380"/>
                  </a:lnTo>
                  <a:lnTo>
                    <a:pt x="301752" y="373380"/>
                  </a:lnTo>
                  <a:lnTo>
                    <a:pt x="301752" y="259080"/>
                  </a:lnTo>
                  <a:close/>
                </a:path>
                <a:path w="335279" h="373379">
                  <a:moveTo>
                    <a:pt x="306324" y="102108"/>
                  </a:moveTo>
                  <a:lnTo>
                    <a:pt x="304800" y="102108"/>
                  </a:lnTo>
                  <a:lnTo>
                    <a:pt x="304800" y="373380"/>
                  </a:lnTo>
                  <a:lnTo>
                    <a:pt x="306324" y="373380"/>
                  </a:lnTo>
                  <a:lnTo>
                    <a:pt x="306324" y="102108"/>
                  </a:lnTo>
                  <a:close/>
                </a:path>
                <a:path w="335279" h="373379">
                  <a:moveTo>
                    <a:pt x="310896" y="68580"/>
                  </a:moveTo>
                  <a:lnTo>
                    <a:pt x="309372" y="68580"/>
                  </a:lnTo>
                  <a:lnTo>
                    <a:pt x="309372" y="373380"/>
                  </a:lnTo>
                  <a:lnTo>
                    <a:pt x="310896" y="373380"/>
                  </a:lnTo>
                  <a:lnTo>
                    <a:pt x="310896" y="68580"/>
                  </a:lnTo>
                  <a:close/>
                </a:path>
                <a:path w="335279" h="373379">
                  <a:moveTo>
                    <a:pt x="315468" y="59448"/>
                  </a:moveTo>
                  <a:lnTo>
                    <a:pt x="313944" y="59448"/>
                  </a:lnTo>
                  <a:lnTo>
                    <a:pt x="313944" y="373380"/>
                  </a:lnTo>
                  <a:lnTo>
                    <a:pt x="315468" y="373380"/>
                  </a:lnTo>
                  <a:lnTo>
                    <a:pt x="315468" y="59448"/>
                  </a:lnTo>
                  <a:close/>
                </a:path>
                <a:path w="335279" h="373379">
                  <a:moveTo>
                    <a:pt x="320040" y="85344"/>
                  </a:moveTo>
                  <a:lnTo>
                    <a:pt x="318516" y="85344"/>
                  </a:lnTo>
                  <a:lnTo>
                    <a:pt x="318516" y="373380"/>
                  </a:lnTo>
                  <a:lnTo>
                    <a:pt x="320040" y="373380"/>
                  </a:lnTo>
                  <a:lnTo>
                    <a:pt x="320040" y="85344"/>
                  </a:lnTo>
                  <a:close/>
                </a:path>
                <a:path w="335279" h="373379">
                  <a:moveTo>
                    <a:pt x="326136" y="73152"/>
                  </a:moveTo>
                  <a:lnTo>
                    <a:pt x="323088" y="73152"/>
                  </a:lnTo>
                  <a:lnTo>
                    <a:pt x="323088" y="373380"/>
                  </a:lnTo>
                  <a:lnTo>
                    <a:pt x="326136" y="373380"/>
                  </a:lnTo>
                  <a:lnTo>
                    <a:pt x="326136" y="73152"/>
                  </a:lnTo>
                  <a:close/>
                </a:path>
                <a:path w="335279" h="373379">
                  <a:moveTo>
                    <a:pt x="330708" y="259080"/>
                  </a:moveTo>
                  <a:lnTo>
                    <a:pt x="327660" y="259080"/>
                  </a:lnTo>
                  <a:lnTo>
                    <a:pt x="327660" y="373380"/>
                  </a:lnTo>
                  <a:lnTo>
                    <a:pt x="330708" y="373380"/>
                  </a:lnTo>
                  <a:lnTo>
                    <a:pt x="330708" y="259080"/>
                  </a:lnTo>
                  <a:close/>
                </a:path>
                <a:path w="335279" h="373379">
                  <a:moveTo>
                    <a:pt x="335280" y="64008"/>
                  </a:moveTo>
                  <a:lnTo>
                    <a:pt x="333756" y="64008"/>
                  </a:lnTo>
                  <a:lnTo>
                    <a:pt x="333756" y="373380"/>
                  </a:lnTo>
                  <a:lnTo>
                    <a:pt x="335280" y="373380"/>
                  </a:lnTo>
                  <a:lnTo>
                    <a:pt x="335280" y="64008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183124" y="3488435"/>
              <a:ext cx="334010" cy="375285"/>
            </a:xfrm>
            <a:custGeom>
              <a:avLst/>
              <a:gdLst/>
              <a:ahLst/>
              <a:cxnLst/>
              <a:rect l="l" t="t" r="r" b="b"/>
              <a:pathLst>
                <a:path w="334010" h="375285">
                  <a:moveTo>
                    <a:pt x="1524" y="65532"/>
                  </a:moveTo>
                  <a:lnTo>
                    <a:pt x="0" y="65532"/>
                  </a:lnTo>
                  <a:lnTo>
                    <a:pt x="0" y="374904"/>
                  </a:lnTo>
                  <a:lnTo>
                    <a:pt x="1524" y="374904"/>
                  </a:lnTo>
                  <a:lnTo>
                    <a:pt x="1524" y="65532"/>
                  </a:lnTo>
                  <a:close/>
                </a:path>
                <a:path w="334010" h="375285">
                  <a:moveTo>
                    <a:pt x="6096" y="65532"/>
                  </a:moveTo>
                  <a:lnTo>
                    <a:pt x="4572" y="65532"/>
                  </a:lnTo>
                  <a:lnTo>
                    <a:pt x="4572" y="374904"/>
                  </a:lnTo>
                  <a:lnTo>
                    <a:pt x="6096" y="374904"/>
                  </a:lnTo>
                  <a:lnTo>
                    <a:pt x="6096" y="65532"/>
                  </a:lnTo>
                  <a:close/>
                </a:path>
                <a:path w="334010" h="375285">
                  <a:moveTo>
                    <a:pt x="10668" y="114300"/>
                  </a:moveTo>
                  <a:lnTo>
                    <a:pt x="9144" y="114300"/>
                  </a:lnTo>
                  <a:lnTo>
                    <a:pt x="9144" y="374904"/>
                  </a:lnTo>
                  <a:lnTo>
                    <a:pt x="10668" y="374904"/>
                  </a:lnTo>
                  <a:lnTo>
                    <a:pt x="10668" y="114300"/>
                  </a:lnTo>
                  <a:close/>
                </a:path>
                <a:path w="334010" h="375285">
                  <a:moveTo>
                    <a:pt x="15240" y="70104"/>
                  </a:moveTo>
                  <a:lnTo>
                    <a:pt x="13716" y="70104"/>
                  </a:lnTo>
                  <a:lnTo>
                    <a:pt x="13716" y="374904"/>
                  </a:lnTo>
                  <a:lnTo>
                    <a:pt x="15240" y="374904"/>
                  </a:lnTo>
                  <a:lnTo>
                    <a:pt x="15240" y="70104"/>
                  </a:lnTo>
                  <a:close/>
                </a:path>
                <a:path w="334010" h="375285">
                  <a:moveTo>
                    <a:pt x="19812" y="38100"/>
                  </a:moveTo>
                  <a:lnTo>
                    <a:pt x="18288" y="38100"/>
                  </a:lnTo>
                  <a:lnTo>
                    <a:pt x="18288" y="374904"/>
                  </a:lnTo>
                  <a:lnTo>
                    <a:pt x="19812" y="374904"/>
                  </a:lnTo>
                  <a:lnTo>
                    <a:pt x="19812" y="38100"/>
                  </a:lnTo>
                  <a:close/>
                </a:path>
                <a:path w="334010" h="375285">
                  <a:moveTo>
                    <a:pt x="24384" y="70104"/>
                  </a:moveTo>
                  <a:lnTo>
                    <a:pt x="22860" y="70104"/>
                  </a:lnTo>
                  <a:lnTo>
                    <a:pt x="22860" y="374904"/>
                  </a:lnTo>
                  <a:lnTo>
                    <a:pt x="24384" y="374904"/>
                  </a:lnTo>
                  <a:lnTo>
                    <a:pt x="24384" y="70104"/>
                  </a:lnTo>
                  <a:close/>
                </a:path>
                <a:path w="334010" h="375285">
                  <a:moveTo>
                    <a:pt x="30480" y="59436"/>
                  </a:moveTo>
                  <a:lnTo>
                    <a:pt x="27432" y="59436"/>
                  </a:lnTo>
                  <a:lnTo>
                    <a:pt x="27432" y="374904"/>
                  </a:lnTo>
                  <a:lnTo>
                    <a:pt x="30480" y="374904"/>
                  </a:lnTo>
                  <a:lnTo>
                    <a:pt x="30480" y="59436"/>
                  </a:lnTo>
                  <a:close/>
                </a:path>
                <a:path w="334010" h="375285">
                  <a:moveTo>
                    <a:pt x="35052" y="33528"/>
                  </a:moveTo>
                  <a:lnTo>
                    <a:pt x="32004" y="33528"/>
                  </a:lnTo>
                  <a:lnTo>
                    <a:pt x="32004" y="374904"/>
                  </a:lnTo>
                  <a:lnTo>
                    <a:pt x="35052" y="374904"/>
                  </a:lnTo>
                  <a:lnTo>
                    <a:pt x="35052" y="33528"/>
                  </a:lnTo>
                  <a:close/>
                </a:path>
                <a:path w="334010" h="375285">
                  <a:moveTo>
                    <a:pt x="39624" y="103632"/>
                  </a:moveTo>
                  <a:lnTo>
                    <a:pt x="36576" y="103632"/>
                  </a:lnTo>
                  <a:lnTo>
                    <a:pt x="36576" y="374904"/>
                  </a:lnTo>
                  <a:lnTo>
                    <a:pt x="39624" y="374904"/>
                  </a:lnTo>
                  <a:lnTo>
                    <a:pt x="39624" y="103632"/>
                  </a:lnTo>
                  <a:close/>
                </a:path>
                <a:path w="334010" h="375285">
                  <a:moveTo>
                    <a:pt x="44196" y="102120"/>
                  </a:moveTo>
                  <a:lnTo>
                    <a:pt x="42672" y="102120"/>
                  </a:lnTo>
                  <a:lnTo>
                    <a:pt x="42672" y="374904"/>
                  </a:lnTo>
                  <a:lnTo>
                    <a:pt x="44196" y="374904"/>
                  </a:lnTo>
                  <a:lnTo>
                    <a:pt x="44196" y="102120"/>
                  </a:lnTo>
                  <a:close/>
                </a:path>
                <a:path w="334010" h="375285">
                  <a:moveTo>
                    <a:pt x="48768" y="92964"/>
                  </a:moveTo>
                  <a:lnTo>
                    <a:pt x="47244" y="92964"/>
                  </a:lnTo>
                  <a:lnTo>
                    <a:pt x="47244" y="374904"/>
                  </a:lnTo>
                  <a:lnTo>
                    <a:pt x="48768" y="374904"/>
                  </a:lnTo>
                  <a:lnTo>
                    <a:pt x="48768" y="92964"/>
                  </a:lnTo>
                  <a:close/>
                </a:path>
                <a:path w="334010" h="375285">
                  <a:moveTo>
                    <a:pt x="53340" y="60972"/>
                  </a:moveTo>
                  <a:lnTo>
                    <a:pt x="51816" y="60972"/>
                  </a:lnTo>
                  <a:lnTo>
                    <a:pt x="51816" y="374904"/>
                  </a:lnTo>
                  <a:lnTo>
                    <a:pt x="53340" y="374904"/>
                  </a:lnTo>
                  <a:lnTo>
                    <a:pt x="53340" y="60972"/>
                  </a:lnTo>
                  <a:close/>
                </a:path>
                <a:path w="334010" h="375285">
                  <a:moveTo>
                    <a:pt x="57912" y="48768"/>
                  </a:moveTo>
                  <a:lnTo>
                    <a:pt x="56388" y="48768"/>
                  </a:lnTo>
                  <a:lnTo>
                    <a:pt x="56388" y="374904"/>
                  </a:lnTo>
                  <a:lnTo>
                    <a:pt x="57912" y="374904"/>
                  </a:lnTo>
                  <a:lnTo>
                    <a:pt x="57912" y="48768"/>
                  </a:lnTo>
                  <a:close/>
                </a:path>
                <a:path w="334010" h="375285">
                  <a:moveTo>
                    <a:pt x="62484" y="33528"/>
                  </a:moveTo>
                  <a:lnTo>
                    <a:pt x="60960" y="33528"/>
                  </a:lnTo>
                  <a:lnTo>
                    <a:pt x="60960" y="374904"/>
                  </a:lnTo>
                  <a:lnTo>
                    <a:pt x="62484" y="374904"/>
                  </a:lnTo>
                  <a:lnTo>
                    <a:pt x="62484" y="33528"/>
                  </a:lnTo>
                  <a:close/>
                </a:path>
                <a:path w="334010" h="375285">
                  <a:moveTo>
                    <a:pt x="67056" y="44208"/>
                  </a:moveTo>
                  <a:lnTo>
                    <a:pt x="65532" y="44208"/>
                  </a:lnTo>
                  <a:lnTo>
                    <a:pt x="65532" y="374904"/>
                  </a:lnTo>
                  <a:lnTo>
                    <a:pt x="67056" y="374904"/>
                  </a:lnTo>
                  <a:lnTo>
                    <a:pt x="67056" y="44208"/>
                  </a:lnTo>
                  <a:close/>
                </a:path>
                <a:path w="334010" h="375285">
                  <a:moveTo>
                    <a:pt x="73152" y="112776"/>
                  </a:moveTo>
                  <a:lnTo>
                    <a:pt x="70104" y="112776"/>
                  </a:lnTo>
                  <a:lnTo>
                    <a:pt x="70104" y="374904"/>
                  </a:lnTo>
                  <a:lnTo>
                    <a:pt x="73152" y="374904"/>
                  </a:lnTo>
                  <a:lnTo>
                    <a:pt x="73152" y="112776"/>
                  </a:lnTo>
                  <a:close/>
                </a:path>
                <a:path w="334010" h="375285">
                  <a:moveTo>
                    <a:pt x="77724" y="80784"/>
                  </a:moveTo>
                  <a:lnTo>
                    <a:pt x="74676" y="80784"/>
                  </a:lnTo>
                  <a:lnTo>
                    <a:pt x="74676" y="374904"/>
                  </a:lnTo>
                  <a:lnTo>
                    <a:pt x="77724" y="374904"/>
                  </a:lnTo>
                  <a:lnTo>
                    <a:pt x="77724" y="80784"/>
                  </a:lnTo>
                  <a:close/>
                </a:path>
                <a:path w="334010" h="375285">
                  <a:moveTo>
                    <a:pt x="82296" y="21336"/>
                  </a:moveTo>
                  <a:lnTo>
                    <a:pt x="80772" y="21336"/>
                  </a:lnTo>
                  <a:lnTo>
                    <a:pt x="80772" y="374904"/>
                  </a:lnTo>
                  <a:lnTo>
                    <a:pt x="82296" y="374904"/>
                  </a:lnTo>
                  <a:lnTo>
                    <a:pt x="82296" y="21336"/>
                  </a:lnTo>
                  <a:close/>
                </a:path>
                <a:path w="334010" h="375285">
                  <a:moveTo>
                    <a:pt x="86868" y="13716"/>
                  </a:moveTo>
                  <a:lnTo>
                    <a:pt x="85344" y="13716"/>
                  </a:lnTo>
                  <a:lnTo>
                    <a:pt x="85344" y="374904"/>
                  </a:lnTo>
                  <a:lnTo>
                    <a:pt x="86868" y="374904"/>
                  </a:lnTo>
                  <a:lnTo>
                    <a:pt x="86868" y="13716"/>
                  </a:lnTo>
                  <a:close/>
                </a:path>
                <a:path w="334010" h="375285">
                  <a:moveTo>
                    <a:pt x="91440" y="10668"/>
                  </a:moveTo>
                  <a:lnTo>
                    <a:pt x="89916" y="10668"/>
                  </a:lnTo>
                  <a:lnTo>
                    <a:pt x="89916" y="374904"/>
                  </a:lnTo>
                  <a:lnTo>
                    <a:pt x="91440" y="374904"/>
                  </a:lnTo>
                  <a:lnTo>
                    <a:pt x="91440" y="10668"/>
                  </a:lnTo>
                  <a:close/>
                </a:path>
                <a:path w="334010" h="375285">
                  <a:moveTo>
                    <a:pt x="96012" y="28956"/>
                  </a:moveTo>
                  <a:lnTo>
                    <a:pt x="94488" y="28956"/>
                  </a:lnTo>
                  <a:lnTo>
                    <a:pt x="94488" y="374904"/>
                  </a:lnTo>
                  <a:lnTo>
                    <a:pt x="96012" y="374904"/>
                  </a:lnTo>
                  <a:lnTo>
                    <a:pt x="96012" y="28956"/>
                  </a:lnTo>
                  <a:close/>
                </a:path>
                <a:path w="334010" h="375285">
                  <a:moveTo>
                    <a:pt x="100584" y="13716"/>
                  </a:moveTo>
                  <a:lnTo>
                    <a:pt x="99060" y="13716"/>
                  </a:lnTo>
                  <a:lnTo>
                    <a:pt x="99060" y="374904"/>
                  </a:lnTo>
                  <a:lnTo>
                    <a:pt x="100584" y="374904"/>
                  </a:lnTo>
                  <a:lnTo>
                    <a:pt x="100584" y="13716"/>
                  </a:lnTo>
                  <a:close/>
                </a:path>
                <a:path w="334010" h="375285">
                  <a:moveTo>
                    <a:pt x="105156" y="45720"/>
                  </a:moveTo>
                  <a:lnTo>
                    <a:pt x="103632" y="45720"/>
                  </a:lnTo>
                  <a:lnTo>
                    <a:pt x="103632" y="374904"/>
                  </a:lnTo>
                  <a:lnTo>
                    <a:pt x="105156" y="374904"/>
                  </a:lnTo>
                  <a:lnTo>
                    <a:pt x="105156" y="45720"/>
                  </a:lnTo>
                  <a:close/>
                </a:path>
                <a:path w="334010" h="375285">
                  <a:moveTo>
                    <a:pt x="109728" y="131064"/>
                  </a:moveTo>
                  <a:lnTo>
                    <a:pt x="108204" y="131064"/>
                  </a:lnTo>
                  <a:lnTo>
                    <a:pt x="108204" y="374904"/>
                  </a:lnTo>
                  <a:lnTo>
                    <a:pt x="109728" y="374904"/>
                  </a:lnTo>
                  <a:lnTo>
                    <a:pt x="109728" y="131064"/>
                  </a:lnTo>
                  <a:close/>
                </a:path>
                <a:path w="334010" h="375285">
                  <a:moveTo>
                    <a:pt x="115824" y="53340"/>
                  </a:moveTo>
                  <a:lnTo>
                    <a:pt x="112776" y="53340"/>
                  </a:lnTo>
                  <a:lnTo>
                    <a:pt x="112776" y="374904"/>
                  </a:lnTo>
                  <a:lnTo>
                    <a:pt x="115824" y="374904"/>
                  </a:lnTo>
                  <a:lnTo>
                    <a:pt x="115824" y="53340"/>
                  </a:lnTo>
                  <a:close/>
                </a:path>
                <a:path w="334010" h="375285">
                  <a:moveTo>
                    <a:pt x="120396" y="3048"/>
                  </a:moveTo>
                  <a:lnTo>
                    <a:pt x="117348" y="3048"/>
                  </a:lnTo>
                  <a:lnTo>
                    <a:pt x="117348" y="374904"/>
                  </a:lnTo>
                  <a:lnTo>
                    <a:pt x="120396" y="374904"/>
                  </a:lnTo>
                  <a:lnTo>
                    <a:pt x="120396" y="3048"/>
                  </a:lnTo>
                  <a:close/>
                </a:path>
                <a:path w="334010" h="375285">
                  <a:moveTo>
                    <a:pt x="124968" y="25908"/>
                  </a:moveTo>
                  <a:lnTo>
                    <a:pt x="123444" y="25908"/>
                  </a:lnTo>
                  <a:lnTo>
                    <a:pt x="123444" y="374904"/>
                  </a:lnTo>
                  <a:lnTo>
                    <a:pt x="124968" y="374904"/>
                  </a:lnTo>
                  <a:lnTo>
                    <a:pt x="124968" y="25908"/>
                  </a:lnTo>
                  <a:close/>
                </a:path>
                <a:path w="334010" h="375285">
                  <a:moveTo>
                    <a:pt x="129540" y="25908"/>
                  </a:moveTo>
                  <a:lnTo>
                    <a:pt x="128016" y="25908"/>
                  </a:lnTo>
                  <a:lnTo>
                    <a:pt x="128016" y="374904"/>
                  </a:lnTo>
                  <a:lnTo>
                    <a:pt x="129540" y="374904"/>
                  </a:lnTo>
                  <a:lnTo>
                    <a:pt x="129540" y="25908"/>
                  </a:lnTo>
                  <a:close/>
                </a:path>
                <a:path w="334010" h="375285">
                  <a:moveTo>
                    <a:pt x="134112" y="70104"/>
                  </a:moveTo>
                  <a:lnTo>
                    <a:pt x="132588" y="70104"/>
                  </a:lnTo>
                  <a:lnTo>
                    <a:pt x="132588" y="374904"/>
                  </a:lnTo>
                  <a:lnTo>
                    <a:pt x="134112" y="374904"/>
                  </a:lnTo>
                  <a:lnTo>
                    <a:pt x="134112" y="70104"/>
                  </a:lnTo>
                  <a:close/>
                </a:path>
                <a:path w="334010" h="375285">
                  <a:moveTo>
                    <a:pt x="138684" y="28956"/>
                  </a:moveTo>
                  <a:lnTo>
                    <a:pt x="137160" y="28956"/>
                  </a:lnTo>
                  <a:lnTo>
                    <a:pt x="137160" y="374904"/>
                  </a:lnTo>
                  <a:lnTo>
                    <a:pt x="138684" y="374904"/>
                  </a:lnTo>
                  <a:lnTo>
                    <a:pt x="138684" y="28956"/>
                  </a:lnTo>
                  <a:close/>
                </a:path>
                <a:path w="334010" h="375285">
                  <a:moveTo>
                    <a:pt x="143256" y="25908"/>
                  </a:moveTo>
                  <a:lnTo>
                    <a:pt x="141732" y="25908"/>
                  </a:lnTo>
                  <a:lnTo>
                    <a:pt x="141732" y="374904"/>
                  </a:lnTo>
                  <a:lnTo>
                    <a:pt x="143256" y="374904"/>
                  </a:lnTo>
                  <a:lnTo>
                    <a:pt x="143256" y="25908"/>
                  </a:lnTo>
                  <a:close/>
                </a:path>
                <a:path w="334010" h="375285">
                  <a:moveTo>
                    <a:pt x="147828" y="25908"/>
                  </a:moveTo>
                  <a:lnTo>
                    <a:pt x="146304" y="25908"/>
                  </a:lnTo>
                  <a:lnTo>
                    <a:pt x="146304" y="374904"/>
                  </a:lnTo>
                  <a:lnTo>
                    <a:pt x="147828" y="374904"/>
                  </a:lnTo>
                  <a:lnTo>
                    <a:pt x="147828" y="25908"/>
                  </a:lnTo>
                  <a:close/>
                </a:path>
                <a:path w="334010" h="375285">
                  <a:moveTo>
                    <a:pt x="153924" y="28956"/>
                  </a:moveTo>
                  <a:lnTo>
                    <a:pt x="150876" y="28956"/>
                  </a:lnTo>
                  <a:lnTo>
                    <a:pt x="150876" y="374904"/>
                  </a:lnTo>
                  <a:lnTo>
                    <a:pt x="153924" y="374904"/>
                  </a:lnTo>
                  <a:lnTo>
                    <a:pt x="153924" y="28956"/>
                  </a:lnTo>
                  <a:close/>
                </a:path>
                <a:path w="334010" h="375285">
                  <a:moveTo>
                    <a:pt x="158496" y="44208"/>
                  </a:moveTo>
                  <a:lnTo>
                    <a:pt x="155448" y="44208"/>
                  </a:lnTo>
                  <a:lnTo>
                    <a:pt x="155448" y="374904"/>
                  </a:lnTo>
                  <a:lnTo>
                    <a:pt x="158496" y="374904"/>
                  </a:lnTo>
                  <a:lnTo>
                    <a:pt x="158496" y="44208"/>
                  </a:lnTo>
                  <a:close/>
                </a:path>
                <a:path w="334010" h="375285">
                  <a:moveTo>
                    <a:pt x="163068" y="18288"/>
                  </a:moveTo>
                  <a:lnTo>
                    <a:pt x="160020" y="18288"/>
                  </a:lnTo>
                  <a:lnTo>
                    <a:pt x="160020" y="374904"/>
                  </a:lnTo>
                  <a:lnTo>
                    <a:pt x="163068" y="374904"/>
                  </a:lnTo>
                  <a:lnTo>
                    <a:pt x="163068" y="18288"/>
                  </a:lnTo>
                  <a:close/>
                </a:path>
                <a:path w="334010" h="375285">
                  <a:moveTo>
                    <a:pt x="167640" y="0"/>
                  </a:moveTo>
                  <a:lnTo>
                    <a:pt x="166116" y="0"/>
                  </a:lnTo>
                  <a:lnTo>
                    <a:pt x="166116" y="374904"/>
                  </a:lnTo>
                  <a:lnTo>
                    <a:pt x="167640" y="374904"/>
                  </a:lnTo>
                  <a:lnTo>
                    <a:pt x="167640" y="0"/>
                  </a:lnTo>
                  <a:close/>
                </a:path>
                <a:path w="334010" h="375285">
                  <a:moveTo>
                    <a:pt x="172212" y="25908"/>
                  </a:moveTo>
                  <a:lnTo>
                    <a:pt x="170688" y="25908"/>
                  </a:lnTo>
                  <a:lnTo>
                    <a:pt x="170688" y="374904"/>
                  </a:lnTo>
                  <a:lnTo>
                    <a:pt x="172212" y="374904"/>
                  </a:lnTo>
                  <a:lnTo>
                    <a:pt x="172212" y="25908"/>
                  </a:lnTo>
                  <a:close/>
                </a:path>
                <a:path w="334010" h="375285">
                  <a:moveTo>
                    <a:pt x="176784" y="25908"/>
                  </a:moveTo>
                  <a:lnTo>
                    <a:pt x="175260" y="25908"/>
                  </a:lnTo>
                  <a:lnTo>
                    <a:pt x="175260" y="374904"/>
                  </a:lnTo>
                  <a:lnTo>
                    <a:pt x="176784" y="374904"/>
                  </a:lnTo>
                  <a:lnTo>
                    <a:pt x="176784" y="25908"/>
                  </a:lnTo>
                  <a:close/>
                </a:path>
                <a:path w="334010" h="375285">
                  <a:moveTo>
                    <a:pt x="181356" y="53340"/>
                  </a:moveTo>
                  <a:lnTo>
                    <a:pt x="179832" y="53340"/>
                  </a:lnTo>
                  <a:lnTo>
                    <a:pt x="179832" y="374904"/>
                  </a:lnTo>
                  <a:lnTo>
                    <a:pt x="181356" y="374904"/>
                  </a:lnTo>
                  <a:lnTo>
                    <a:pt x="181356" y="53340"/>
                  </a:lnTo>
                  <a:close/>
                </a:path>
                <a:path w="334010" h="375285">
                  <a:moveTo>
                    <a:pt x="185928" y="48768"/>
                  </a:moveTo>
                  <a:lnTo>
                    <a:pt x="184404" y="48768"/>
                  </a:lnTo>
                  <a:lnTo>
                    <a:pt x="184404" y="374904"/>
                  </a:lnTo>
                  <a:lnTo>
                    <a:pt x="185928" y="374904"/>
                  </a:lnTo>
                  <a:lnTo>
                    <a:pt x="185928" y="48768"/>
                  </a:lnTo>
                  <a:close/>
                </a:path>
                <a:path w="334010" h="375285">
                  <a:moveTo>
                    <a:pt x="190500" y="0"/>
                  </a:moveTo>
                  <a:lnTo>
                    <a:pt x="188976" y="0"/>
                  </a:lnTo>
                  <a:lnTo>
                    <a:pt x="188976" y="374904"/>
                  </a:lnTo>
                  <a:lnTo>
                    <a:pt x="190500" y="374904"/>
                  </a:lnTo>
                  <a:lnTo>
                    <a:pt x="190500" y="0"/>
                  </a:lnTo>
                  <a:close/>
                </a:path>
                <a:path w="334010" h="375285">
                  <a:moveTo>
                    <a:pt x="196596" y="32004"/>
                  </a:moveTo>
                  <a:lnTo>
                    <a:pt x="193548" y="32004"/>
                  </a:lnTo>
                  <a:lnTo>
                    <a:pt x="193548" y="374904"/>
                  </a:lnTo>
                  <a:lnTo>
                    <a:pt x="196596" y="374904"/>
                  </a:lnTo>
                  <a:lnTo>
                    <a:pt x="196596" y="32004"/>
                  </a:lnTo>
                  <a:close/>
                </a:path>
                <a:path w="334010" h="375285">
                  <a:moveTo>
                    <a:pt x="201168" y="42684"/>
                  </a:moveTo>
                  <a:lnTo>
                    <a:pt x="198120" y="42684"/>
                  </a:lnTo>
                  <a:lnTo>
                    <a:pt x="198120" y="374904"/>
                  </a:lnTo>
                  <a:lnTo>
                    <a:pt x="201168" y="374904"/>
                  </a:lnTo>
                  <a:lnTo>
                    <a:pt x="201168" y="42684"/>
                  </a:lnTo>
                  <a:close/>
                </a:path>
                <a:path w="334010" h="375285">
                  <a:moveTo>
                    <a:pt x="205740" y="21336"/>
                  </a:moveTo>
                  <a:lnTo>
                    <a:pt x="204216" y="21336"/>
                  </a:lnTo>
                  <a:lnTo>
                    <a:pt x="204216" y="374904"/>
                  </a:lnTo>
                  <a:lnTo>
                    <a:pt x="205740" y="374904"/>
                  </a:lnTo>
                  <a:lnTo>
                    <a:pt x="205740" y="21336"/>
                  </a:lnTo>
                  <a:close/>
                </a:path>
                <a:path w="334010" h="375285">
                  <a:moveTo>
                    <a:pt x="210312" y="25908"/>
                  </a:moveTo>
                  <a:lnTo>
                    <a:pt x="208788" y="25908"/>
                  </a:lnTo>
                  <a:lnTo>
                    <a:pt x="208788" y="374904"/>
                  </a:lnTo>
                  <a:lnTo>
                    <a:pt x="210312" y="374904"/>
                  </a:lnTo>
                  <a:lnTo>
                    <a:pt x="210312" y="25908"/>
                  </a:lnTo>
                  <a:close/>
                </a:path>
                <a:path w="334010" h="375285">
                  <a:moveTo>
                    <a:pt x="214884" y="28956"/>
                  </a:moveTo>
                  <a:lnTo>
                    <a:pt x="213360" y="28956"/>
                  </a:lnTo>
                  <a:lnTo>
                    <a:pt x="213360" y="374904"/>
                  </a:lnTo>
                  <a:lnTo>
                    <a:pt x="214884" y="374904"/>
                  </a:lnTo>
                  <a:lnTo>
                    <a:pt x="214884" y="28956"/>
                  </a:lnTo>
                  <a:close/>
                </a:path>
                <a:path w="334010" h="375285">
                  <a:moveTo>
                    <a:pt x="219456" y="28956"/>
                  </a:moveTo>
                  <a:lnTo>
                    <a:pt x="217932" y="28956"/>
                  </a:lnTo>
                  <a:lnTo>
                    <a:pt x="217932" y="374904"/>
                  </a:lnTo>
                  <a:lnTo>
                    <a:pt x="219456" y="374904"/>
                  </a:lnTo>
                  <a:lnTo>
                    <a:pt x="219456" y="28956"/>
                  </a:lnTo>
                  <a:close/>
                </a:path>
                <a:path w="334010" h="375285">
                  <a:moveTo>
                    <a:pt x="224028" y="0"/>
                  </a:moveTo>
                  <a:lnTo>
                    <a:pt x="222504" y="0"/>
                  </a:lnTo>
                  <a:lnTo>
                    <a:pt x="222504" y="374904"/>
                  </a:lnTo>
                  <a:lnTo>
                    <a:pt x="224028" y="374904"/>
                  </a:lnTo>
                  <a:lnTo>
                    <a:pt x="224028" y="0"/>
                  </a:lnTo>
                  <a:close/>
                </a:path>
                <a:path w="334010" h="375285">
                  <a:moveTo>
                    <a:pt x="228600" y="21336"/>
                  </a:moveTo>
                  <a:lnTo>
                    <a:pt x="227076" y="21336"/>
                  </a:lnTo>
                  <a:lnTo>
                    <a:pt x="227076" y="374904"/>
                  </a:lnTo>
                  <a:lnTo>
                    <a:pt x="228600" y="374904"/>
                  </a:lnTo>
                  <a:lnTo>
                    <a:pt x="228600" y="21336"/>
                  </a:lnTo>
                  <a:close/>
                </a:path>
                <a:path w="334010" h="375285">
                  <a:moveTo>
                    <a:pt x="233172" y="38100"/>
                  </a:moveTo>
                  <a:lnTo>
                    <a:pt x="231648" y="38100"/>
                  </a:lnTo>
                  <a:lnTo>
                    <a:pt x="231648" y="374904"/>
                  </a:lnTo>
                  <a:lnTo>
                    <a:pt x="233172" y="374904"/>
                  </a:lnTo>
                  <a:lnTo>
                    <a:pt x="233172" y="38100"/>
                  </a:lnTo>
                  <a:close/>
                </a:path>
                <a:path w="334010" h="375285">
                  <a:moveTo>
                    <a:pt x="239268" y="120396"/>
                  </a:moveTo>
                  <a:lnTo>
                    <a:pt x="236220" y="120396"/>
                  </a:lnTo>
                  <a:lnTo>
                    <a:pt x="236220" y="374904"/>
                  </a:lnTo>
                  <a:lnTo>
                    <a:pt x="239268" y="374904"/>
                  </a:lnTo>
                  <a:lnTo>
                    <a:pt x="239268" y="120396"/>
                  </a:lnTo>
                  <a:close/>
                </a:path>
                <a:path w="334010" h="375285">
                  <a:moveTo>
                    <a:pt x="243840" y="28956"/>
                  </a:moveTo>
                  <a:lnTo>
                    <a:pt x="240792" y="28956"/>
                  </a:lnTo>
                  <a:lnTo>
                    <a:pt x="240792" y="374904"/>
                  </a:lnTo>
                  <a:lnTo>
                    <a:pt x="243840" y="374904"/>
                  </a:lnTo>
                  <a:lnTo>
                    <a:pt x="243840" y="28956"/>
                  </a:lnTo>
                  <a:close/>
                </a:path>
                <a:path w="334010" h="375285">
                  <a:moveTo>
                    <a:pt x="248412" y="57912"/>
                  </a:moveTo>
                  <a:lnTo>
                    <a:pt x="246888" y="57912"/>
                  </a:lnTo>
                  <a:lnTo>
                    <a:pt x="246888" y="374904"/>
                  </a:lnTo>
                  <a:lnTo>
                    <a:pt x="248412" y="374904"/>
                  </a:lnTo>
                  <a:lnTo>
                    <a:pt x="248412" y="57912"/>
                  </a:lnTo>
                  <a:close/>
                </a:path>
                <a:path w="334010" h="375285">
                  <a:moveTo>
                    <a:pt x="252984" y="128016"/>
                  </a:moveTo>
                  <a:lnTo>
                    <a:pt x="251460" y="128016"/>
                  </a:lnTo>
                  <a:lnTo>
                    <a:pt x="251460" y="374904"/>
                  </a:lnTo>
                  <a:lnTo>
                    <a:pt x="252984" y="374904"/>
                  </a:lnTo>
                  <a:lnTo>
                    <a:pt x="252984" y="128016"/>
                  </a:lnTo>
                  <a:close/>
                </a:path>
                <a:path w="334010" h="375285">
                  <a:moveTo>
                    <a:pt x="257556" y="45720"/>
                  </a:moveTo>
                  <a:lnTo>
                    <a:pt x="256032" y="45720"/>
                  </a:lnTo>
                  <a:lnTo>
                    <a:pt x="256032" y="374904"/>
                  </a:lnTo>
                  <a:lnTo>
                    <a:pt x="257556" y="374904"/>
                  </a:lnTo>
                  <a:lnTo>
                    <a:pt x="257556" y="45720"/>
                  </a:lnTo>
                  <a:close/>
                </a:path>
                <a:path w="334010" h="375285">
                  <a:moveTo>
                    <a:pt x="262128" y="112776"/>
                  </a:moveTo>
                  <a:lnTo>
                    <a:pt x="260604" y="112776"/>
                  </a:lnTo>
                  <a:lnTo>
                    <a:pt x="260604" y="374904"/>
                  </a:lnTo>
                  <a:lnTo>
                    <a:pt x="262128" y="374904"/>
                  </a:lnTo>
                  <a:lnTo>
                    <a:pt x="262128" y="112776"/>
                  </a:lnTo>
                  <a:close/>
                </a:path>
                <a:path w="334010" h="375285">
                  <a:moveTo>
                    <a:pt x="266700" y="38100"/>
                  </a:moveTo>
                  <a:lnTo>
                    <a:pt x="265176" y="38100"/>
                  </a:lnTo>
                  <a:lnTo>
                    <a:pt x="265176" y="374904"/>
                  </a:lnTo>
                  <a:lnTo>
                    <a:pt x="266700" y="374904"/>
                  </a:lnTo>
                  <a:lnTo>
                    <a:pt x="266700" y="38100"/>
                  </a:lnTo>
                  <a:close/>
                </a:path>
                <a:path w="334010" h="375285">
                  <a:moveTo>
                    <a:pt x="271272" y="10668"/>
                  </a:moveTo>
                  <a:lnTo>
                    <a:pt x="269748" y="10668"/>
                  </a:lnTo>
                  <a:lnTo>
                    <a:pt x="269748" y="374904"/>
                  </a:lnTo>
                  <a:lnTo>
                    <a:pt x="271272" y="374904"/>
                  </a:lnTo>
                  <a:lnTo>
                    <a:pt x="271272" y="10668"/>
                  </a:lnTo>
                  <a:close/>
                </a:path>
                <a:path w="334010" h="375285">
                  <a:moveTo>
                    <a:pt x="277368" y="32004"/>
                  </a:moveTo>
                  <a:lnTo>
                    <a:pt x="274320" y="32004"/>
                  </a:lnTo>
                  <a:lnTo>
                    <a:pt x="274320" y="374904"/>
                  </a:lnTo>
                  <a:lnTo>
                    <a:pt x="277368" y="374904"/>
                  </a:lnTo>
                  <a:lnTo>
                    <a:pt x="277368" y="32004"/>
                  </a:lnTo>
                  <a:close/>
                </a:path>
                <a:path w="334010" h="375285">
                  <a:moveTo>
                    <a:pt x="281940" y="38100"/>
                  </a:moveTo>
                  <a:lnTo>
                    <a:pt x="278892" y="38100"/>
                  </a:lnTo>
                  <a:lnTo>
                    <a:pt x="278892" y="374904"/>
                  </a:lnTo>
                  <a:lnTo>
                    <a:pt x="281940" y="374904"/>
                  </a:lnTo>
                  <a:lnTo>
                    <a:pt x="281940" y="38100"/>
                  </a:lnTo>
                  <a:close/>
                </a:path>
                <a:path w="334010" h="375285">
                  <a:moveTo>
                    <a:pt x="286512" y="260604"/>
                  </a:moveTo>
                  <a:lnTo>
                    <a:pt x="283464" y="260604"/>
                  </a:lnTo>
                  <a:lnTo>
                    <a:pt x="283464" y="374904"/>
                  </a:lnTo>
                  <a:lnTo>
                    <a:pt x="286512" y="374904"/>
                  </a:lnTo>
                  <a:lnTo>
                    <a:pt x="286512" y="260604"/>
                  </a:lnTo>
                  <a:close/>
                </a:path>
                <a:path w="334010" h="375285">
                  <a:moveTo>
                    <a:pt x="291084" y="86868"/>
                  </a:moveTo>
                  <a:lnTo>
                    <a:pt x="289560" y="86868"/>
                  </a:lnTo>
                  <a:lnTo>
                    <a:pt x="289560" y="374904"/>
                  </a:lnTo>
                  <a:lnTo>
                    <a:pt x="291084" y="374904"/>
                  </a:lnTo>
                  <a:lnTo>
                    <a:pt x="291084" y="86868"/>
                  </a:lnTo>
                  <a:close/>
                </a:path>
                <a:path w="334010" h="375285">
                  <a:moveTo>
                    <a:pt x="295656" y="38100"/>
                  </a:moveTo>
                  <a:lnTo>
                    <a:pt x="294132" y="38100"/>
                  </a:lnTo>
                  <a:lnTo>
                    <a:pt x="294132" y="374904"/>
                  </a:lnTo>
                  <a:lnTo>
                    <a:pt x="295656" y="374904"/>
                  </a:lnTo>
                  <a:lnTo>
                    <a:pt x="295656" y="38100"/>
                  </a:lnTo>
                  <a:close/>
                </a:path>
                <a:path w="334010" h="375285">
                  <a:moveTo>
                    <a:pt x="300228" y="28956"/>
                  </a:moveTo>
                  <a:lnTo>
                    <a:pt x="298704" y="28956"/>
                  </a:lnTo>
                  <a:lnTo>
                    <a:pt x="298704" y="374904"/>
                  </a:lnTo>
                  <a:lnTo>
                    <a:pt x="300228" y="374904"/>
                  </a:lnTo>
                  <a:lnTo>
                    <a:pt x="300228" y="28956"/>
                  </a:lnTo>
                  <a:close/>
                </a:path>
                <a:path w="334010" h="375285">
                  <a:moveTo>
                    <a:pt x="304800" y="28956"/>
                  </a:moveTo>
                  <a:lnTo>
                    <a:pt x="303276" y="28956"/>
                  </a:lnTo>
                  <a:lnTo>
                    <a:pt x="303276" y="374904"/>
                  </a:lnTo>
                  <a:lnTo>
                    <a:pt x="304800" y="374904"/>
                  </a:lnTo>
                  <a:lnTo>
                    <a:pt x="304800" y="28956"/>
                  </a:lnTo>
                  <a:close/>
                </a:path>
                <a:path w="334010" h="375285">
                  <a:moveTo>
                    <a:pt x="309372" y="260604"/>
                  </a:moveTo>
                  <a:lnTo>
                    <a:pt x="307848" y="260604"/>
                  </a:lnTo>
                  <a:lnTo>
                    <a:pt x="307848" y="374904"/>
                  </a:lnTo>
                  <a:lnTo>
                    <a:pt x="309372" y="374904"/>
                  </a:lnTo>
                  <a:lnTo>
                    <a:pt x="309372" y="260604"/>
                  </a:lnTo>
                  <a:close/>
                </a:path>
                <a:path w="334010" h="375285">
                  <a:moveTo>
                    <a:pt x="313944" y="54864"/>
                  </a:moveTo>
                  <a:lnTo>
                    <a:pt x="312420" y="54864"/>
                  </a:lnTo>
                  <a:lnTo>
                    <a:pt x="312420" y="374904"/>
                  </a:lnTo>
                  <a:lnTo>
                    <a:pt x="313944" y="374904"/>
                  </a:lnTo>
                  <a:lnTo>
                    <a:pt x="313944" y="54864"/>
                  </a:lnTo>
                  <a:close/>
                </a:path>
                <a:path w="334010" h="375285">
                  <a:moveTo>
                    <a:pt x="320040" y="176784"/>
                  </a:moveTo>
                  <a:lnTo>
                    <a:pt x="316992" y="176784"/>
                  </a:lnTo>
                  <a:lnTo>
                    <a:pt x="316992" y="374904"/>
                  </a:lnTo>
                  <a:lnTo>
                    <a:pt x="320040" y="374904"/>
                  </a:lnTo>
                  <a:lnTo>
                    <a:pt x="320040" y="176784"/>
                  </a:lnTo>
                  <a:close/>
                </a:path>
                <a:path w="334010" h="375285">
                  <a:moveTo>
                    <a:pt x="324612" y="60972"/>
                  </a:moveTo>
                  <a:lnTo>
                    <a:pt x="321564" y="60972"/>
                  </a:lnTo>
                  <a:lnTo>
                    <a:pt x="321564" y="374904"/>
                  </a:lnTo>
                  <a:lnTo>
                    <a:pt x="324612" y="374904"/>
                  </a:lnTo>
                  <a:lnTo>
                    <a:pt x="324612" y="60972"/>
                  </a:lnTo>
                  <a:close/>
                </a:path>
                <a:path w="334010" h="375285">
                  <a:moveTo>
                    <a:pt x="329184" y="21336"/>
                  </a:moveTo>
                  <a:lnTo>
                    <a:pt x="327660" y="21336"/>
                  </a:lnTo>
                  <a:lnTo>
                    <a:pt x="327660" y="374904"/>
                  </a:lnTo>
                  <a:lnTo>
                    <a:pt x="329184" y="374904"/>
                  </a:lnTo>
                  <a:lnTo>
                    <a:pt x="329184" y="21336"/>
                  </a:lnTo>
                  <a:close/>
                </a:path>
                <a:path w="334010" h="375285">
                  <a:moveTo>
                    <a:pt x="333756" y="33528"/>
                  </a:moveTo>
                  <a:lnTo>
                    <a:pt x="332232" y="33528"/>
                  </a:lnTo>
                  <a:lnTo>
                    <a:pt x="332232" y="374904"/>
                  </a:lnTo>
                  <a:lnTo>
                    <a:pt x="333756" y="374904"/>
                  </a:lnTo>
                  <a:lnTo>
                    <a:pt x="333756" y="33528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515356" y="3491483"/>
              <a:ext cx="334010" cy="372110"/>
            </a:xfrm>
            <a:custGeom>
              <a:avLst/>
              <a:gdLst/>
              <a:ahLst/>
              <a:cxnLst/>
              <a:rect l="l" t="t" r="r" b="b"/>
              <a:pathLst>
                <a:path w="334010" h="372110">
                  <a:moveTo>
                    <a:pt x="1524" y="30480"/>
                  </a:moveTo>
                  <a:lnTo>
                    <a:pt x="0" y="30480"/>
                  </a:lnTo>
                  <a:lnTo>
                    <a:pt x="0" y="371856"/>
                  </a:lnTo>
                  <a:lnTo>
                    <a:pt x="1524" y="371856"/>
                  </a:lnTo>
                  <a:lnTo>
                    <a:pt x="1524" y="30480"/>
                  </a:lnTo>
                  <a:close/>
                </a:path>
                <a:path w="334010" h="372110">
                  <a:moveTo>
                    <a:pt x="6096" y="67056"/>
                  </a:moveTo>
                  <a:lnTo>
                    <a:pt x="4572" y="67056"/>
                  </a:lnTo>
                  <a:lnTo>
                    <a:pt x="4572" y="371856"/>
                  </a:lnTo>
                  <a:lnTo>
                    <a:pt x="6096" y="371856"/>
                  </a:lnTo>
                  <a:lnTo>
                    <a:pt x="6096" y="67056"/>
                  </a:lnTo>
                  <a:close/>
                </a:path>
                <a:path w="334010" h="372110">
                  <a:moveTo>
                    <a:pt x="10668" y="57924"/>
                  </a:moveTo>
                  <a:lnTo>
                    <a:pt x="9144" y="57924"/>
                  </a:lnTo>
                  <a:lnTo>
                    <a:pt x="9144" y="371856"/>
                  </a:lnTo>
                  <a:lnTo>
                    <a:pt x="10668" y="371856"/>
                  </a:lnTo>
                  <a:lnTo>
                    <a:pt x="10668" y="57924"/>
                  </a:lnTo>
                  <a:close/>
                </a:path>
                <a:path w="334010" h="372110">
                  <a:moveTo>
                    <a:pt x="15240" y="4572"/>
                  </a:moveTo>
                  <a:lnTo>
                    <a:pt x="13716" y="4572"/>
                  </a:lnTo>
                  <a:lnTo>
                    <a:pt x="13716" y="371856"/>
                  </a:lnTo>
                  <a:lnTo>
                    <a:pt x="15240" y="371856"/>
                  </a:lnTo>
                  <a:lnTo>
                    <a:pt x="15240" y="4572"/>
                  </a:lnTo>
                  <a:close/>
                </a:path>
                <a:path w="334010" h="372110">
                  <a:moveTo>
                    <a:pt x="19812" y="19812"/>
                  </a:moveTo>
                  <a:lnTo>
                    <a:pt x="18288" y="19812"/>
                  </a:lnTo>
                  <a:lnTo>
                    <a:pt x="18288" y="371856"/>
                  </a:lnTo>
                  <a:lnTo>
                    <a:pt x="19812" y="371856"/>
                  </a:lnTo>
                  <a:lnTo>
                    <a:pt x="19812" y="19812"/>
                  </a:lnTo>
                  <a:close/>
                </a:path>
                <a:path w="334010" h="372110">
                  <a:moveTo>
                    <a:pt x="24384" y="4572"/>
                  </a:moveTo>
                  <a:lnTo>
                    <a:pt x="22860" y="4572"/>
                  </a:lnTo>
                  <a:lnTo>
                    <a:pt x="22860" y="371856"/>
                  </a:lnTo>
                  <a:lnTo>
                    <a:pt x="24384" y="371856"/>
                  </a:lnTo>
                  <a:lnTo>
                    <a:pt x="24384" y="4572"/>
                  </a:lnTo>
                  <a:close/>
                </a:path>
                <a:path w="334010" h="372110">
                  <a:moveTo>
                    <a:pt x="30480" y="42672"/>
                  </a:moveTo>
                  <a:lnTo>
                    <a:pt x="27432" y="42672"/>
                  </a:lnTo>
                  <a:lnTo>
                    <a:pt x="27432" y="371856"/>
                  </a:lnTo>
                  <a:lnTo>
                    <a:pt x="30480" y="371856"/>
                  </a:lnTo>
                  <a:lnTo>
                    <a:pt x="30480" y="42672"/>
                  </a:lnTo>
                  <a:close/>
                </a:path>
                <a:path w="334010" h="372110">
                  <a:moveTo>
                    <a:pt x="35052" y="73152"/>
                  </a:moveTo>
                  <a:lnTo>
                    <a:pt x="32004" y="73152"/>
                  </a:lnTo>
                  <a:lnTo>
                    <a:pt x="32004" y="371856"/>
                  </a:lnTo>
                  <a:lnTo>
                    <a:pt x="35052" y="371856"/>
                  </a:lnTo>
                  <a:lnTo>
                    <a:pt x="35052" y="73152"/>
                  </a:lnTo>
                  <a:close/>
                </a:path>
                <a:path w="334010" h="372110">
                  <a:moveTo>
                    <a:pt x="39624" y="4572"/>
                  </a:moveTo>
                  <a:lnTo>
                    <a:pt x="38100" y="4572"/>
                  </a:lnTo>
                  <a:lnTo>
                    <a:pt x="38100" y="371856"/>
                  </a:lnTo>
                  <a:lnTo>
                    <a:pt x="39624" y="371856"/>
                  </a:lnTo>
                  <a:lnTo>
                    <a:pt x="39624" y="4572"/>
                  </a:lnTo>
                  <a:close/>
                </a:path>
                <a:path w="334010" h="372110">
                  <a:moveTo>
                    <a:pt x="44196" y="7620"/>
                  </a:moveTo>
                  <a:lnTo>
                    <a:pt x="42672" y="7620"/>
                  </a:lnTo>
                  <a:lnTo>
                    <a:pt x="42672" y="371856"/>
                  </a:lnTo>
                  <a:lnTo>
                    <a:pt x="44196" y="371856"/>
                  </a:lnTo>
                  <a:lnTo>
                    <a:pt x="44196" y="7620"/>
                  </a:lnTo>
                  <a:close/>
                </a:path>
                <a:path w="334010" h="372110">
                  <a:moveTo>
                    <a:pt x="48768" y="47244"/>
                  </a:moveTo>
                  <a:lnTo>
                    <a:pt x="47244" y="47244"/>
                  </a:lnTo>
                  <a:lnTo>
                    <a:pt x="47244" y="371856"/>
                  </a:lnTo>
                  <a:lnTo>
                    <a:pt x="48768" y="371856"/>
                  </a:lnTo>
                  <a:lnTo>
                    <a:pt x="48768" y="47244"/>
                  </a:lnTo>
                  <a:close/>
                </a:path>
                <a:path w="334010" h="372110">
                  <a:moveTo>
                    <a:pt x="53340" y="60972"/>
                  </a:moveTo>
                  <a:lnTo>
                    <a:pt x="51816" y="60972"/>
                  </a:lnTo>
                  <a:lnTo>
                    <a:pt x="51816" y="371856"/>
                  </a:lnTo>
                  <a:lnTo>
                    <a:pt x="53340" y="371856"/>
                  </a:lnTo>
                  <a:lnTo>
                    <a:pt x="53340" y="60972"/>
                  </a:lnTo>
                  <a:close/>
                </a:path>
                <a:path w="334010" h="372110">
                  <a:moveTo>
                    <a:pt x="57912" y="59448"/>
                  </a:moveTo>
                  <a:lnTo>
                    <a:pt x="56388" y="59448"/>
                  </a:lnTo>
                  <a:lnTo>
                    <a:pt x="56388" y="371856"/>
                  </a:lnTo>
                  <a:lnTo>
                    <a:pt x="57912" y="371856"/>
                  </a:lnTo>
                  <a:lnTo>
                    <a:pt x="57912" y="59448"/>
                  </a:lnTo>
                  <a:close/>
                </a:path>
                <a:path w="334010" h="372110">
                  <a:moveTo>
                    <a:pt x="62484" y="30480"/>
                  </a:moveTo>
                  <a:lnTo>
                    <a:pt x="60960" y="30480"/>
                  </a:lnTo>
                  <a:lnTo>
                    <a:pt x="60960" y="371856"/>
                  </a:lnTo>
                  <a:lnTo>
                    <a:pt x="62484" y="371856"/>
                  </a:lnTo>
                  <a:lnTo>
                    <a:pt x="62484" y="30480"/>
                  </a:lnTo>
                  <a:close/>
                </a:path>
                <a:path w="334010" h="372110">
                  <a:moveTo>
                    <a:pt x="68580" y="79260"/>
                  </a:moveTo>
                  <a:lnTo>
                    <a:pt x="65532" y="79260"/>
                  </a:lnTo>
                  <a:lnTo>
                    <a:pt x="65532" y="371856"/>
                  </a:lnTo>
                  <a:lnTo>
                    <a:pt x="68580" y="371856"/>
                  </a:lnTo>
                  <a:lnTo>
                    <a:pt x="68580" y="79260"/>
                  </a:lnTo>
                  <a:close/>
                </a:path>
                <a:path w="334010" h="372110">
                  <a:moveTo>
                    <a:pt x="73152" y="257556"/>
                  </a:moveTo>
                  <a:lnTo>
                    <a:pt x="70104" y="257556"/>
                  </a:lnTo>
                  <a:lnTo>
                    <a:pt x="70104" y="371856"/>
                  </a:lnTo>
                  <a:lnTo>
                    <a:pt x="73152" y="371856"/>
                  </a:lnTo>
                  <a:lnTo>
                    <a:pt x="73152" y="257556"/>
                  </a:lnTo>
                  <a:close/>
                </a:path>
                <a:path w="334010" h="372110">
                  <a:moveTo>
                    <a:pt x="77724" y="15240"/>
                  </a:moveTo>
                  <a:lnTo>
                    <a:pt x="74676" y="15240"/>
                  </a:lnTo>
                  <a:lnTo>
                    <a:pt x="74676" y="371856"/>
                  </a:lnTo>
                  <a:lnTo>
                    <a:pt x="77724" y="371856"/>
                  </a:lnTo>
                  <a:lnTo>
                    <a:pt x="77724" y="15240"/>
                  </a:lnTo>
                  <a:close/>
                </a:path>
                <a:path w="334010" h="372110">
                  <a:moveTo>
                    <a:pt x="82296" y="67056"/>
                  </a:moveTo>
                  <a:lnTo>
                    <a:pt x="80772" y="67056"/>
                  </a:lnTo>
                  <a:lnTo>
                    <a:pt x="80772" y="371856"/>
                  </a:lnTo>
                  <a:lnTo>
                    <a:pt x="82296" y="371856"/>
                  </a:lnTo>
                  <a:lnTo>
                    <a:pt x="82296" y="67056"/>
                  </a:lnTo>
                  <a:close/>
                </a:path>
                <a:path w="334010" h="372110">
                  <a:moveTo>
                    <a:pt x="86868" y="39636"/>
                  </a:moveTo>
                  <a:lnTo>
                    <a:pt x="85344" y="39636"/>
                  </a:lnTo>
                  <a:lnTo>
                    <a:pt x="85344" y="371856"/>
                  </a:lnTo>
                  <a:lnTo>
                    <a:pt x="86868" y="371856"/>
                  </a:lnTo>
                  <a:lnTo>
                    <a:pt x="86868" y="39636"/>
                  </a:lnTo>
                  <a:close/>
                </a:path>
                <a:path w="334010" h="372110">
                  <a:moveTo>
                    <a:pt x="91440" y="39636"/>
                  </a:moveTo>
                  <a:lnTo>
                    <a:pt x="89916" y="39636"/>
                  </a:lnTo>
                  <a:lnTo>
                    <a:pt x="89916" y="371856"/>
                  </a:lnTo>
                  <a:lnTo>
                    <a:pt x="91440" y="371856"/>
                  </a:lnTo>
                  <a:lnTo>
                    <a:pt x="91440" y="39636"/>
                  </a:lnTo>
                  <a:close/>
                </a:path>
                <a:path w="334010" h="372110">
                  <a:moveTo>
                    <a:pt x="96012" y="10668"/>
                  </a:moveTo>
                  <a:lnTo>
                    <a:pt x="94488" y="10668"/>
                  </a:lnTo>
                  <a:lnTo>
                    <a:pt x="94488" y="371856"/>
                  </a:lnTo>
                  <a:lnTo>
                    <a:pt x="96012" y="371856"/>
                  </a:lnTo>
                  <a:lnTo>
                    <a:pt x="96012" y="10668"/>
                  </a:lnTo>
                  <a:close/>
                </a:path>
                <a:path w="334010" h="372110">
                  <a:moveTo>
                    <a:pt x="100584" y="47244"/>
                  </a:moveTo>
                  <a:lnTo>
                    <a:pt x="99060" y="47244"/>
                  </a:lnTo>
                  <a:lnTo>
                    <a:pt x="99060" y="371856"/>
                  </a:lnTo>
                  <a:lnTo>
                    <a:pt x="100584" y="371856"/>
                  </a:lnTo>
                  <a:lnTo>
                    <a:pt x="100584" y="47244"/>
                  </a:lnTo>
                  <a:close/>
                </a:path>
                <a:path w="334010" h="372110">
                  <a:moveTo>
                    <a:pt x="105156" y="62484"/>
                  </a:moveTo>
                  <a:lnTo>
                    <a:pt x="103632" y="62484"/>
                  </a:lnTo>
                  <a:lnTo>
                    <a:pt x="103632" y="371856"/>
                  </a:lnTo>
                  <a:lnTo>
                    <a:pt x="105156" y="371856"/>
                  </a:lnTo>
                  <a:lnTo>
                    <a:pt x="105156" y="62484"/>
                  </a:lnTo>
                  <a:close/>
                </a:path>
                <a:path w="334010" h="372110">
                  <a:moveTo>
                    <a:pt x="111252" y="22860"/>
                  </a:moveTo>
                  <a:lnTo>
                    <a:pt x="108204" y="22860"/>
                  </a:lnTo>
                  <a:lnTo>
                    <a:pt x="108204" y="371856"/>
                  </a:lnTo>
                  <a:lnTo>
                    <a:pt x="111252" y="371856"/>
                  </a:lnTo>
                  <a:lnTo>
                    <a:pt x="111252" y="22860"/>
                  </a:lnTo>
                  <a:close/>
                </a:path>
                <a:path w="334010" h="372110">
                  <a:moveTo>
                    <a:pt x="115824" y="47244"/>
                  </a:moveTo>
                  <a:lnTo>
                    <a:pt x="112776" y="47244"/>
                  </a:lnTo>
                  <a:lnTo>
                    <a:pt x="112776" y="371856"/>
                  </a:lnTo>
                  <a:lnTo>
                    <a:pt x="115824" y="371856"/>
                  </a:lnTo>
                  <a:lnTo>
                    <a:pt x="115824" y="47244"/>
                  </a:lnTo>
                  <a:close/>
                </a:path>
                <a:path w="334010" h="372110">
                  <a:moveTo>
                    <a:pt x="120396" y="30480"/>
                  </a:moveTo>
                  <a:lnTo>
                    <a:pt x="118872" y="30480"/>
                  </a:lnTo>
                  <a:lnTo>
                    <a:pt x="118872" y="371856"/>
                  </a:lnTo>
                  <a:lnTo>
                    <a:pt x="120396" y="371856"/>
                  </a:lnTo>
                  <a:lnTo>
                    <a:pt x="120396" y="30480"/>
                  </a:lnTo>
                  <a:close/>
                </a:path>
                <a:path w="334010" h="372110">
                  <a:moveTo>
                    <a:pt x="124968" y="18288"/>
                  </a:moveTo>
                  <a:lnTo>
                    <a:pt x="123444" y="18288"/>
                  </a:lnTo>
                  <a:lnTo>
                    <a:pt x="123444" y="371856"/>
                  </a:lnTo>
                  <a:lnTo>
                    <a:pt x="124968" y="371856"/>
                  </a:lnTo>
                  <a:lnTo>
                    <a:pt x="124968" y="18288"/>
                  </a:lnTo>
                  <a:close/>
                </a:path>
                <a:path w="334010" h="372110">
                  <a:moveTo>
                    <a:pt x="129540" y="35052"/>
                  </a:moveTo>
                  <a:lnTo>
                    <a:pt x="128016" y="35052"/>
                  </a:lnTo>
                  <a:lnTo>
                    <a:pt x="128016" y="371856"/>
                  </a:lnTo>
                  <a:lnTo>
                    <a:pt x="129540" y="371856"/>
                  </a:lnTo>
                  <a:lnTo>
                    <a:pt x="129540" y="35052"/>
                  </a:lnTo>
                  <a:close/>
                </a:path>
                <a:path w="334010" h="372110">
                  <a:moveTo>
                    <a:pt x="134112" y="114312"/>
                  </a:moveTo>
                  <a:lnTo>
                    <a:pt x="132588" y="114312"/>
                  </a:lnTo>
                  <a:lnTo>
                    <a:pt x="132588" y="371856"/>
                  </a:lnTo>
                  <a:lnTo>
                    <a:pt x="134112" y="371856"/>
                  </a:lnTo>
                  <a:lnTo>
                    <a:pt x="134112" y="114312"/>
                  </a:lnTo>
                  <a:close/>
                </a:path>
                <a:path w="334010" h="372110">
                  <a:moveTo>
                    <a:pt x="138684" y="25908"/>
                  </a:moveTo>
                  <a:lnTo>
                    <a:pt x="137160" y="25908"/>
                  </a:lnTo>
                  <a:lnTo>
                    <a:pt x="137160" y="371856"/>
                  </a:lnTo>
                  <a:lnTo>
                    <a:pt x="138684" y="371856"/>
                  </a:lnTo>
                  <a:lnTo>
                    <a:pt x="138684" y="25908"/>
                  </a:lnTo>
                  <a:close/>
                </a:path>
                <a:path w="334010" h="372110">
                  <a:moveTo>
                    <a:pt x="143256" y="67056"/>
                  </a:moveTo>
                  <a:lnTo>
                    <a:pt x="141732" y="67056"/>
                  </a:lnTo>
                  <a:lnTo>
                    <a:pt x="141732" y="371856"/>
                  </a:lnTo>
                  <a:lnTo>
                    <a:pt x="143256" y="371856"/>
                  </a:lnTo>
                  <a:lnTo>
                    <a:pt x="143256" y="67056"/>
                  </a:lnTo>
                  <a:close/>
                </a:path>
                <a:path w="334010" h="372110">
                  <a:moveTo>
                    <a:pt x="147828" y="18288"/>
                  </a:moveTo>
                  <a:lnTo>
                    <a:pt x="146304" y="18288"/>
                  </a:lnTo>
                  <a:lnTo>
                    <a:pt x="146304" y="371856"/>
                  </a:lnTo>
                  <a:lnTo>
                    <a:pt x="147828" y="371856"/>
                  </a:lnTo>
                  <a:lnTo>
                    <a:pt x="147828" y="18288"/>
                  </a:lnTo>
                  <a:close/>
                </a:path>
                <a:path w="334010" h="372110">
                  <a:moveTo>
                    <a:pt x="153924" y="67056"/>
                  </a:moveTo>
                  <a:lnTo>
                    <a:pt x="150876" y="67056"/>
                  </a:lnTo>
                  <a:lnTo>
                    <a:pt x="150876" y="371856"/>
                  </a:lnTo>
                  <a:lnTo>
                    <a:pt x="153924" y="371856"/>
                  </a:lnTo>
                  <a:lnTo>
                    <a:pt x="153924" y="67056"/>
                  </a:lnTo>
                  <a:close/>
                </a:path>
                <a:path w="334010" h="372110">
                  <a:moveTo>
                    <a:pt x="158496" y="51816"/>
                  </a:moveTo>
                  <a:lnTo>
                    <a:pt x="155448" y="51816"/>
                  </a:lnTo>
                  <a:lnTo>
                    <a:pt x="155448" y="371856"/>
                  </a:lnTo>
                  <a:lnTo>
                    <a:pt x="158496" y="371856"/>
                  </a:lnTo>
                  <a:lnTo>
                    <a:pt x="158496" y="51816"/>
                  </a:lnTo>
                  <a:close/>
                </a:path>
                <a:path w="334010" h="372110">
                  <a:moveTo>
                    <a:pt x="163068" y="22860"/>
                  </a:moveTo>
                  <a:lnTo>
                    <a:pt x="161544" y="22860"/>
                  </a:lnTo>
                  <a:lnTo>
                    <a:pt x="161544" y="371856"/>
                  </a:lnTo>
                  <a:lnTo>
                    <a:pt x="163068" y="371856"/>
                  </a:lnTo>
                  <a:lnTo>
                    <a:pt x="163068" y="22860"/>
                  </a:lnTo>
                  <a:close/>
                </a:path>
                <a:path w="334010" h="372110">
                  <a:moveTo>
                    <a:pt x="167640" y="36576"/>
                  </a:moveTo>
                  <a:lnTo>
                    <a:pt x="166116" y="36576"/>
                  </a:lnTo>
                  <a:lnTo>
                    <a:pt x="166116" y="371856"/>
                  </a:lnTo>
                  <a:lnTo>
                    <a:pt x="167640" y="371856"/>
                  </a:lnTo>
                  <a:lnTo>
                    <a:pt x="167640" y="36576"/>
                  </a:lnTo>
                  <a:close/>
                </a:path>
                <a:path w="334010" h="372110">
                  <a:moveTo>
                    <a:pt x="172212" y="44196"/>
                  </a:moveTo>
                  <a:lnTo>
                    <a:pt x="170688" y="44196"/>
                  </a:lnTo>
                  <a:lnTo>
                    <a:pt x="170688" y="371856"/>
                  </a:lnTo>
                  <a:lnTo>
                    <a:pt x="172212" y="371856"/>
                  </a:lnTo>
                  <a:lnTo>
                    <a:pt x="172212" y="44196"/>
                  </a:lnTo>
                  <a:close/>
                </a:path>
                <a:path w="334010" h="372110">
                  <a:moveTo>
                    <a:pt x="176784" y="57924"/>
                  </a:moveTo>
                  <a:lnTo>
                    <a:pt x="175260" y="57924"/>
                  </a:lnTo>
                  <a:lnTo>
                    <a:pt x="175260" y="371856"/>
                  </a:lnTo>
                  <a:lnTo>
                    <a:pt x="176784" y="371856"/>
                  </a:lnTo>
                  <a:lnTo>
                    <a:pt x="176784" y="57924"/>
                  </a:lnTo>
                  <a:close/>
                </a:path>
                <a:path w="334010" h="372110">
                  <a:moveTo>
                    <a:pt x="181356" y="257556"/>
                  </a:moveTo>
                  <a:lnTo>
                    <a:pt x="179832" y="257556"/>
                  </a:lnTo>
                  <a:lnTo>
                    <a:pt x="179832" y="371856"/>
                  </a:lnTo>
                  <a:lnTo>
                    <a:pt x="181356" y="371856"/>
                  </a:lnTo>
                  <a:lnTo>
                    <a:pt x="181356" y="257556"/>
                  </a:lnTo>
                  <a:close/>
                </a:path>
                <a:path w="334010" h="372110">
                  <a:moveTo>
                    <a:pt x="185928" y="22860"/>
                  </a:moveTo>
                  <a:lnTo>
                    <a:pt x="184404" y="22860"/>
                  </a:lnTo>
                  <a:lnTo>
                    <a:pt x="184404" y="371856"/>
                  </a:lnTo>
                  <a:lnTo>
                    <a:pt x="185928" y="371856"/>
                  </a:lnTo>
                  <a:lnTo>
                    <a:pt x="185928" y="22860"/>
                  </a:lnTo>
                  <a:close/>
                </a:path>
                <a:path w="334010" h="372110">
                  <a:moveTo>
                    <a:pt x="192024" y="30480"/>
                  </a:moveTo>
                  <a:lnTo>
                    <a:pt x="188976" y="30480"/>
                  </a:lnTo>
                  <a:lnTo>
                    <a:pt x="188976" y="371856"/>
                  </a:lnTo>
                  <a:lnTo>
                    <a:pt x="192024" y="371856"/>
                  </a:lnTo>
                  <a:lnTo>
                    <a:pt x="192024" y="30480"/>
                  </a:lnTo>
                  <a:close/>
                </a:path>
                <a:path w="334010" h="372110">
                  <a:moveTo>
                    <a:pt x="196596" y="42672"/>
                  </a:moveTo>
                  <a:lnTo>
                    <a:pt x="193548" y="42672"/>
                  </a:lnTo>
                  <a:lnTo>
                    <a:pt x="193548" y="371856"/>
                  </a:lnTo>
                  <a:lnTo>
                    <a:pt x="196596" y="371856"/>
                  </a:lnTo>
                  <a:lnTo>
                    <a:pt x="196596" y="42672"/>
                  </a:lnTo>
                  <a:close/>
                </a:path>
                <a:path w="334010" h="372110">
                  <a:moveTo>
                    <a:pt x="201168" y="39636"/>
                  </a:moveTo>
                  <a:lnTo>
                    <a:pt x="198120" y="39636"/>
                  </a:lnTo>
                  <a:lnTo>
                    <a:pt x="198120" y="371856"/>
                  </a:lnTo>
                  <a:lnTo>
                    <a:pt x="201168" y="371856"/>
                  </a:lnTo>
                  <a:lnTo>
                    <a:pt x="201168" y="39636"/>
                  </a:lnTo>
                  <a:close/>
                </a:path>
                <a:path w="334010" h="372110">
                  <a:moveTo>
                    <a:pt x="205740" y="25908"/>
                  </a:moveTo>
                  <a:lnTo>
                    <a:pt x="204216" y="25908"/>
                  </a:lnTo>
                  <a:lnTo>
                    <a:pt x="204216" y="371856"/>
                  </a:lnTo>
                  <a:lnTo>
                    <a:pt x="205740" y="371856"/>
                  </a:lnTo>
                  <a:lnTo>
                    <a:pt x="205740" y="25908"/>
                  </a:lnTo>
                  <a:close/>
                </a:path>
                <a:path w="334010" h="372110">
                  <a:moveTo>
                    <a:pt x="210312" y="47244"/>
                  </a:moveTo>
                  <a:lnTo>
                    <a:pt x="208788" y="47244"/>
                  </a:lnTo>
                  <a:lnTo>
                    <a:pt x="208788" y="371856"/>
                  </a:lnTo>
                  <a:lnTo>
                    <a:pt x="210312" y="371856"/>
                  </a:lnTo>
                  <a:lnTo>
                    <a:pt x="210312" y="47244"/>
                  </a:lnTo>
                  <a:close/>
                </a:path>
                <a:path w="334010" h="372110">
                  <a:moveTo>
                    <a:pt x="214884" y="22860"/>
                  </a:moveTo>
                  <a:lnTo>
                    <a:pt x="213360" y="22860"/>
                  </a:lnTo>
                  <a:lnTo>
                    <a:pt x="213360" y="371856"/>
                  </a:lnTo>
                  <a:lnTo>
                    <a:pt x="214884" y="371856"/>
                  </a:lnTo>
                  <a:lnTo>
                    <a:pt x="214884" y="22860"/>
                  </a:lnTo>
                  <a:close/>
                </a:path>
                <a:path w="334010" h="372110">
                  <a:moveTo>
                    <a:pt x="219456" y="35052"/>
                  </a:moveTo>
                  <a:lnTo>
                    <a:pt x="217932" y="35052"/>
                  </a:lnTo>
                  <a:lnTo>
                    <a:pt x="217932" y="371856"/>
                  </a:lnTo>
                  <a:lnTo>
                    <a:pt x="219456" y="371856"/>
                  </a:lnTo>
                  <a:lnTo>
                    <a:pt x="219456" y="35052"/>
                  </a:lnTo>
                  <a:close/>
                </a:path>
                <a:path w="334010" h="372110">
                  <a:moveTo>
                    <a:pt x="224028" y="51816"/>
                  </a:moveTo>
                  <a:lnTo>
                    <a:pt x="222504" y="51816"/>
                  </a:lnTo>
                  <a:lnTo>
                    <a:pt x="222504" y="371856"/>
                  </a:lnTo>
                  <a:lnTo>
                    <a:pt x="224028" y="371856"/>
                  </a:lnTo>
                  <a:lnTo>
                    <a:pt x="224028" y="51816"/>
                  </a:lnTo>
                  <a:close/>
                </a:path>
                <a:path w="334010" h="372110">
                  <a:moveTo>
                    <a:pt x="228600" y="25908"/>
                  </a:moveTo>
                  <a:lnTo>
                    <a:pt x="227076" y="25908"/>
                  </a:lnTo>
                  <a:lnTo>
                    <a:pt x="227076" y="371856"/>
                  </a:lnTo>
                  <a:lnTo>
                    <a:pt x="228600" y="371856"/>
                  </a:lnTo>
                  <a:lnTo>
                    <a:pt x="228600" y="25908"/>
                  </a:lnTo>
                  <a:close/>
                </a:path>
                <a:path w="334010" h="372110">
                  <a:moveTo>
                    <a:pt x="234696" y="18288"/>
                  </a:moveTo>
                  <a:lnTo>
                    <a:pt x="231648" y="18288"/>
                  </a:lnTo>
                  <a:lnTo>
                    <a:pt x="231648" y="371856"/>
                  </a:lnTo>
                  <a:lnTo>
                    <a:pt x="234696" y="371856"/>
                  </a:lnTo>
                  <a:lnTo>
                    <a:pt x="234696" y="18288"/>
                  </a:lnTo>
                  <a:close/>
                </a:path>
                <a:path w="334010" h="372110">
                  <a:moveTo>
                    <a:pt x="239268" y="50292"/>
                  </a:moveTo>
                  <a:lnTo>
                    <a:pt x="236220" y="50292"/>
                  </a:lnTo>
                  <a:lnTo>
                    <a:pt x="236220" y="371856"/>
                  </a:lnTo>
                  <a:lnTo>
                    <a:pt x="239268" y="371856"/>
                  </a:lnTo>
                  <a:lnTo>
                    <a:pt x="239268" y="50292"/>
                  </a:lnTo>
                  <a:close/>
                </a:path>
                <a:path w="334010" h="372110">
                  <a:moveTo>
                    <a:pt x="243840" y="50292"/>
                  </a:moveTo>
                  <a:lnTo>
                    <a:pt x="240792" y="50292"/>
                  </a:lnTo>
                  <a:lnTo>
                    <a:pt x="240792" y="371856"/>
                  </a:lnTo>
                  <a:lnTo>
                    <a:pt x="243840" y="371856"/>
                  </a:lnTo>
                  <a:lnTo>
                    <a:pt x="243840" y="50292"/>
                  </a:lnTo>
                  <a:close/>
                </a:path>
                <a:path w="334010" h="372110">
                  <a:moveTo>
                    <a:pt x="248412" y="18288"/>
                  </a:moveTo>
                  <a:lnTo>
                    <a:pt x="246888" y="18288"/>
                  </a:lnTo>
                  <a:lnTo>
                    <a:pt x="246888" y="371856"/>
                  </a:lnTo>
                  <a:lnTo>
                    <a:pt x="248412" y="371856"/>
                  </a:lnTo>
                  <a:lnTo>
                    <a:pt x="248412" y="18288"/>
                  </a:lnTo>
                  <a:close/>
                </a:path>
                <a:path w="334010" h="372110">
                  <a:moveTo>
                    <a:pt x="252984" y="51816"/>
                  </a:moveTo>
                  <a:lnTo>
                    <a:pt x="251460" y="51816"/>
                  </a:lnTo>
                  <a:lnTo>
                    <a:pt x="251460" y="371856"/>
                  </a:lnTo>
                  <a:lnTo>
                    <a:pt x="252984" y="371856"/>
                  </a:lnTo>
                  <a:lnTo>
                    <a:pt x="252984" y="51816"/>
                  </a:lnTo>
                  <a:close/>
                </a:path>
                <a:path w="334010" h="372110">
                  <a:moveTo>
                    <a:pt x="257556" y="30480"/>
                  </a:moveTo>
                  <a:lnTo>
                    <a:pt x="256032" y="30480"/>
                  </a:lnTo>
                  <a:lnTo>
                    <a:pt x="256032" y="371856"/>
                  </a:lnTo>
                  <a:lnTo>
                    <a:pt x="257556" y="371856"/>
                  </a:lnTo>
                  <a:lnTo>
                    <a:pt x="257556" y="30480"/>
                  </a:lnTo>
                  <a:close/>
                </a:path>
                <a:path w="334010" h="372110">
                  <a:moveTo>
                    <a:pt x="262128" y="0"/>
                  </a:moveTo>
                  <a:lnTo>
                    <a:pt x="260604" y="0"/>
                  </a:lnTo>
                  <a:lnTo>
                    <a:pt x="260604" y="371856"/>
                  </a:lnTo>
                  <a:lnTo>
                    <a:pt x="262128" y="371856"/>
                  </a:lnTo>
                  <a:lnTo>
                    <a:pt x="262128" y="0"/>
                  </a:lnTo>
                  <a:close/>
                </a:path>
                <a:path w="334010" h="372110">
                  <a:moveTo>
                    <a:pt x="266700" y="42672"/>
                  </a:moveTo>
                  <a:lnTo>
                    <a:pt x="265176" y="42672"/>
                  </a:lnTo>
                  <a:lnTo>
                    <a:pt x="265176" y="371856"/>
                  </a:lnTo>
                  <a:lnTo>
                    <a:pt x="266700" y="371856"/>
                  </a:lnTo>
                  <a:lnTo>
                    <a:pt x="266700" y="42672"/>
                  </a:lnTo>
                  <a:close/>
                </a:path>
                <a:path w="334010" h="372110">
                  <a:moveTo>
                    <a:pt x="271272" y="77736"/>
                  </a:moveTo>
                  <a:lnTo>
                    <a:pt x="269748" y="77736"/>
                  </a:lnTo>
                  <a:lnTo>
                    <a:pt x="269748" y="371856"/>
                  </a:lnTo>
                  <a:lnTo>
                    <a:pt x="271272" y="371856"/>
                  </a:lnTo>
                  <a:lnTo>
                    <a:pt x="271272" y="77736"/>
                  </a:lnTo>
                  <a:close/>
                </a:path>
                <a:path w="334010" h="372110">
                  <a:moveTo>
                    <a:pt x="277368" y="47244"/>
                  </a:moveTo>
                  <a:lnTo>
                    <a:pt x="274320" y="47244"/>
                  </a:lnTo>
                  <a:lnTo>
                    <a:pt x="274320" y="371856"/>
                  </a:lnTo>
                  <a:lnTo>
                    <a:pt x="277368" y="371856"/>
                  </a:lnTo>
                  <a:lnTo>
                    <a:pt x="277368" y="47244"/>
                  </a:lnTo>
                  <a:close/>
                </a:path>
                <a:path w="334010" h="372110">
                  <a:moveTo>
                    <a:pt x="281940" y="71628"/>
                  </a:moveTo>
                  <a:lnTo>
                    <a:pt x="278892" y="71628"/>
                  </a:lnTo>
                  <a:lnTo>
                    <a:pt x="278892" y="371856"/>
                  </a:lnTo>
                  <a:lnTo>
                    <a:pt x="281940" y="371856"/>
                  </a:lnTo>
                  <a:lnTo>
                    <a:pt x="281940" y="71628"/>
                  </a:lnTo>
                  <a:close/>
                </a:path>
                <a:path w="334010" h="372110">
                  <a:moveTo>
                    <a:pt x="286512" y="51816"/>
                  </a:moveTo>
                  <a:lnTo>
                    <a:pt x="284988" y="51816"/>
                  </a:lnTo>
                  <a:lnTo>
                    <a:pt x="284988" y="371856"/>
                  </a:lnTo>
                  <a:lnTo>
                    <a:pt x="286512" y="371856"/>
                  </a:lnTo>
                  <a:lnTo>
                    <a:pt x="286512" y="51816"/>
                  </a:lnTo>
                  <a:close/>
                </a:path>
                <a:path w="334010" h="372110">
                  <a:moveTo>
                    <a:pt x="291084" y="25908"/>
                  </a:moveTo>
                  <a:lnTo>
                    <a:pt x="289560" y="25908"/>
                  </a:lnTo>
                  <a:lnTo>
                    <a:pt x="289560" y="371856"/>
                  </a:lnTo>
                  <a:lnTo>
                    <a:pt x="291084" y="371856"/>
                  </a:lnTo>
                  <a:lnTo>
                    <a:pt x="291084" y="25908"/>
                  </a:lnTo>
                  <a:close/>
                </a:path>
                <a:path w="334010" h="372110">
                  <a:moveTo>
                    <a:pt x="295656" y="30480"/>
                  </a:moveTo>
                  <a:lnTo>
                    <a:pt x="294132" y="30480"/>
                  </a:lnTo>
                  <a:lnTo>
                    <a:pt x="294132" y="371856"/>
                  </a:lnTo>
                  <a:lnTo>
                    <a:pt x="295656" y="371856"/>
                  </a:lnTo>
                  <a:lnTo>
                    <a:pt x="295656" y="30480"/>
                  </a:lnTo>
                  <a:close/>
                </a:path>
                <a:path w="334010" h="372110">
                  <a:moveTo>
                    <a:pt x="300228" y="42672"/>
                  </a:moveTo>
                  <a:lnTo>
                    <a:pt x="298704" y="42672"/>
                  </a:lnTo>
                  <a:lnTo>
                    <a:pt x="298704" y="371856"/>
                  </a:lnTo>
                  <a:lnTo>
                    <a:pt x="300228" y="371856"/>
                  </a:lnTo>
                  <a:lnTo>
                    <a:pt x="300228" y="42672"/>
                  </a:lnTo>
                  <a:close/>
                </a:path>
                <a:path w="334010" h="372110">
                  <a:moveTo>
                    <a:pt x="304800" y="35052"/>
                  </a:moveTo>
                  <a:lnTo>
                    <a:pt x="303276" y="35052"/>
                  </a:lnTo>
                  <a:lnTo>
                    <a:pt x="303276" y="371856"/>
                  </a:lnTo>
                  <a:lnTo>
                    <a:pt x="304800" y="371856"/>
                  </a:lnTo>
                  <a:lnTo>
                    <a:pt x="304800" y="35052"/>
                  </a:lnTo>
                  <a:close/>
                </a:path>
                <a:path w="334010" h="372110">
                  <a:moveTo>
                    <a:pt x="309372" y="7620"/>
                  </a:moveTo>
                  <a:lnTo>
                    <a:pt x="307848" y="7620"/>
                  </a:lnTo>
                  <a:lnTo>
                    <a:pt x="307848" y="371856"/>
                  </a:lnTo>
                  <a:lnTo>
                    <a:pt x="309372" y="371856"/>
                  </a:lnTo>
                  <a:lnTo>
                    <a:pt x="309372" y="7620"/>
                  </a:lnTo>
                  <a:close/>
                </a:path>
                <a:path w="334010" h="372110">
                  <a:moveTo>
                    <a:pt x="315468" y="30480"/>
                  </a:moveTo>
                  <a:lnTo>
                    <a:pt x="312420" y="30480"/>
                  </a:lnTo>
                  <a:lnTo>
                    <a:pt x="312420" y="371856"/>
                  </a:lnTo>
                  <a:lnTo>
                    <a:pt x="315468" y="371856"/>
                  </a:lnTo>
                  <a:lnTo>
                    <a:pt x="315468" y="30480"/>
                  </a:lnTo>
                  <a:close/>
                </a:path>
                <a:path w="334010" h="372110">
                  <a:moveTo>
                    <a:pt x="320040" y="257556"/>
                  </a:moveTo>
                  <a:lnTo>
                    <a:pt x="316992" y="257556"/>
                  </a:lnTo>
                  <a:lnTo>
                    <a:pt x="316992" y="371856"/>
                  </a:lnTo>
                  <a:lnTo>
                    <a:pt x="320040" y="371856"/>
                  </a:lnTo>
                  <a:lnTo>
                    <a:pt x="320040" y="257556"/>
                  </a:lnTo>
                  <a:close/>
                </a:path>
                <a:path w="334010" h="372110">
                  <a:moveTo>
                    <a:pt x="324612" y="10668"/>
                  </a:moveTo>
                  <a:lnTo>
                    <a:pt x="321564" y="10668"/>
                  </a:lnTo>
                  <a:lnTo>
                    <a:pt x="321564" y="371856"/>
                  </a:lnTo>
                  <a:lnTo>
                    <a:pt x="324612" y="371856"/>
                  </a:lnTo>
                  <a:lnTo>
                    <a:pt x="324612" y="10668"/>
                  </a:lnTo>
                  <a:close/>
                </a:path>
                <a:path w="334010" h="372110">
                  <a:moveTo>
                    <a:pt x="329184" y="47244"/>
                  </a:moveTo>
                  <a:lnTo>
                    <a:pt x="327660" y="47244"/>
                  </a:lnTo>
                  <a:lnTo>
                    <a:pt x="327660" y="371856"/>
                  </a:lnTo>
                  <a:lnTo>
                    <a:pt x="329184" y="371856"/>
                  </a:lnTo>
                  <a:lnTo>
                    <a:pt x="329184" y="47244"/>
                  </a:lnTo>
                  <a:close/>
                </a:path>
                <a:path w="334010" h="372110">
                  <a:moveTo>
                    <a:pt x="333756" y="22860"/>
                  </a:moveTo>
                  <a:lnTo>
                    <a:pt x="332232" y="22860"/>
                  </a:lnTo>
                  <a:lnTo>
                    <a:pt x="332232" y="371856"/>
                  </a:lnTo>
                  <a:lnTo>
                    <a:pt x="333756" y="371856"/>
                  </a:lnTo>
                  <a:lnTo>
                    <a:pt x="333756" y="2286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847588" y="3488435"/>
              <a:ext cx="334010" cy="375285"/>
            </a:xfrm>
            <a:custGeom>
              <a:avLst/>
              <a:gdLst/>
              <a:ahLst/>
              <a:cxnLst/>
              <a:rect l="l" t="t" r="r" b="b"/>
              <a:pathLst>
                <a:path w="334010" h="375285">
                  <a:moveTo>
                    <a:pt x="1524" y="25908"/>
                  </a:moveTo>
                  <a:lnTo>
                    <a:pt x="0" y="25908"/>
                  </a:lnTo>
                  <a:lnTo>
                    <a:pt x="0" y="374904"/>
                  </a:lnTo>
                  <a:lnTo>
                    <a:pt x="1524" y="374904"/>
                  </a:lnTo>
                  <a:lnTo>
                    <a:pt x="1524" y="25908"/>
                  </a:lnTo>
                  <a:close/>
                </a:path>
                <a:path w="334010" h="375285">
                  <a:moveTo>
                    <a:pt x="6096" y="33528"/>
                  </a:moveTo>
                  <a:lnTo>
                    <a:pt x="4572" y="33528"/>
                  </a:lnTo>
                  <a:lnTo>
                    <a:pt x="4572" y="374904"/>
                  </a:lnTo>
                  <a:lnTo>
                    <a:pt x="6096" y="374904"/>
                  </a:lnTo>
                  <a:lnTo>
                    <a:pt x="6096" y="33528"/>
                  </a:lnTo>
                  <a:close/>
                </a:path>
                <a:path w="334010" h="375285">
                  <a:moveTo>
                    <a:pt x="10668" y="10668"/>
                  </a:moveTo>
                  <a:lnTo>
                    <a:pt x="9144" y="10668"/>
                  </a:lnTo>
                  <a:lnTo>
                    <a:pt x="9144" y="374904"/>
                  </a:lnTo>
                  <a:lnTo>
                    <a:pt x="10668" y="374904"/>
                  </a:lnTo>
                  <a:lnTo>
                    <a:pt x="10668" y="10668"/>
                  </a:lnTo>
                  <a:close/>
                </a:path>
                <a:path w="334010" h="375285">
                  <a:moveTo>
                    <a:pt x="15240" y="18288"/>
                  </a:moveTo>
                  <a:lnTo>
                    <a:pt x="13716" y="18288"/>
                  </a:lnTo>
                  <a:lnTo>
                    <a:pt x="13716" y="374904"/>
                  </a:lnTo>
                  <a:lnTo>
                    <a:pt x="15240" y="374904"/>
                  </a:lnTo>
                  <a:lnTo>
                    <a:pt x="15240" y="18288"/>
                  </a:lnTo>
                  <a:close/>
                </a:path>
                <a:path w="334010" h="375285">
                  <a:moveTo>
                    <a:pt x="19812" y="33528"/>
                  </a:moveTo>
                  <a:lnTo>
                    <a:pt x="18288" y="33528"/>
                  </a:lnTo>
                  <a:lnTo>
                    <a:pt x="18288" y="374904"/>
                  </a:lnTo>
                  <a:lnTo>
                    <a:pt x="19812" y="374904"/>
                  </a:lnTo>
                  <a:lnTo>
                    <a:pt x="19812" y="33528"/>
                  </a:lnTo>
                  <a:close/>
                </a:path>
                <a:path w="334010" h="375285">
                  <a:moveTo>
                    <a:pt x="25908" y="91440"/>
                  </a:moveTo>
                  <a:lnTo>
                    <a:pt x="22860" y="91440"/>
                  </a:lnTo>
                  <a:lnTo>
                    <a:pt x="22860" y="374904"/>
                  </a:lnTo>
                  <a:lnTo>
                    <a:pt x="25908" y="374904"/>
                  </a:lnTo>
                  <a:lnTo>
                    <a:pt x="25908" y="91440"/>
                  </a:lnTo>
                  <a:close/>
                </a:path>
                <a:path w="334010" h="375285">
                  <a:moveTo>
                    <a:pt x="30480" y="42684"/>
                  </a:moveTo>
                  <a:lnTo>
                    <a:pt x="27432" y="42684"/>
                  </a:lnTo>
                  <a:lnTo>
                    <a:pt x="27432" y="374904"/>
                  </a:lnTo>
                  <a:lnTo>
                    <a:pt x="30480" y="374904"/>
                  </a:lnTo>
                  <a:lnTo>
                    <a:pt x="30480" y="42684"/>
                  </a:lnTo>
                  <a:close/>
                </a:path>
                <a:path w="334010" h="375285">
                  <a:moveTo>
                    <a:pt x="35052" y="33528"/>
                  </a:moveTo>
                  <a:lnTo>
                    <a:pt x="32004" y="33528"/>
                  </a:lnTo>
                  <a:lnTo>
                    <a:pt x="32004" y="374904"/>
                  </a:lnTo>
                  <a:lnTo>
                    <a:pt x="35052" y="374904"/>
                  </a:lnTo>
                  <a:lnTo>
                    <a:pt x="35052" y="33528"/>
                  </a:lnTo>
                  <a:close/>
                </a:path>
                <a:path w="334010" h="375285">
                  <a:moveTo>
                    <a:pt x="39624" y="54864"/>
                  </a:moveTo>
                  <a:lnTo>
                    <a:pt x="38100" y="54864"/>
                  </a:lnTo>
                  <a:lnTo>
                    <a:pt x="38100" y="374904"/>
                  </a:lnTo>
                  <a:lnTo>
                    <a:pt x="39624" y="374904"/>
                  </a:lnTo>
                  <a:lnTo>
                    <a:pt x="39624" y="54864"/>
                  </a:lnTo>
                  <a:close/>
                </a:path>
                <a:path w="334010" h="375285">
                  <a:moveTo>
                    <a:pt x="44196" y="50292"/>
                  </a:moveTo>
                  <a:lnTo>
                    <a:pt x="42672" y="50292"/>
                  </a:lnTo>
                  <a:lnTo>
                    <a:pt x="42672" y="374904"/>
                  </a:lnTo>
                  <a:lnTo>
                    <a:pt x="44196" y="374904"/>
                  </a:lnTo>
                  <a:lnTo>
                    <a:pt x="44196" y="50292"/>
                  </a:lnTo>
                  <a:close/>
                </a:path>
                <a:path w="334010" h="375285">
                  <a:moveTo>
                    <a:pt x="48768" y="60972"/>
                  </a:moveTo>
                  <a:lnTo>
                    <a:pt x="47244" y="60972"/>
                  </a:lnTo>
                  <a:lnTo>
                    <a:pt x="47244" y="374904"/>
                  </a:lnTo>
                  <a:lnTo>
                    <a:pt x="48768" y="374904"/>
                  </a:lnTo>
                  <a:lnTo>
                    <a:pt x="48768" y="60972"/>
                  </a:lnTo>
                  <a:close/>
                </a:path>
                <a:path w="334010" h="375285">
                  <a:moveTo>
                    <a:pt x="53340" y="28956"/>
                  </a:moveTo>
                  <a:lnTo>
                    <a:pt x="51816" y="28956"/>
                  </a:lnTo>
                  <a:lnTo>
                    <a:pt x="51816" y="374904"/>
                  </a:lnTo>
                  <a:lnTo>
                    <a:pt x="53340" y="374904"/>
                  </a:lnTo>
                  <a:lnTo>
                    <a:pt x="53340" y="28956"/>
                  </a:lnTo>
                  <a:close/>
                </a:path>
                <a:path w="334010" h="375285">
                  <a:moveTo>
                    <a:pt x="57912" y="42684"/>
                  </a:moveTo>
                  <a:lnTo>
                    <a:pt x="56388" y="42684"/>
                  </a:lnTo>
                  <a:lnTo>
                    <a:pt x="56388" y="374904"/>
                  </a:lnTo>
                  <a:lnTo>
                    <a:pt x="57912" y="374904"/>
                  </a:lnTo>
                  <a:lnTo>
                    <a:pt x="57912" y="42684"/>
                  </a:lnTo>
                  <a:close/>
                </a:path>
                <a:path w="334010" h="375285">
                  <a:moveTo>
                    <a:pt x="62484" y="260604"/>
                  </a:moveTo>
                  <a:lnTo>
                    <a:pt x="60960" y="260604"/>
                  </a:lnTo>
                  <a:lnTo>
                    <a:pt x="60960" y="374904"/>
                  </a:lnTo>
                  <a:lnTo>
                    <a:pt x="62484" y="374904"/>
                  </a:lnTo>
                  <a:lnTo>
                    <a:pt x="62484" y="260604"/>
                  </a:lnTo>
                  <a:close/>
                </a:path>
                <a:path w="334010" h="375285">
                  <a:moveTo>
                    <a:pt x="68580" y="28956"/>
                  </a:moveTo>
                  <a:lnTo>
                    <a:pt x="65532" y="28956"/>
                  </a:lnTo>
                  <a:lnTo>
                    <a:pt x="65532" y="374904"/>
                  </a:lnTo>
                  <a:lnTo>
                    <a:pt x="68580" y="374904"/>
                  </a:lnTo>
                  <a:lnTo>
                    <a:pt x="68580" y="28956"/>
                  </a:lnTo>
                  <a:close/>
                </a:path>
                <a:path w="334010" h="375285">
                  <a:moveTo>
                    <a:pt x="73152" y="7620"/>
                  </a:moveTo>
                  <a:lnTo>
                    <a:pt x="70104" y="7620"/>
                  </a:lnTo>
                  <a:lnTo>
                    <a:pt x="70104" y="374904"/>
                  </a:lnTo>
                  <a:lnTo>
                    <a:pt x="73152" y="374904"/>
                  </a:lnTo>
                  <a:lnTo>
                    <a:pt x="73152" y="7620"/>
                  </a:lnTo>
                  <a:close/>
                </a:path>
                <a:path w="334010" h="375285">
                  <a:moveTo>
                    <a:pt x="77724" y="65532"/>
                  </a:moveTo>
                  <a:lnTo>
                    <a:pt x="76200" y="65532"/>
                  </a:lnTo>
                  <a:lnTo>
                    <a:pt x="76200" y="374904"/>
                  </a:lnTo>
                  <a:lnTo>
                    <a:pt x="77724" y="374904"/>
                  </a:lnTo>
                  <a:lnTo>
                    <a:pt x="77724" y="65532"/>
                  </a:lnTo>
                  <a:close/>
                </a:path>
                <a:path w="334010" h="375285">
                  <a:moveTo>
                    <a:pt x="82296" y="28956"/>
                  </a:moveTo>
                  <a:lnTo>
                    <a:pt x="80772" y="28956"/>
                  </a:lnTo>
                  <a:lnTo>
                    <a:pt x="80772" y="374904"/>
                  </a:lnTo>
                  <a:lnTo>
                    <a:pt x="82296" y="374904"/>
                  </a:lnTo>
                  <a:lnTo>
                    <a:pt x="82296" y="28956"/>
                  </a:lnTo>
                  <a:close/>
                </a:path>
                <a:path w="334010" h="375285">
                  <a:moveTo>
                    <a:pt x="86868" y="53340"/>
                  </a:moveTo>
                  <a:lnTo>
                    <a:pt x="85344" y="53340"/>
                  </a:lnTo>
                  <a:lnTo>
                    <a:pt x="85344" y="374904"/>
                  </a:lnTo>
                  <a:lnTo>
                    <a:pt x="86868" y="374904"/>
                  </a:lnTo>
                  <a:lnTo>
                    <a:pt x="86868" y="53340"/>
                  </a:lnTo>
                  <a:close/>
                </a:path>
                <a:path w="334010" h="375285">
                  <a:moveTo>
                    <a:pt x="91440" y="0"/>
                  </a:moveTo>
                  <a:lnTo>
                    <a:pt x="89916" y="0"/>
                  </a:lnTo>
                  <a:lnTo>
                    <a:pt x="89916" y="374904"/>
                  </a:lnTo>
                  <a:lnTo>
                    <a:pt x="91440" y="374904"/>
                  </a:lnTo>
                  <a:lnTo>
                    <a:pt x="91440" y="0"/>
                  </a:lnTo>
                  <a:close/>
                </a:path>
                <a:path w="334010" h="375285">
                  <a:moveTo>
                    <a:pt x="96012" y="44208"/>
                  </a:moveTo>
                  <a:lnTo>
                    <a:pt x="94488" y="44208"/>
                  </a:lnTo>
                  <a:lnTo>
                    <a:pt x="94488" y="374904"/>
                  </a:lnTo>
                  <a:lnTo>
                    <a:pt x="96012" y="374904"/>
                  </a:lnTo>
                  <a:lnTo>
                    <a:pt x="96012" y="44208"/>
                  </a:lnTo>
                  <a:close/>
                </a:path>
                <a:path w="334010" h="375285">
                  <a:moveTo>
                    <a:pt x="100584" y="13716"/>
                  </a:moveTo>
                  <a:lnTo>
                    <a:pt x="99060" y="13716"/>
                  </a:lnTo>
                  <a:lnTo>
                    <a:pt x="99060" y="374904"/>
                  </a:lnTo>
                  <a:lnTo>
                    <a:pt x="100584" y="374904"/>
                  </a:lnTo>
                  <a:lnTo>
                    <a:pt x="100584" y="13716"/>
                  </a:lnTo>
                  <a:close/>
                </a:path>
                <a:path w="334010" h="375285">
                  <a:moveTo>
                    <a:pt x="106680" y="42684"/>
                  </a:moveTo>
                  <a:lnTo>
                    <a:pt x="103632" y="42684"/>
                  </a:lnTo>
                  <a:lnTo>
                    <a:pt x="103632" y="374904"/>
                  </a:lnTo>
                  <a:lnTo>
                    <a:pt x="106680" y="374904"/>
                  </a:lnTo>
                  <a:lnTo>
                    <a:pt x="106680" y="42684"/>
                  </a:lnTo>
                  <a:close/>
                </a:path>
                <a:path w="334010" h="375285">
                  <a:moveTo>
                    <a:pt x="111252" y="60972"/>
                  </a:moveTo>
                  <a:lnTo>
                    <a:pt x="108204" y="60972"/>
                  </a:lnTo>
                  <a:lnTo>
                    <a:pt x="108204" y="374904"/>
                  </a:lnTo>
                  <a:lnTo>
                    <a:pt x="111252" y="374904"/>
                  </a:lnTo>
                  <a:lnTo>
                    <a:pt x="111252" y="60972"/>
                  </a:lnTo>
                  <a:close/>
                </a:path>
                <a:path w="334010" h="375285">
                  <a:moveTo>
                    <a:pt x="115824" y="38100"/>
                  </a:moveTo>
                  <a:lnTo>
                    <a:pt x="112776" y="38100"/>
                  </a:lnTo>
                  <a:lnTo>
                    <a:pt x="112776" y="374904"/>
                  </a:lnTo>
                  <a:lnTo>
                    <a:pt x="115824" y="374904"/>
                  </a:lnTo>
                  <a:lnTo>
                    <a:pt x="115824" y="38100"/>
                  </a:lnTo>
                  <a:close/>
                </a:path>
                <a:path w="334010" h="375285">
                  <a:moveTo>
                    <a:pt x="120396" y="50292"/>
                  </a:moveTo>
                  <a:lnTo>
                    <a:pt x="118872" y="50292"/>
                  </a:lnTo>
                  <a:lnTo>
                    <a:pt x="118872" y="374904"/>
                  </a:lnTo>
                  <a:lnTo>
                    <a:pt x="120396" y="374904"/>
                  </a:lnTo>
                  <a:lnTo>
                    <a:pt x="120396" y="50292"/>
                  </a:lnTo>
                  <a:close/>
                </a:path>
                <a:path w="334010" h="375285">
                  <a:moveTo>
                    <a:pt x="124968" y="103632"/>
                  </a:moveTo>
                  <a:lnTo>
                    <a:pt x="123444" y="103632"/>
                  </a:lnTo>
                  <a:lnTo>
                    <a:pt x="123444" y="374904"/>
                  </a:lnTo>
                  <a:lnTo>
                    <a:pt x="124968" y="374904"/>
                  </a:lnTo>
                  <a:lnTo>
                    <a:pt x="124968" y="103632"/>
                  </a:lnTo>
                  <a:close/>
                </a:path>
                <a:path w="334010" h="375285">
                  <a:moveTo>
                    <a:pt x="129540" y="42684"/>
                  </a:moveTo>
                  <a:lnTo>
                    <a:pt x="128016" y="42684"/>
                  </a:lnTo>
                  <a:lnTo>
                    <a:pt x="128016" y="374904"/>
                  </a:lnTo>
                  <a:lnTo>
                    <a:pt x="129540" y="374904"/>
                  </a:lnTo>
                  <a:lnTo>
                    <a:pt x="129540" y="42684"/>
                  </a:lnTo>
                  <a:close/>
                </a:path>
                <a:path w="334010" h="375285">
                  <a:moveTo>
                    <a:pt x="134112" y="33528"/>
                  </a:moveTo>
                  <a:lnTo>
                    <a:pt x="132588" y="33528"/>
                  </a:lnTo>
                  <a:lnTo>
                    <a:pt x="132588" y="374904"/>
                  </a:lnTo>
                  <a:lnTo>
                    <a:pt x="134112" y="374904"/>
                  </a:lnTo>
                  <a:lnTo>
                    <a:pt x="134112" y="33528"/>
                  </a:lnTo>
                  <a:close/>
                </a:path>
                <a:path w="334010" h="375285">
                  <a:moveTo>
                    <a:pt x="138684" y="42684"/>
                  </a:moveTo>
                  <a:lnTo>
                    <a:pt x="137160" y="42684"/>
                  </a:lnTo>
                  <a:lnTo>
                    <a:pt x="137160" y="374904"/>
                  </a:lnTo>
                  <a:lnTo>
                    <a:pt x="138684" y="374904"/>
                  </a:lnTo>
                  <a:lnTo>
                    <a:pt x="138684" y="42684"/>
                  </a:lnTo>
                  <a:close/>
                </a:path>
                <a:path w="334010" h="375285">
                  <a:moveTo>
                    <a:pt x="143256" y="67056"/>
                  </a:moveTo>
                  <a:lnTo>
                    <a:pt x="141732" y="67056"/>
                  </a:lnTo>
                  <a:lnTo>
                    <a:pt x="141732" y="374904"/>
                  </a:lnTo>
                  <a:lnTo>
                    <a:pt x="143256" y="374904"/>
                  </a:lnTo>
                  <a:lnTo>
                    <a:pt x="143256" y="67056"/>
                  </a:lnTo>
                  <a:close/>
                </a:path>
                <a:path w="334010" h="375285">
                  <a:moveTo>
                    <a:pt x="149352" y="33528"/>
                  </a:moveTo>
                  <a:lnTo>
                    <a:pt x="146304" y="33528"/>
                  </a:lnTo>
                  <a:lnTo>
                    <a:pt x="146304" y="374904"/>
                  </a:lnTo>
                  <a:lnTo>
                    <a:pt x="149352" y="374904"/>
                  </a:lnTo>
                  <a:lnTo>
                    <a:pt x="149352" y="33528"/>
                  </a:lnTo>
                  <a:close/>
                </a:path>
                <a:path w="334010" h="375285">
                  <a:moveTo>
                    <a:pt x="153924" y="103632"/>
                  </a:moveTo>
                  <a:lnTo>
                    <a:pt x="150876" y="103632"/>
                  </a:lnTo>
                  <a:lnTo>
                    <a:pt x="150876" y="374904"/>
                  </a:lnTo>
                  <a:lnTo>
                    <a:pt x="153924" y="374904"/>
                  </a:lnTo>
                  <a:lnTo>
                    <a:pt x="153924" y="103632"/>
                  </a:lnTo>
                  <a:close/>
                </a:path>
                <a:path w="334010" h="375285">
                  <a:moveTo>
                    <a:pt x="158496" y="28956"/>
                  </a:moveTo>
                  <a:lnTo>
                    <a:pt x="155448" y="28956"/>
                  </a:lnTo>
                  <a:lnTo>
                    <a:pt x="155448" y="374904"/>
                  </a:lnTo>
                  <a:lnTo>
                    <a:pt x="158496" y="374904"/>
                  </a:lnTo>
                  <a:lnTo>
                    <a:pt x="158496" y="28956"/>
                  </a:lnTo>
                  <a:close/>
                </a:path>
                <a:path w="334010" h="375285">
                  <a:moveTo>
                    <a:pt x="163068" y="38100"/>
                  </a:moveTo>
                  <a:lnTo>
                    <a:pt x="161544" y="38100"/>
                  </a:lnTo>
                  <a:lnTo>
                    <a:pt x="161544" y="374904"/>
                  </a:lnTo>
                  <a:lnTo>
                    <a:pt x="163068" y="374904"/>
                  </a:lnTo>
                  <a:lnTo>
                    <a:pt x="163068" y="38100"/>
                  </a:lnTo>
                  <a:close/>
                </a:path>
                <a:path w="334010" h="375285">
                  <a:moveTo>
                    <a:pt x="167640" y="39624"/>
                  </a:moveTo>
                  <a:lnTo>
                    <a:pt x="166116" y="39624"/>
                  </a:lnTo>
                  <a:lnTo>
                    <a:pt x="166116" y="374904"/>
                  </a:lnTo>
                  <a:lnTo>
                    <a:pt x="167640" y="374904"/>
                  </a:lnTo>
                  <a:lnTo>
                    <a:pt x="167640" y="39624"/>
                  </a:lnTo>
                  <a:close/>
                </a:path>
                <a:path w="334010" h="375285">
                  <a:moveTo>
                    <a:pt x="172212" y="60972"/>
                  </a:moveTo>
                  <a:lnTo>
                    <a:pt x="170688" y="60972"/>
                  </a:lnTo>
                  <a:lnTo>
                    <a:pt x="170688" y="374904"/>
                  </a:lnTo>
                  <a:lnTo>
                    <a:pt x="172212" y="374904"/>
                  </a:lnTo>
                  <a:lnTo>
                    <a:pt x="172212" y="60972"/>
                  </a:lnTo>
                  <a:close/>
                </a:path>
                <a:path w="334010" h="375285">
                  <a:moveTo>
                    <a:pt x="176784" y="42684"/>
                  </a:moveTo>
                  <a:lnTo>
                    <a:pt x="175260" y="42684"/>
                  </a:lnTo>
                  <a:lnTo>
                    <a:pt x="175260" y="374904"/>
                  </a:lnTo>
                  <a:lnTo>
                    <a:pt x="176784" y="374904"/>
                  </a:lnTo>
                  <a:lnTo>
                    <a:pt x="176784" y="42684"/>
                  </a:lnTo>
                  <a:close/>
                </a:path>
                <a:path w="334010" h="375285">
                  <a:moveTo>
                    <a:pt x="181356" y="28956"/>
                  </a:moveTo>
                  <a:lnTo>
                    <a:pt x="179832" y="28956"/>
                  </a:lnTo>
                  <a:lnTo>
                    <a:pt x="179832" y="374904"/>
                  </a:lnTo>
                  <a:lnTo>
                    <a:pt x="181356" y="374904"/>
                  </a:lnTo>
                  <a:lnTo>
                    <a:pt x="181356" y="28956"/>
                  </a:lnTo>
                  <a:close/>
                </a:path>
                <a:path w="334010" h="375285">
                  <a:moveTo>
                    <a:pt x="185928" y="74676"/>
                  </a:moveTo>
                  <a:lnTo>
                    <a:pt x="184404" y="74676"/>
                  </a:lnTo>
                  <a:lnTo>
                    <a:pt x="184404" y="374904"/>
                  </a:lnTo>
                  <a:lnTo>
                    <a:pt x="185928" y="374904"/>
                  </a:lnTo>
                  <a:lnTo>
                    <a:pt x="185928" y="74676"/>
                  </a:lnTo>
                  <a:close/>
                </a:path>
                <a:path w="334010" h="375285">
                  <a:moveTo>
                    <a:pt x="192024" y="260604"/>
                  </a:moveTo>
                  <a:lnTo>
                    <a:pt x="188976" y="260604"/>
                  </a:lnTo>
                  <a:lnTo>
                    <a:pt x="188976" y="374904"/>
                  </a:lnTo>
                  <a:lnTo>
                    <a:pt x="192024" y="374904"/>
                  </a:lnTo>
                  <a:lnTo>
                    <a:pt x="192024" y="260604"/>
                  </a:lnTo>
                  <a:close/>
                </a:path>
                <a:path w="334010" h="375285">
                  <a:moveTo>
                    <a:pt x="196596" y="70104"/>
                  </a:moveTo>
                  <a:lnTo>
                    <a:pt x="193548" y="70104"/>
                  </a:lnTo>
                  <a:lnTo>
                    <a:pt x="193548" y="374904"/>
                  </a:lnTo>
                  <a:lnTo>
                    <a:pt x="196596" y="374904"/>
                  </a:lnTo>
                  <a:lnTo>
                    <a:pt x="196596" y="70104"/>
                  </a:lnTo>
                  <a:close/>
                </a:path>
                <a:path w="334010" h="375285">
                  <a:moveTo>
                    <a:pt x="201168" y="71628"/>
                  </a:moveTo>
                  <a:lnTo>
                    <a:pt x="199644" y="71628"/>
                  </a:lnTo>
                  <a:lnTo>
                    <a:pt x="199644" y="374904"/>
                  </a:lnTo>
                  <a:lnTo>
                    <a:pt x="201168" y="374904"/>
                  </a:lnTo>
                  <a:lnTo>
                    <a:pt x="201168" y="71628"/>
                  </a:lnTo>
                  <a:close/>
                </a:path>
                <a:path w="334010" h="375285">
                  <a:moveTo>
                    <a:pt x="205740" y="42684"/>
                  </a:moveTo>
                  <a:lnTo>
                    <a:pt x="204216" y="42684"/>
                  </a:lnTo>
                  <a:lnTo>
                    <a:pt x="204216" y="374904"/>
                  </a:lnTo>
                  <a:lnTo>
                    <a:pt x="205740" y="374904"/>
                  </a:lnTo>
                  <a:lnTo>
                    <a:pt x="205740" y="42684"/>
                  </a:lnTo>
                  <a:close/>
                </a:path>
                <a:path w="334010" h="375285">
                  <a:moveTo>
                    <a:pt x="210312" y="80784"/>
                  </a:moveTo>
                  <a:lnTo>
                    <a:pt x="208788" y="80784"/>
                  </a:lnTo>
                  <a:lnTo>
                    <a:pt x="208788" y="374904"/>
                  </a:lnTo>
                  <a:lnTo>
                    <a:pt x="210312" y="374904"/>
                  </a:lnTo>
                  <a:lnTo>
                    <a:pt x="210312" y="80784"/>
                  </a:lnTo>
                  <a:close/>
                </a:path>
                <a:path w="334010" h="375285">
                  <a:moveTo>
                    <a:pt x="214884" y="21336"/>
                  </a:moveTo>
                  <a:lnTo>
                    <a:pt x="213360" y="21336"/>
                  </a:lnTo>
                  <a:lnTo>
                    <a:pt x="213360" y="374904"/>
                  </a:lnTo>
                  <a:lnTo>
                    <a:pt x="214884" y="374904"/>
                  </a:lnTo>
                  <a:lnTo>
                    <a:pt x="214884" y="21336"/>
                  </a:lnTo>
                  <a:close/>
                </a:path>
                <a:path w="334010" h="375285">
                  <a:moveTo>
                    <a:pt x="219456" y="60972"/>
                  </a:moveTo>
                  <a:lnTo>
                    <a:pt x="217932" y="60972"/>
                  </a:lnTo>
                  <a:lnTo>
                    <a:pt x="217932" y="374904"/>
                  </a:lnTo>
                  <a:lnTo>
                    <a:pt x="219456" y="374904"/>
                  </a:lnTo>
                  <a:lnTo>
                    <a:pt x="219456" y="60972"/>
                  </a:lnTo>
                  <a:close/>
                </a:path>
                <a:path w="334010" h="375285">
                  <a:moveTo>
                    <a:pt x="224028" y="25908"/>
                  </a:moveTo>
                  <a:lnTo>
                    <a:pt x="222504" y="25908"/>
                  </a:lnTo>
                  <a:lnTo>
                    <a:pt x="222504" y="374904"/>
                  </a:lnTo>
                  <a:lnTo>
                    <a:pt x="224028" y="374904"/>
                  </a:lnTo>
                  <a:lnTo>
                    <a:pt x="224028" y="25908"/>
                  </a:lnTo>
                  <a:close/>
                </a:path>
                <a:path w="334010" h="375285">
                  <a:moveTo>
                    <a:pt x="230124" y="260604"/>
                  </a:moveTo>
                  <a:lnTo>
                    <a:pt x="227076" y="260604"/>
                  </a:lnTo>
                  <a:lnTo>
                    <a:pt x="227076" y="374904"/>
                  </a:lnTo>
                  <a:lnTo>
                    <a:pt x="230124" y="374904"/>
                  </a:lnTo>
                  <a:lnTo>
                    <a:pt x="230124" y="260604"/>
                  </a:lnTo>
                  <a:close/>
                </a:path>
                <a:path w="334010" h="375285">
                  <a:moveTo>
                    <a:pt x="234696" y="50292"/>
                  </a:moveTo>
                  <a:lnTo>
                    <a:pt x="231648" y="50292"/>
                  </a:lnTo>
                  <a:lnTo>
                    <a:pt x="231648" y="374904"/>
                  </a:lnTo>
                  <a:lnTo>
                    <a:pt x="234696" y="374904"/>
                  </a:lnTo>
                  <a:lnTo>
                    <a:pt x="234696" y="50292"/>
                  </a:lnTo>
                  <a:close/>
                </a:path>
                <a:path w="334010" h="375285">
                  <a:moveTo>
                    <a:pt x="239268" y="48768"/>
                  </a:moveTo>
                  <a:lnTo>
                    <a:pt x="236220" y="48768"/>
                  </a:lnTo>
                  <a:lnTo>
                    <a:pt x="236220" y="374904"/>
                  </a:lnTo>
                  <a:lnTo>
                    <a:pt x="239268" y="374904"/>
                  </a:lnTo>
                  <a:lnTo>
                    <a:pt x="239268" y="48768"/>
                  </a:lnTo>
                  <a:close/>
                </a:path>
                <a:path w="334010" h="375285">
                  <a:moveTo>
                    <a:pt x="243840" y="13716"/>
                  </a:moveTo>
                  <a:lnTo>
                    <a:pt x="242316" y="13716"/>
                  </a:lnTo>
                  <a:lnTo>
                    <a:pt x="242316" y="374904"/>
                  </a:lnTo>
                  <a:lnTo>
                    <a:pt x="243840" y="374904"/>
                  </a:lnTo>
                  <a:lnTo>
                    <a:pt x="243840" y="13716"/>
                  </a:lnTo>
                  <a:close/>
                </a:path>
                <a:path w="334010" h="375285">
                  <a:moveTo>
                    <a:pt x="248412" y="60972"/>
                  </a:moveTo>
                  <a:lnTo>
                    <a:pt x="246888" y="60972"/>
                  </a:lnTo>
                  <a:lnTo>
                    <a:pt x="246888" y="374904"/>
                  </a:lnTo>
                  <a:lnTo>
                    <a:pt x="248412" y="374904"/>
                  </a:lnTo>
                  <a:lnTo>
                    <a:pt x="248412" y="60972"/>
                  </a:lnTo>
                  <a:close/>
                </a:path>
                <a:path w="334010" h="375285">
                  <a:moveTo>
                    <a:pt x="252984" y="18288"/>
                  </a:moveTo>
                  <a:lnTo>
                    <a:pt x="251460" y="18288"/>
                  </a:lnTo>
                  <a:lnTo>
                    <a:pt x="251460" y="374904"/>
                  </a:lnTo>
                  <a:lnTo>
                    <a:pt x="252984" y="374904"/>
                  </a:lnTo>
                  <a:lnTo>
                    <a:pt x="252984" y="18288"/>
                  </a:lnTo>
                  <a:close/>
                </a:path>
                <a:path w="334010" h="375285">
                  <a:moveTo>
                    <a:pt x="257556" y="21336"/>
                  </a:moveTo>
                  <a:lnTo>
                    <a:pt x="256032" y="21336"/>
                  </a:lnTo>
                  <a:lnTo>
                    <a:pt x="256032" y="374904"/>
                  </a:lnTo>
                  <a:lnTo>
                    <a:pt x="257556" y="374904"/>
                  </a:lnTo>
                  <a:lnTo>
                    <a:pt x="257556" y="21336"/>
                  </a:lnTo>
                  <a:close/>
                </a:path>
                <a:path w="334010" h="375285">
                  <a:moveTo>
                    <a:pt x="262128" y="45720"/>
                  </a:moveTo>
                  <a:lnTo>
                    <a:pt x="260604" y="45720"/>
                  </a:lnTo>
                  <a:lnTo>
                    <a:pt x="260604" y="374904"/>
                  </a:lnTo>
                  <a:lnTo>
                    <a:pt x="262128" y="374904"/>
                  </a:lnTo>
                  <a:lnTo>
                    <a:pt x="262128" y="45720"/>
                  </a:lnTo>
                  <a:close/>
                </a:path>
                <a:path w="334010" h="375285">
                  <a:moveTo>
                    <a:pt x="266700" y="38100"/>
                  </a:moveTo>
                  <a:lnTo>
                    <a:pt x="265176" y="38100"/>
                  </a:lnTo>
                  <a:lnTo>
                    <a:pt x="265176" y="374904"/>
                  </a:lnTo>
                  <a:lnTo>
                    <a:pt x="266700" y="374904"/>
                  </a:lnTo>
                  <a:lnTo>
                    <a:pt x="266700" y="38100"/>
                  </a:lnTo>
                  <a:close/>
                </a:path>
                <a:path w="334010" h="375285">
                  <a:moveTo>
                    <a:pt x="272796" y="54864"/>
                  </a:moveTo>
                  <a:lnTo>
                    <a:pt x="269748" y="54864"/>
                  </a:lnTo>
                  <a:lnTo>
                    <a:pt x="269748" y="374904"/>
                  </a:lnTo>
                  <a:lnTo>
                    <a:pt x="272796" y="374904"/>
                  </a:lnTo>
                  <a:lnTo>
                    <a:pt x="272796" y="54864"/>
                  </a:lnTo>
                  <a:close/>
                </a:path>
                <a:path w="334010" h="375285">
                  <a:moveTo>
                    <a:pt x="277368" y="25908"/>
                  </a:moveTo>
                  <a:lnTo>
                    <a:pt x="274320" y="25908"/>
                  </a:lnTo>
                  <a:lnTo>
                    <a:pt x="274320" y="374904"/>
                  </a:lnTo>
                  <a:lnTo>
                    <a:pt x="277368" y="374904"/>
                  </a:lnTo>
                  <a:lnTo>
                    <a:pt x="277368" y="25908"/>
                  </a:lnTo>
                  <a:close/>
                </a:path>
                <a:path w="334010" h="375285">
                  <a:moveTo>
                    <a:pt x="281940" y="54864"/>
                  </a:moveTo>
                  <a:lnTo>
                    <a:pt x="278892" y="54864"/>
                  </a:lnTo>
                  <a:lnTo>
                    <a:pt x="278892" y="374904"/>
                  </a:lnTo>
                  <a:lnTo>
                    <a:pt x="281940" y="374904"/>
                  </a:lnTo>
                  <a:lnTo>
                    <a:pt x="281940" y="54864"/>
                  </a:lnTo>
                  <a:close/>
                </a:path>
                <a:path w="334010" h="375285">
                  <a:moveTo>
                    <a:pt x="286512" y="60972"/>
                  </a:moveTo>
                  <a:lnTo>
                    <a:pt x="284988" y="60972"/>
                  </a:lnTo>
                  <a:lnTo>
                    <a:pt x="284988" y="374904"/>
                  </a:lnTo>
                  <a:lnTo>
                    <a:pt x="286512" y="374904"/>
                  </a:lnTo>
                  <a:lnTo>
                    <a:pt x="286512" y="60972"/>
                  </a:lnTo>
                  <a:close/>
                </a:path>
                <a:path w="334010" h="375285">
                  <a:moveTo>
                    <a:pt x="291084" y="42684"/>
                  </a:moveTo>
                  <a:lnTo>
                    <a:pt x="289560" y="42684"/>
                  </a:lnTo>
                  <a:lnTo>
                    <a:pt x="289560" y="374904"/>
                  </a:lnTo>
                  <a:lnTo>
                    <a:pt x="291084" y="374904"/>
                  </a:lnTo>
                  <a:lnTo>
                    <a:pt x="291084" y="42684"/>
                  </a:lnTo>
                  <a:close/>
                </a:path>
                <a:path w="334010" h="375285">
                  <a:moveTo>
                    <a:pt x="295656" y="25908"/>
                  </a:moveTo>
                  <a:lnTo>
                    <a:pt x="294132" y="25908"/>
                  </a:lnTo>
                  <a:lnTo>
                    <a:pt x="294132" y="374904"/>
                  </a:lnTo>
                  <a:lnTo>
                    <a:pt x="295656" y="374904"/>
                  </a:lnTo>
                  <a:lnTo>
                    <a:pt x="295656" y="25908"/>
                  </a:lnTo>
                  <a:close/>
                </a:path>
                <a:path w="334010" h="375285">
                  <a:moveTo>
                    <a:pt x="300228" y="54864"/>
                  </a:moveTo>
                  <a:lnTo>
                    <a:pt x="298704" y="54864"/>
                  </a:lnTo>
                  <a:lnTo>
                    <a:pt x="298704" y="374904"/>
                  </a:lnTo>
                  <a:lnTo>
                    <a:pt x="300228" y="374904"/>
                  </a:lnTo>
                  <a:lnTo>
                    <a:pt x="300228" y="54864"/>
                  </a:lnTo>
                  <a:close/>
                </a:path>
                <a:path w="334010" h="375285">
                  <a:moveTo>
                    <a:pt x="304800" y="25908"/>
                  </a:moveTo>
                  <a:lnTo>
                    <a:pt x="303276" y="25908"/>
                  </a:lnTo>
                  <a:lnTo>
                    <a:pt x="303276" y="374904"/>
                  </a:lnTo>
                  <a:lnTo>
                    <a:pt x="304800" y="374904"/>
                  </a:lnTo>
                  <a:lnTo>
                    <a:pt x="304800" y="25908"/>
                  </a:lnTo>
                  <a:close/>
                </a:path>
                <a:path w="334010" h="375285">
                  <a:moveTo>
                    <a:pt x="309372" y="48768"/>
                  </a:moveTo>
                  <a:lnTo>
                    <a:pt x="307848" y="48768"/>
                  </a:lnTo>
                  <a:lnTo>
                    <a:pt x="307848" y="374904"/>
                  </a:lnTo>
                  <a:lnTo>
                    <a:pt x="309372" y="374904"/>
                  </a:lnTo>
                  <a:lnTo>
                    <a:pt x="309372" y="48768"/>
                  </a:lnTo>
                  <a:close/>
                </a:path>
                <a:path w="334010" h="375285">
                  <a:moveTo>
                    <a:pt x="315468" y="50292"/>
                  </a:moveTo>
                  <a:lnTo>
                    <a:pt x="312420" y="50292"/>
                  </a:lnTo>
                  <a:lnTo>
                    <a:pt x="312420" y="374904"/>
                  </a:lnTo>
                  <a:lnTo>
                    <a:pt x="315468" y="374904"/>
                  </a:lnTo>
                  <a:lnTo>
                    <a:pt x="315468" y="50292"/>
                  </a:lnTo>
                  <a:close/>
                </a:path>
                <a:path w="334010" h="375285">
                  <a:moveTo>
                    <a:pt x="320040" y="33528"/>
                  </a:moveTo>
                  <a:lnTo>
                    <a:pt x="316992" y="33528"/>
                  </a:lnTo>
                  <a:lnTo>
                    <a:pt x="316992" y="374904"/>
                  </a:lnTo>
                  <a:lnTo>
                    <a:pt x="320040" y="374904"/>
                  </a:lnTo>
                  <a:lnTo>
                    <a:pt x="320040" y="33528"/>
                  </a:lnTo>
                  <a:close/>
                </a:path>
                <a:path w="334010" h="375285">
                  <a:moveTo>
                    <a:pt x="324612" y="7620"/>
                  </a:moveTo>
                  <a:lnTo>
                    <a:pt x="323088" y="7620"/>
                  </a:lnTo>
                  <a:lnTo>
                    <a:pt x="323088" y="374904"/>
                  </a:lnTo>
                  <a:lnTo>
                    <a:pt x="324612" y="374904"/>
                  </a:lnTo>
                  <a:lnTo>
                    <a:pt x="324612" y="7620"/>
                  </a:lnTo>
                  <a:close/>
                </a:path>
                <a:path w="334010" h="375285">
                  <a:moveTo>
                    <a:pt x="329184" y="50292"/>
                  </a:moveTo>
                  <a:lnTo>
                    <a:pt x="327660" y="50292"/>
                  </a:lnTo>
                  <a:lnTo>
                    <a:pt x="327660" y="374904"/>
                  </a:lnTo>
                  <a:lnTo>
                    <a:pt x="329184" y="374904"/>
                  </a:lnTo>
                  <a:lnTo>
                    <a:pt x="329184" y="50292"/>
                  </a:lnTo>
                  <a:close/>
                </a:path>
                <a:path w="334010" h="375285">
                  <a:moveTo>
                    <a:pt x="333756" y="42684"/>
                  </a:moveTo>
                  <a:lnTo>
                    <a:pt x="332232" y="42684"/>
                  </a:lnTo>
                  <a:lnTo>
                    <a:pt x="332232" y="374904"/>
                  </a:lnTo>
                  <a:lnTo>
                    <a:pt x="333756" y="374904"/>
                  </a:lnTo>
                  <a:lnTo>
                    <a:pt x="333756" y="42684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179820" y="3491483"/>
              <a:ext cx="334010" cy="372110"/>
            </a:xfrm>
            <a:custGeom>
              <a:avLst/>
              <a:gdLst/>
              <a:ahLst/>
              <a:cxnLst/>
              <a:rect l="l" t="t" r="r" b="b"/>
              <a:pathLst>
                <a:path w="334009" h="372110">
                  <a:moveTo>
                    <a:pt x="1524" y="39636"/>
                  </a:moveTo>
                  <a:lnTo>
                    <a:pt x="0" y="39636"/>
                  </a:lnTo>
                  <a:lnTo>
                    <a:pt x="0" y="371856"/>
                  </a:lnTo>
                  <a:lnTo>
                    <a:pt x="1524" y="371856"/>
                  </a:lnTo>
                  <a:lnTo>
                    <a:pt x="1524" y="39636"/>
                  </a:lnTo>
                  <a:close/>
                </a:path>
                <a:path w="334009" h="372110">
                  <a:moveTo>
                    <a:pt x="6096" y="35052"/>
                  </a:moveTo>
                  <a:lnTo>
                    <a:pt x="4572" y="35052"/>
                  </a:lnTo>
                  <a:lnTo>
                    <a:pt x="4572" y="371856"/>
                  </a:lnTo>
                  <a:lnTo>
                    <a:pt x="6096" y="371856"/>
                  </a:lnTo>
                  <a:lnTo>
                    <a:pt x="6096" y="35052"/>
                  </a:lnTo>
                  <a:close/>
                </a:path>
                <a:path w="334009" h="372110">
                  <a:moveTo>
                    <a:pt x="10668" y="39636"/>
                  </a:moveTo>
                  <a:lnTo>
                    <a:pt x="9144" y="39636"/>
                  </a:lnTo>
                  <a:lnTo>
                    <a:pt x="9144" y="371856"/>
                  </a:lnTo>
                  <a:lnTo>
                    <a:pt x="10668" y="371856"/>
                  </a:lnTo>
                  <a:lnTo>
                    <a:pt x="10668" y="39636"/>
                  </a:lnTo>
                  <a:close/>
                </a:path>
                <a:path w="334009" h="372110">
                  <a:moveTo>
                    <a:pt x="15240" y="35052"/>
                  </a:moveTo>
                  <a:lnTo>
                    <a:pt x="13716" y="35052"/>
                  </a:lnTo>
                  <a:lnTo>
                    <a:pt x="13716" y="371856"/>
                  </a:lnTo>
                  <a:lnTo>
                    <a:pt x="15240" y="371856"/>
                  </a:lnTo>
                  <a:lnTo>
                    <a:pt x="15240" y="35052"/>
                  </a:lnTo>
                  <a:close/>
                </a:path>
                <a:path w="334009" h="372110">
                  <a:moveTo>
                    <a:pt x="19812" y="25908"/>
                  </a:moveTo>
                  <a:lnTo>
                    <a:pt x="18288" y="25908"/>
                  </a:lnTo>
                  <a:lnTo>
                    <a:pt x="18288" y="371856"/>
                  </a:lnTo>
                  <a:lnTo>
                    <a:pt x="19812" y="371856"/>
                  </a:lnTo>
                  <a:lnTo>
                    <a:pt x="19812" y="25908"/>
                  </a:lnTo>
                  <a:close/>
                </a:path>
                <a:path w="334009" h="372110">
                  <a:moveTo>
                    <a:pt x="25908" y="24384"/>
                  </a:moveTo>
                  <a:lnTo>
                    <a:pt x="22860" y="24384"/>
                  </a:lnTo>
                  <a:lnTo>
                    <a:pt x="22860" y="371856"/>
                  </a:lnTo>
                  <a:lnTo>
                    <a:pt x="25908" y="371856"/>
                  </a:lnTo>
                  <a:lnTo>
                    <a:pt x="25908" y="24384"/>
                  </a:lnTo>
                  <a:close/>
                </a:path>
                <a:path w="334009" h="372110">
                  <a:moveTo>
                    <a:pt x="30480" y="33528"/>
                  </a:moveTo>
                  <a:lnTo>
                    <a:pt x="27432" y="33528"/>
                  </a:lnTo>
                  <a:lnTo>
                    <a:pt x="27432" y="371856"/>
                  </a:lnTo>
                  <a:lnTo>
                    <a:pt x="30480" y="371856"/>
                  </a:lnTo>
                  <a:lnTo>
                    <a:pt x="30480" y="33528"/>
                  </a:lnTo>
                  <a:close/>
                </a:path>
                <a:path w="334009" h="372110">
                  <a:moveTo>
                    <a:pt x="35052" y="47244"/>
                  </a:moveTo>
                  <a:lnTo>
                    <a:pt x="33528" y="47244"/>
                  </a:lnTo>
                  <a:lnTo>
                    <a:pt x="33528" y="371856"/>
                  </a:lnTo>
                  <a:lnTo>
                    <a:pt x="35052" y="371856"/>
                  </a:lnTo>
                  <a:lnTo>
                    <a:pt x="35052" y="47244"/>
                  </a:lnTo>
                  <a:close/>
                </a:path>
                <a:path w="334009" h="372110">
                  <a:moveTo>
                    <a:pt x="39624" y="57924"/>
                  </a:moveTo>
                  <a:lnTo>
                    <a:pt x="38100" y="57924"/>
                  </a:lnTo>
                  <a:lnTo>
                    <a:pt x="38100" y="371856"/>
                  </a:lnTo>
                  <a:lnTo>
                    <a:pt x="39624" y="371856"/>
                  </a:lnTo>
                  <a:lnTo>
                    <a:pt x="39624" y="57924"/>
                  </a:lnTo>
                  <a:close/>
                </a:path>
                <a:path w="334009" h="372110">
                  <a:moveTo>
                    <a:pt x="44196" y="0"/>
                  </a:moveTo>
                  <a:lnTo>
                    <a:pt x="42672" y="0"/>
                  </a:lnTo>
                  <a:lnTo>
                    <a:pt x="42672" y="371856"/>
                  </a:lnTo>
                  <a:lnTo>
                    <a:pt x="44196" y="371856"/>
                  </a:lnTo>
                  <a:lnTo>
                    <a:pt x="44196" y="0"/>
                  </a:lnTo>
                  <a:close/>
                </a:path>
                <a:path w="334009" h="372110">
                  <a:moveTo>
                    <a:pt x="48768" y="30480"/>
                  </a:moveTo>
                  <a:lnTo>
                    <a:pt x="47244" y="30480"/>
                  </a:lnTo>
                  <a:lnTo>
                    <a:pt x="47244" y="371856"/>
                  </a:lnTo>
                  <a:lnTo>
                    <a:pt x="48768" y="371856"/>
                  </a:lnTo>
                  <a:lnTo>
                    <a:pt x="48768" y="30480"/>
                  </a:lnTo>
                  <a:close/>
                </a:path>
                <a:path w="334009" h="372110">
                  <a:moveTo>
                    <a:pt x="53340" y="10668"/>
                  </a:moveTo>
                  <a:lnTo>
                    <a:pt x="51816" y="10668"/>
                  </a:lnTo>
                  <a:lnTo>
                    <a:pt x="51816" y="371856"/>
                  </a:lnTo>
                  <a:lnTo>
                    <a:pt x="53340" y="371856"/>
                  </a:lnTo>
                  <a:lnTo>
                    <a:pt x="53340" y="10668"/>
                  </a:lnTo>
                  <a:close/>
                </a:path>
                <a:path w="334009" h="372110">
                  <a:moveTo>
                    <a:pt x="57912" y="47244"/>
                  </a:moveTo>
                  <a:lnTo>
                    <a:pt x="56388" y="47244"/>
                  </a:lnTo>
                  <a:lnTo>
                    <a:pt x="56388" y="371856"/>
                  </a:lnTo>
                  <a:lnTo>
                    <a:pt x="57912" y="371856"/>
                  </a:lnTo>
                  <a:lnTo>
                    <a:pt x="57912" y="47244"/>
                  </a:lnTo>
                  <a:close/>
                </a:path>
                <a:path w="334009" h="372110">
                  <a:moveTo>
                    <a:pt x="64008" y="47244"/>
                  </a:moveTo>
                  <a:lnTo>
                    <a:pt x="60960" y="47244"/>
                  </a:lnTo>
                  <a:lnTo>
                    <a:pt x="60960" y="371856"/>
                  </a:lnTo>
                  <a:lnTo>
                    <a:pt x="64008" y="371856"/>
                  </a:lnTo>
                  <a:lnTo>
                    <a:pt x="64008" y="47244"/>
                  </a:lnTo>
                  <a:close/>
                </a:path>
                <a:path w="334009" h="372110">
                  <a:moveTo>
                    <a:pt x="68580" y="47244"/>
                  </a:moveTo>
                  <a:lnTo>
                    <a:pt x="65532" y="47244"/>
                  </a:lnTo>
                  <a:lnTo>
                    <a:pt x="65532" y="371856"/>
                  </a:lnTo>
                  <a:lnTo>
                    <a:pt x="68580" y="371856"/>
                  </a:lnTo>
                  <a:lnTo>
                    <a:pt x="68580" y="47244"/>
                  </a:lnTo>
                  <a:close/>
                </a:path>
                <a:path w="334009" h="372110">
                  <a:moveTo>
                    <a:pt x="73152" y="114312"/>
                  </a:moveTo>
                  <a:lnTo>
                    <a:pt x="70104" y="114312"/>
                  </a:lnTo>
                  <a:lnTo>
                    <a:pt x="70104" y="371856"/>
                  </a:lnTo>
                  <a:lnTo>
                    <a:pt x="73152" y="371856"/>
                  </a:lnTo>
                  <a:lnTo>
                    <a:pt x="73152" y="114312"/>
                  </a:lnTo>
                  <a:close/>
                </a:path>
                <a:path w="334009" h="372110">
                  <a:moveTo>
                    <a:pt x="77724" y="18288"/>
                  </a:moveTo>
                  <a:lnTo>
                    <a:pt x="76200" y="18288"/>
                  </a:lnTo>
                  <a:lnTo>
                    <a:pt x="76200" y="371856"/>
                  </a:lnTo>
                  <a:lnTo>
                    <a:pt x="77724" y="371856"/>
                  </a:lnTo>
                  <a:lnTo>
                    <a:pt x="77724" y="18288"/>
                  </a:lnTo>
                  <a:close/>
                </a:path>
                <a:path w="334009" h="372110">
                  <a:moveTo>
                    <a:pt x="82296" y="42672"/>
                  </a:moveTo>
                  <a:lnTo>
                    <a:pt x="80772" y="42672"/>
                  </a:lnTo>
                  <a:lnTo>
                    <a:pt x="80772" y="371856"/>
                  </a:lnTo>
                  <a:lnTo>
                    <a:pt x="82296" y="371856"/>
                  </a:lnTo>
                  <a:lnTo>
                    <a:pt x="82296" y="42672"/>
                  </a:lnTo>
                  <a:close/>
                </a:path>
                <a:path w="334009" h="372110">
                  <a:moveTo>
                    <a:pt x="86868" y="18288"/>
                  </a:moveTo>
                  <a:lnTo>
                    <a:pt x="85344" y="18288"/>
                  </a:lnTo>
                  <a:lnTo>
                    <a:pt x="85344" y="371856"/>
                  </a:lnTo>
                  <a:lnTo>
                    <a:pt x="86868" y="371856"/>
                  </a:lnTo>
                  <a:lnTo>
                    <a:pt x="86868" y="18288"/>
                  </a:lnTo>
                  <a:close/>
                </a:path>
                <a:path w="334009" h="372110">
                  <a:moveTo>
                    <a:pt x="91440" y="35052"/>
                  </a:moveTo>
                  <a:lnTo>
                    <a:pt x="89916" y="35052"/>
                  </a:lnTo>
                  <a:lnTo>
                    <a:pt x="89916" y="371856"/>
                  </a:lnTo>
                  <a:lnTo>
                    <a:pt x="91440" y="371856"/>
                  </a:lnTo>
                  <a:lnTo>
                    <a:pt x="91440" y="35052"/>
                  </a:lnTo>
                  <a:close/>
                </a:path>
                <a:path w="334009" h="372110">
                  <a:moveTo>
                    <a:pt x="96012" y="47244"/>
                  </a:moveTo>
                  <a:lnTo>
                    <a:pt x="94488" y="47244"/>
                  </a:lnTo>
                  <a:lnTo>
                    <a:pt x="94488" y="371856"/>
                  </a:lnTo>
                  <a:lnTo>
                    <a:pt x="96012" y="371856"/>
                  </a:lnTo>
                  <a:lnTo>
                    <a:pt x="96012" y="47244"/>
                  </a:lnTo>
                  <a:close/>
                </a:path>
                <a:path w="334009" h="372110">
                  <a:moveTo>
                    <a:pt x="100584" y="62484"/>
                  </a:moveTo>
                  <a:lnTo>
                    <a:pt x="99060" y="62484"/>
                  </a:lnTo>
                  <a:lnTo>
                    <a:pt x="99060" y="371856"/>
                  </a:lnTo>
                  <a:lnTo>
                    <a:pt x="100584" y="371856"/>
                  </a:lnTo>
                  <a:lnTo>
                    <a:pt x="100584" y="62484"/>
                  </a:lnTo>
                  <a:close/>
                </a:path>
                <a:path w="334009" h="372110">
                  <a:moveTo>
                    <a:pt x="106680" y="67056"/>
                  </a:moveTo>
                  <a:lnTo>
                    <a:pt x="103632" y="67056"/>
                  </a:lnTo>
                  <a:lnTo>
                    <a:pt x="103632" y="371856"/>
                  </a:lnTo>
                  <a:lnTo>
                    <a:pt x="106680" y="371856"/>
                  </a:lnTo>
                  <a:lnTo>
                    <a:pt x="106680" y="67056"/>
                  </a:lnTo>
                  <a:close/>
                </a:path>
                <a:path w="334009" h="372110">
                  <a:moveTo>
                    <a:pt x="111252" y="35052"/>
                  </a:moveTo>
                  <a:lnTo>
                    <a:pt x="108204" y="35052"/>
                  </a:lnTo>
                  <a:lnTo>
                    <a:pt x="108204" y="371856"/>
                  </a:lnTo>
                  <a:lnTo>
                    <a:pt x="111252" y="371856"/>
                  </a:lnTo>
                  <a:lnTo>
                    <a:pt x="111252" y="35052"/>
                  </a:lnTo>
                  <a:close/>
                </a:path>
                <a:path w="334009" h="372110">
                  <a:moveTo>
                    <a:pt x="115824" y="22860"/>
                  </a:moveTo>
                  <a:lnTo>
                    <a:pt x="114300" y="22860"/>
                  </a:lnTo>
                  <a:lnTo>
                    <a:pt x="114300" y="371856"/>
                  </a:lnTo>
                  <a:lnTo>
                    <a:pt x="115824" y="371856"/>
                  </a:lnTo>
                  <a:lnTo>
                    <a:pt x="115824" y="22860"/>
                  </a:lnTo>
                  <a:close/>
                </a:path>
                <a:path w="334009" h="372110">
                  <a:moveTo>
                    <a:pt x="120396" y="32004"/>
                  </a:moveTo>
                  <a:lnTo>
                    <a:pt x="118872" y="32004"/>
                  </a:lnTo>
                  <a:lnTo>
                    <a:pt x="118872" y="371856"/>
                  </a:lnTo>
                  <a:lnTo>
                    <a:pt x="120396" y="371856"/>
                  </a:lnTo>
                  <a:lnTo>
                    <a:pt x="120396" y="32004"/>
                  </a:lnTo>
                  <a:close/>
                </a:path>
                <a:path w="334009" h="372110">
                  <a:moveTo>
                    <a:pt x="124968" y="77736"/>
                  </a:moveTo>
                  <a:lnTo>
                    <a:pt x="123444" y="77736"/>
                  </a:lnTo>
                  <a:lnTo>
                    <a:pt x="123444" y="371856"/>
                  </a:lnTo>
                  <a:lnTo>
                    <a:pt x="124968" y="371856"/>
                  </a:lnTo>
                  <a:lnTo>
                    <a:pt x="124968" y="77736"/>
                  </a:lnTo>
                  <a:close/>
                </a:path>
                <a:path w="334009" h="372110">
                  <a:moveTo>
                    <a:pt x="129540" y="39636"/>
                  </a:moveTo>
                  <a:lnTo>
                    <a:pt x="128016" y="39636"/>
                  </a:lnTo>
                  <a:lnTo>
                    <a:pt x="128016" y="371856"/>
                  </a:lnTo>
                  <a:lnTo>
                    <a:pt x="129540" y="371856"/>
                  </a:lnTo>
                  <a:lnTo>
                    <a:pt x="129540" y="39636"/>
                  </a:lnTo>
                  <a:close/>
                </a:path>
                <a:path w="334009" h="372110">
                  <a:moveTo>
                    <a:pt x="134112" y="57924"/>
                  </a:moveTo>
                  <a:lnTo>
                    <a:pt x="132588" y="57924"/>
                  </a:lnTo>
                  <a:lnTo>
                    <a:pt x="132588" y="371856"/>
                  </a:lnTo>
                  <a:lnTo>
                    <a:pt x="134112" y="371856"/>
                  </a:lnTo>
                  <a:lnTo>
                    <a:pt x="134112" y="57924"/>
                  </a:lnTo>
                  <a:close/>
                </a:path>
                <a:path w="334009" h="372110">
                  <a:moveTo>
                    <a:pt x="138684" y="42672"/>
                  </a:moveTo>
                  <a:lnTo>
                    <a:pt x="137160" y="42672"/>
                  </a:lnTo>
                  <a:lnTo>
                    <a:pt x="137160" y="371856"/>
                  </a:lnTo>
                  <a:lnTo>
                    <a:pt x="138684" y="371856"/>
                  </a:lnTo>
                  <a:lnTo>
                    <a:pt x="138684" y="42672"/>
                  </a:lnTo>
                  <a:close/>
                </a:path>
                <a:path w="334009" h="372110">
                  <a:moveTo>
                    <a:pt x="143256" y="39636"/>
                  </a:moveTo>
                  <a:lnTo>
                    <a:pt x="141732" y="39636"/>
                  </a:lnTo>
                  <a:lnTo>
                    <a:pt x="141732" y="371856"/>
                  </a:lnTo>
                  <a:lnTo>
                    <a:pt x="143256" y="371856"/>
                  </a:lnTo>
                  <a:lnTo>
                    <a:pt x="143256" y="39636"/>
                  </a:lnTo>
                  <a:close/>
                </a:path>
                <a:path w="334009" h="372110">
                  <a:moveTo>
                    <a:pt x="149352" y="42672"/>
                  </a:moveTo>
                  <a:lnTo>
                    <a:pt x="146304" y="42672"/>
                  </a:lnTo>
                  <a:lnTo>
                    <a:pt x="146304" y="371856"/>
                  </a:lnTo>
                  <a:lnTo>
                    <a:pt x="149352" y="371856"/>
                  </a:lnTo>
                  <a:lnTo>
                    <a:pt x="149352" y="42672"/>
                  </a:lnTo>
                  <a:close/>
                </a:path>
                <a:path w="334009" h="372110">
                  <a:moveTo>
                    <a:pt x="153924" y="39636"/>
                  </a:moveTo>
                  <a:lnTo>
                    <a:pt x="150876" y="39636"/>
                  </a:lnTo>
                  <a:lnTo>
                    <a:pt x="150876" y="371856"/>
                  </a:lnTo>
                  <a:lnTo>
                    <a:pt x="153924" y="371856"/>
                  </a:lnTo>
                  <a:lnTo>
                    <a:pt x="153924" y="39636"/>
                  </a:lnTo>
                  <a:close/>
                </a:path>
                <a:path w="334009" h="372110">
                  <a:moveTo>
                    <a:pt x="158496" y="62484"/>
                  </a:moveTo>
                  <a:lnTo>
                    <a:pt x="156972" y="62484"/>
                  </a:lnTo>
                  <a:lnTo>
                    <a:pt x="156972" y="371856"/>
                  </a:lnTo>
                  <a:lnTo>
                    <a:pt x="158496" y="371856"/>
                  </a:lnTo>
                  <a:lnTo>
                    <a:pt x="158496" y="62484"/>
                  </a:lnTo>
                  <a:close/>
                </a:path>
                <a:path w="334009" h="372110">
                  <a:moveTo>
                    <a:pt x="163068" y="59448"/>
                  </a:moveTo>
                  <a:lnTo>
                    <a:pt x="161544" y="59448"/>
                  </a:lnTo>
                  <a:lnTo>
                    <a:pt x="161544" y="371856"/>
                  </a:lnTo>
                  <a:lnTo>
                    <a:pt x="163068" y="371856"/>
                  </a:lnTo>
                  <a:lnTo>
                    <a:pt x="163068" y="59448"/>
                  </a:lnTo>
                  <a:close/>
                </a:path>
                <a:path w="334009" h="372110">
                  <a:moveTo>
                    <a:pt x="167640" y="15240"/>
                  </a:moveTo>
                  <a:lnTo>
                    <a:pt x="166116" y="15240"/>
                  </a:lnTo>
                  <a:lnTo>
                    <a:pt x="166116" y="371856"/>
                  </a:lnTo>
                  <a:lnTo>
                    <a:pt x="167640" y="371856"/>
                  </a:lnTo>
                  <a:lnTo>
                    <a:pt x="167640" y="15240"/>
                  </a:lnTo>
                  <a:close/>
                </a:path>
                <a:path w="334009" h="372110">
                  <a:moveTo>
                    <a:pt x="172212" y="25908"/>
                  </a:moveTo>
                  <a:lnTo>
                    <a:pt x="170688" y="25908"/>
                  </a:lnTo>
                  <a:lnTo>
                    <a:pt x="170688" y="371856"/>
                  </a:lnTo>
                  <a:lnTo>
                    <a:pt x="172212" y="371856"/>
                  </a:lnTo>
                  <a:lnTo>
                    <a:pt x="172212" y="25908"/>
                  </a:lnTo>
                  <a:close/>
                </a:path>
                <a:path w="334009" h="372110">
                  <a:moveTo>
                    <a:pt x="176784" y="74676"/>
                  </a:moveTo>
                  <a:lnTo>
                    <a:pt x="175260" y="74676"/>
                  </a:lnTo>
                  <a:lnTo>
                    <a:pt x="175260" y="371856"/>
                  </a:lnTo>
                  <a:lnTo>
                    <a:pt x="176784" y="371856"/>
                  </a:lnTo>
                  <a:lnTo>
                    <a:pt x="176784" y="74676"/>
                  </a:lnTo>
                  <a:close/>
                </a:path>
                <a:path w="334009" h="372110">
                  <a:moveTo>
                    <a:pt x="181356" y="41160"/>
                  </a:moveTo>
                  <a:lnTo>
                    <a:pt x="179832" y="41160"/>
                  </a:lnTo>
                  <a:lnTo>
                    <a:pt x="179832" y="371856"/>
                  </a:lnTo>
                  <a:lnTo>
                    <a:pt x="181356" y="371856"/>
                  </a:lnTo>
                  <a:lnTo>
                    <a:pt x="181356" y="41160"/>
                  </a:lnTo>
                  <a:close/>
                </a:path>
                <a:path w="334009" h="372110">
                  <a:moveTo>
                    <a:pt x="187452" y="35052"/>
                  </a:moveTo>
                  <a:lnTo>
                    <a:pt x="184404" y="35052"/>
                  </a:lnTo>
                  <a:lnTo>
                    <a:pt x="184404" y="371856"/>
                  </a:lnTo>
                  <a:lnTo>
                    <a:pt x="187452" y="371856"/>
                  </a:lnTo>
                  <a:lnTo>
                    <a:pt x="187452" y="35052"/>
                  </a:lnTo>
                  <a:close/>
                </a:path>
                <a:path w="334009" h="372110">
                  <a:moveTo>
                    <a:pt x="192024" y="15240"/>
                  </a:moveTo>
                  <a:lnTo>
                    <a:pt x="188976" y="15240"/>
                  </a:lnTo>
                  <a:lnTo>
                    <a:pt x="188976" y="371856"/>
                  </a:lnTo>
                  <a:lnTo>
                    <a:pt x="192024" y="371856"/>
                  </a:lnTo>
                  <a:lnTo>
                    <a:pt x="192024" y="15240"/>
                  </a:lnTo>
                  <a:close/>
                </a:path>
                <a:path w="334009" h="372110">
                  <a:moveTo>
                    <a:pt x="196596" y="30480"/>
                  </a:moveTo>
                  <a:lnTo>
                    <a:pt x="193548" y="30480"/>
                  </a:lnTo>
                  <a:lnTo>
                    <a:pt x="193548" y="371856"/>
                  </a:lnTo>
                  <a:lnTo>
                    <a:pt x="196596" y="371856"/>
                  </a:lnTo>
                  <a:lnTo>
                    <a:pt x="196596" y="30480"/>
                  </a:lnTo>
                  <a:close/>
                </a:path>
                <a:path w="334009" h="372110">
                  <a:moveTo>
                    <a:pt x="201168" y="35052"/>
                  </a:moveTo>
                  <a:lnTo>
                    <a:pt x="199644" y="35052"/>
                  </a:lnTo>
                  <a:lnTo>
                    <a:pt x="199644" y="371856"/>
                  </a:lnTo>
                  <a:lnTo>
                    <a:pt x="201168" y="371856"/>
                  </a:lnTo>
                  <a:lnTo>
                    <a:pt x="201168" y="35052"/>
                  </a:lnTo>
                  <a:close/>
                </a:path>
                <a:path w="334009" h="372110">
                  <a:moveTo>
                    <a:pt x="205740" y="50292"/>
                  </a:moveTo>
                  <a:lnTo>
                    <a:pt x="204216" y="50292"/>
                  </a:lnTo>
                  <a:lnTo>
                    <a:pt x="204216" y="371856"/>
                  </a:lnTo>
                  <a:lnTo>
                    <a:pt x="205740" y="371856"/>
                  </a:lnTo>
                  <a:lnTo>
                    <a:pt x="205740" y="50292"/>
                  </a:lnTo>
                  <a:close/>
                </a:path>
                <a:path w="334009" h="372110">
                  <a:moveTo>
                    <a:pt x="210312" y="59448"/>
                  </a:moveTo>
                  <a:lnTo>
                    <a:pt x="208788" y="59448"/>
                  </a:lnTo>
                  <a:lnTo>
                    <a:pt x="208788" y="371856"/>
                  </a:lnTo>
                  <a:lnTo>
                    <a:pt x="210312" y="371856"/>
                  </a:lnTo>
                  <a:lnTo>
                    <a:pt x="210312" y="59448"/>
                  </a:lnTo>
                  <a:close/>
                </a:path>
                <a:path w="334009" h="372110">
                  <a:moveTo>
                    <a:pt x="214884" y="22860"/>
                  </a:moveTo>
                  <a:lnTo>
                    <a:pt x="213360" y="22860"/>
                  </a:lnTo>
                  <a:lnTo>
                    <a:pt x="213360" y="371856"/>
                  </a:lnTo>
                  <a:lnTo>
                    <a:pt x="214884" y="371856"/>
                  </a:lnTo>
                  <a:lnTo>
                    <a:pt x="214884" y="22860"/>
                  </a:lnTo>
                  <a:close/>
                </a:path>
                <a:path w="334009" h="372110">
                  <a:moveTo>
                    <a:pt x="219456" y="152400"/>
                  </a:moveTo>
                  <a:lnTo>
                    <a:pt x="217932" y="152400"/>
                  </a:lnTo>
                  <a:lnTo>
                    <a:pt x="217932" y="371856"/>
                  </a:lnTo>
                  <a:lnTo>
                    <a:pt x="219456" y="371856"/>
                  </a:lnTo>
                  <a:lnTo>
                    <a:pt x="219456" y="152400"/>
                  </a:lnTo>
                  <a:close/>
                </a:path>
                <a:path w="334009" h="372110">
                  <a:moveTo>
                    <a:pt x="224028" y="7620"/>
                  </a:moveTo>
                  <a:lnTo>
                    <a:pt x="222504" y="7620"/>
                  </a:lnTo>
                  <a:lnTo>
                    <a:pt x="222504" y="371856"/>
                  </a:lnTo>
                  <a:lnTo>
                    <a:pt x="224028" y="371856"/>
                  </a:lnTo>
                  <a:lnTo>
                    <a:pt x="224028" y="7620"/>
                  </a:lnTo>
                  <a:close/>
                </a:path>
                <a:path w="334009" h="372110">
                  <a:moveTo>
                    <a:pt x="230124" y="114312"/>
                  </a:moveTo>
                  <a:lnTo>
                    <a:pt x="227076" y="114312"/>
                  </a:lnTo>
                  <a:lnTo>
                    <a:pt x="227076" y="371856"/>
                  </a:lnTo>
                  <a:lnTo>
                    <a:pt x="230124" y="371856"/>
                  </a:lnTo>
                  <a:lnTo>
                    <a:pt x="230124" y="114312"/>
                  </a:lnTo>
                  <a:close/>
                </a:path>
                <a:path w="334009" h="372110">
                  <a:moveTo>
                    <a:pt x="234696" y="146304"/>
                  </a:moveTo>
                  <a:lnTo>
                    <a:pt x="231648" y="146304"/>
                  </a:lnTo>
                  <a:lnTo>
                    <a:pt x="231648" y="371856"/>
                  </a:lnTo>
                  <a:lnTo>
                    <a:pt x="234696" y="371856"/>
                  </a:lnTo>
                  <a:lnTo>
                    <a:pt x="234696" y="146304"/>
                  </a:lnTo>
                  <a:close/>
                </a:path>
                <a:path w="334009" h="372110">
                  <a:moveTo>
                    <a:pt x="239268" y="140208"/>
                  </a:moveTo>
                  <a:lnTo>
                    <a:pt x="237744" y="140208"/>
                  </a:lnTo>
                  <a:lnTo>
                    <a:pt x="237744" y="371856"/>
                  </a:lnTo>
                  <a:lnTo>
                    <a:pt x="239268" y="371856"/>
                  </a:lnTo>
                  <a:lnTo>
                    <a:pt x="239268" y="140208"/>
                  </a:lnTo>
                  <a:close/>
                </a:path>
                <a:path w="334009" h="372110">
                  <a:moveTo>
                    <a:pt x="243840" y="47244"/>
                  </a:moveTo>
                  <a:lnTo>
                    <a:pt x="242316" y="47244"/>
                  </a:lnTo>
                  <a:lnTo>
                    <a:pt x="242316" y="371856"/>
                  </a:lnTo>
                  <a:lnTo>
                    <a:pt x="243840" y="371856"/>
                  </a:lnTo>
                  <a:lnTo>
                    <a:pt x="243840" y="47244"/>
                  </a:lnTo>
                  <a:close/>
                </a:path>
                <a:path w="334009" h="372110">
                  <a:moveTo>
                    <a:pt x="248412" y="51816"/>
                  </a:moveTo>
                  <a:lnTo>
                    <a:pt x="246888" y="51816"/>
                  </a:lnTo>
                  <a:lnTo>
                    <a:pt x="246888" y="371856"/>
                  </a:lnTo>
                  <a:lnTo>
                    <a:pt x="248412" y="371856"/>
                  </a:lnTo>
                  <a:lnTo>
                    <a:pt x="248412" y="51816"/>
                  </a:lnTo>
                  <a:close/>
                </a:path>
                <a:path w="334009" h="372110">
                  <a:moveTo>
                    <a:pt x="252984" y="22860"/>
                  </a:moveTo>
                  <a:lnTo>
                    <a:pt x="251460" y="22860"/>
                  </a:lnTo>
                  <a:lnTo>
                    <a:pt x="251460" y="371856"/>
                  </a:lnTo>
                  <a:lnTo>
                    <a:pt x="252984" y="371856"/>
                  </a:lnTo>
                  <a:lnTo>
                    <a:pt x="252984" y="22860"/>
                  </a:lnTo>
                  <a:close/>
                </a:path>
                <a:path w="334009" h="372110">
                  <a:moveTo>
                    <a:pt x="257556" y="86868"/>
                  </a:moveTo>
                  <a:lnTo>
                    <a:pt x="256032" y="86868"/>
                  </a:lnTo>
                  <a:lnTo>
                    <a:pt x="256032" y="371856"/>
                  </a:lnTo>
                  <a:lnTo>
                    <a:pt x="257556" y="371856"/>
                  </a:lnTo>
                  <a:lnTo>
                    <a:pt x="257556" y="86868"/>
                  </a:lnTo>
                  <a:close/>
                </a:path>
                <a:path w="334009" h="372110">
                  <a:moveTo>
                    <a:pt x="262128" y="35052"/>
                  </a:moveTo>
                  <a:lnTo>
                    <a:pt x="260604" y="35052"/>
                  </a:lnTo>
                  <a:lnTo>
                    <a:pt x="260604" y="371856"/>
                  </a:lnTo>
                  <a:lnTo>
                    <a:pt x="262128" y="371856"/>
                  </a:lnTo>
                  <a:lnTo>
                    <a:pt x="262128" y="35052"/>
                  </a:lnTo>
                  <a:close/>
                </a:path>
                <a:path w="334009" h="372110">
                  <a:moveTo>
                    <a:pt x="266700" y="28956"/>
                  </a:moveTo>
                  <a:lnTo>
                    <a:pt x="265176" y="28956"/>
                  </a:lnTo>
                  <a:lnTo>
                    <a:pt x="265176" y="371856"/>
                  </a:lnTo>
                  <a:lnTo>
                    <a:pt x="266700" y="371856"/>
                  </a:lnTo>
                  <a:lnTo>
                    <a:pt x="266700" y="28956"/>
                  </a:lnTo>
                  <a:close/>
                </a:path>
                <a:path w="334009" h="372110">
                  <a:moveTo>
                    <a:pt x="272796" y="57924"/>
                  </a:moveTo>
                  <a:lnTo>
                    <a:pt x="269748" y="57924"/>
                  </a:lnTo>
                  <a:lnTo>
                    <a:pt x="269748" y="371856"/>
                  </a:lnTo>
                  <a:lnTo>
                    <a:pt x="272796" y="371856"/>
                  </a:lnTo>
                  <a:lnTo>
                    <a:pt x="272796" y="57924"/>
                  </a:lnTo>
                  <a:close/>
                </a:path>
                <a:path w="334009" h="372110">
                  <a:moveTo>
                    <a:pt x="277368" y="7620"/>
                  </a:moveTo>
                  <a:lnTo>
                    <a:pt x="274320" y="7620"/>
                  </a:lnTo>
                  <a:lnTo>
                    <a:pt x="274320" y="371856"/>
                  </a:lnTo>
                  <a:lnTo>
                    <a:pt x="277368" y="371856"/>
                  </a:lnTo>
                  <a:lnTo>
                    <a:pt x="277368" y="7620"/>
                  </a:lnTo>
                  <a:close/>
                </a:path>
                <a:path w="334009" h="372110">
                  <a:moveTo>
                    <a:pt x="281940" y="51816"/>
                  </a:moveTo>
                  <a:lnTo>
                    <a:pt x="280416" y="51816"/>
                  </a:lnTo>
                  <a:lnTo>
                    <a:pt x="280416" y="371856"/>
                  </a:lnTo>
                  <a:lnTo>
                    <a:pt x="281940" y="371856"/>
                  </a:lnTo>
                  <a:lnTo>
                    <a:pt x="281940" y="51816"/>
                  </a:lnTo>
                  <a:close/>
                </a:path>
                <a:path w="334009" h="372110">
                  <a:moveTo>
                    <a:pt x="286512" y="59448"/>
                  </a:moveTo>
                  <a:lnTo>
                    <a:pt x="284988" y="59448"/>
                  </a:lnTo>
                  <a:lnTo>
                    <a:pt x="284988" y="371856"/>
                  </a:lnTo>
                  <a:lnTo>
                    <a:pt x="286512" y="371856"/>
                  </a:lnTo>
                  <a:lnTo>
                    <a:pt x="286512" y="59448"/>
                  </a:lnTo>
                  <a:close/>
                </a:path>
                <a:path w="334009" h="372110">
                  <a:moveTo>
                    <a:pt x="291084" y="121920"/>
                  </a:moveTo>
                  <a:lnTo>
                    <a:pt x="289560" y="121920"/>
                  </a:lnTo>
                  <a:lnTo>
                    <a:pt x="289560" y="371856"/>
                  </a:lnTo>
                  <a:lnTo>
                    <a:pt x="291084" y="371856"/>
                  </a:lnTo>
                  <a:lnTo>
                    <a:pt x="291084" y="121920"/>
                  </a:lnTo>
                  <a:close/>
                </a:path>
                <a:path w="334009" h="372110">
                  <a:moveTo>
                    <a:pt x="295656" y="71628"/>
                  </a:moveTo>
                  <a:lnTo>
                    <a:pt x="294132" y="71628"/>
                  </a:lnTo>
                  <a:lnTo>
                    <a:pt x="294132" y="371856"/>
                  </a:lnTo>
                  <a:lnTo>
                    <a:pt x="295656" y="371856"/>
                  </a:lnTo>
                  <a:lnTo>
                    <a:pt x="295656" y="71628"/>
                  </a:lnTo>
                  <a:close/>
                </a:path>
                <a:path w="334009" h="372110">
                  <a:moveTo>
                    <a:pt x="300228" y="144780"/>
                  </a:moveTo>
                  <a:lnTo>
                    <a:pt x="298704" y="144780"/>
                  </a:lnTo>
                  <a:lnTo>
                    <a:pt x="298704" y="371856"/>
                  </a:lnTo>
                  <a:lnTo>
                    <a:pt x="300228" y="371856"/>
                  </a:lnTo>
                  <a:lnTo>
                    <a:pt x="300228" y="144780"/>
                  </a:lnTo>
                  <a:close/>
                </a:path>
                <a:path w="334009" h="372110">
                  <a:moveTo>
                    <a:pt x="304800" y="170688"/>
                  </a:moveTo>
                  <a:lnTo>
                    <a:pt x="303276" y="170688"/>
                  </a:lnTo>
                  <a:lnTo>
                    <a:pt x="303276" y="371856"/>
                  </a:lnTo>
                  <a:lnTo>
                    <a:pt x="304800" y="371856"/>
                  </a:lnTo>
                  <a:lnTo>
                    <a:pt x="304800" y="170688"/>
                  </a:lnTo>
                  <a:close/>
                </a:path>
                <a:path w="334009" h="372110">
                  <a:moveTo>
                    <a:pt x="310896" y="88392"/>
                  </a:moveTo>
                  <a:lnTo>
                    <a:pt x="307848" y="88392"/>
                  </a:lnTo>
                  <a:lnTo>
                    <a:pt x="307848" y="371856"/>
                  </a:lnTo>
                  <a:lnTo>
                    <a:pt x="310896" y="371856"/>
                  </a:lnTo>
                  <a:lnTo>
                    <a:pt x="310896" y="88392"/>
                  </a:lnTo>
                  <a:close/>
                </a:path>
                <a:path w="334009" h="372110">
                  <a:moveTo>
                    <a:pt x="315468" y="257556"/>
                  </a:moveTo>
                  <a:lnTo>
                    <a:pt x="312420" y="257556"/>
                  </a:lnTo>
                  <a:lnTo>
                    <a:pt x="312420" y="371856"/>
                  </a:lnTo>
                  <a:lnTo>
                    <a:pt x="315468" y="371856"/>
                  </a:lnTo>
                  <a:lnTo>
                    <a:pt x="315468" y="257556"/>
                  </a:lnTo>
                  <a:close/>
                </a:path>
                <a:path w="334009" h="372110">
                  <a:moveTo>
                    <a:pt x="320040" y="64008"/>
                  </a:moveTo>
                  <a:lnTo>
                    <a:pt x="316992" y="64008"/>
                  </a:lnTo>
                  <a:lnTo>
                    <a:pt x="316992" y="371856"/>
                  </a:lnTo>
                  <a:lnTo>
                    <a:pt x="320040" y="371856"/>
                  </a:lnTo>
                  <a:lnTo>
                    <a:pt x="320040" y="64008"/>
                  </a:lnTo>
                  <a:close/>
                </a:path>
                <a:path w="334009" h="372110">
                  <a:moveTo>
                    <a:pt x="324599" y="96024"/>
                  </a:moveTo>
                  <a:lnTo>
                    <a:pt x="323075" y="96024"/>
                  </a:lnTo>
                  <a:lnTo>
                    <a:pt x="323075" y="371856"/>
                  </a:lnTo>
                  <a:lnTo>
                    <a:pt x="324599" y="371856"/>
                  </a:lnTo>
                  <a:lnTo>
                    <a:pt x="324599" y="96024"/>
                  </a:lnTo>
                  <a:close/>
                </a:path>
                <a:path w="334009" h="372110">
                  <a:moveTo>
                    <a:pt x="329184" y="100584"/>
                  </a:moveTo>
                  <a:lnTo>
                    <a:pt x="327660" y="100584"/>
                  </a:lnTo>
                  <a:lnTo>
                    <a:pt x="327660" y="371856"/>
                  </a:lnTo>
                  <a:lnTo>
                    <a:pt x="329184" y="371856"/>
                  </a:lnTo>
                  <a:lnTo>
                    <a:pt x="329184" y="100584"/>
                  </a:lnTo>
                  <a:close/>
                </a:path>
                <a:path w="334009" h="372110">
                  <a:moveTo>
                    <a:pt x="333756" y="77736"/>
                  </a:moveTo>
                  <a:lnTo>
                    <a:pt x="332232" y="77736"/>
                  </a:lnTo>
                  <a:lnTo>
                    <a:pt x="332232" y="371856"/>
                  </a:lnTo>
                  <a:lnTo>
                    <a:pt x="333756" y="371856"/>
                  </a:lnTo>
                  <a:lnTo>
                    <a:pt x="333756" y="77736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512052" y="3494531"/>
              <a:ext cx="334010" cy="368935"/>
            </a:xfrm>
            <a:custGeom>
              <a:avLst/>
              <a:gdLst/>
              <a:ahLst/>
              <a:cxnLst/>
              <a:rect l="l" t="t" r="r" b="b"/>
              <a:pathLst>
                <a:path w="334009" h="368935">
                  <a:moveTo>
                    <a:pt x="1524" y="74688"/>
                  </a:moveTo>
                  <a:lnTo>
                    <a:pt x="0" y="74688"/>
                  </a:lnTo>
                  <a:lnTo>
                    <a:pt x="0" y="368808"/>
                  </a:lnTo>
                  <a:lnTo>
                    <a:pt x="1524" y="368808"/>
                  </a:lnTo>
                  <a:lnTo>
                    <a:pt x="1524" y="74688"/>
                  </a:lnTo>
                  <a:close/>
                </a:path>
                <a:path w="334009" h="368935">
                  <a:moveTo>
                    <a:pt x="6096" y="36588"/>
                  </a:moveTo>
                  <a:lnTo>
                    <a:pt x="4572" y="36588"/>
                  </a:lnTo>
                  <a:lnTo>
                    <a:pt x="4572" y="368808"/>
                  </a:lnTo>
                  <a:lnTo>
                    <a:pt x="6096" y="368808"/>
                  </a:lnTo>
                  <a:lnTo>
                    <a:pt x="6096" y="36588"/>
                  </a:lnTo>
                  <a:close/>
                </a:path>
                <a:path w="334009" h="368935">
                  <a:moveTo>
                    <a:pt x="10668" y="44196"/>
                  </a:moveTo>
                  <a:lnTo>
                    <a:pt x="9144" y="44196"/>
                  </a:lnTo>
                  <a:lnTo>
                    <a:pt x="9144" y="368808"/>
                  </a:lnTo>
                  <a:lnTo>
                    <a:pt x="10668" y="368808"/>
                  </a:lnTo>
                  <a:lnTo>
                    <a:pt x="10668" y="44196"/>
                  </a:lnTo>
                  <a:close/>
                </a:path>
                <a:path w="334009" h="368935">
                  <a:moveTo>
                    <a:pt x="15240" y="64008"/>
                  </a:moveTo>
                  <a:lnTo>
                    <a:pt x="13716" y="64008"/>
                  </a:lnTo>
                  <a:lnTo>
                    <a:pt x="13716" y="368808"/>
                  </a:lnTo>
                  <a:lnTo>
                    <a:pt x="15240" y="368808"/>
                  </a:lnTo>
                  <a:lnTo>
                    <a:pt x="15240" y="64008"/>
                  </a:lnTo>
                  <a:close/>
                </a:path>
                <a:path w="334009" h="368935">
                  <a:moveTo>
                    <a:pt x="21336" y="64008"/>
                  </a:moveTo>
                  <a:lnTo>
                    <a:pt x="18288" y="64008"/>
                  </a:lnTo>
                  <a:lnTo>
                    <a:pt x="18288" y="368808"/>
                  </a:lnTo>
                  <a:lnTo>
                    <a:pt x="21336" y="368808"/>
                  </a:lnTo>
                  <a:lnTo>
                    <a:pt x="21336" y="64008"/>
                  </a:lnTo>
                  <a:close/>
                </a:path>
                <a:path w="334009" h="368935">
                  <a:moveTo>
                    <a:pt x="25895" y="89916"/>
                  </a:moveTo>
                  <a:lnTo>
                    <a:pt x="22847" y="89916"/>
                  </a:lnTo>
                  <a:lnTo>
                    <a:pt x="22847" y="368808"/>
                  </a:lnTo>
                  <a:lnTo>
                    <a:pt x="25895" y="368808"/>
                  </a:lnTo>
                  <a:lnTo>
                    <a:pt x="25895" y="89916"/>
                  </a:lnTo>
                  <a:close/>
                </a:path>
                <a:path w="334009" h="368935">
                  <a:moveTo>
                    <a:pt x="30467" y="254508"/>
                  </a:moveTo>
                  <a:lnTo>
                    <a:pt x="28943" y="254508"/>
                  </a:lnTo>
                  <a:lnTo>
                    <a:pt x="28943" y="368808"/>
                  </a:lnTo>
                  <a:lnTo>
                    <a:pt x="30467" y="368808"/>
                  </a:lnTo>
                  <a:lnTo>
                    <a:pt x="30467" y="254508"/>
                  </a:lnTo>
                  <a:close/>
                </a:path>
                <a:path w="334009" h="368935">
                  <a:moveTo>
                    <a:pt x="35052" y="25908"/>
                  </a:moveTo>
                  <a:lnTo>
                    <a:pt x="33528" y="25908"/>
                  </a:lnTo>
                  <a:lnTo>
                    <a:pt x="33528" y="368808"/>
                  </a:lnTo>
                  <a:lnTo>
                    <a:pt x="35052" y="368808"/>
                  </a:lnTo>
                  <a:lnTo>
                    <a:pt x="35052" y="25908"/>
                  </a:lnTo>
                  <a:close/>
                </a:path>
                <a:path w="334009" h="368935">
                  <a:moveTo>
                    <a:pt x="39624" y="128016"/>
                  </a:moveTo>
                  <a:lnTo>
                    <a:pt x="38100" y="128016"/>
                  </a:lnTo>
                  <a:lnTo>
                    <a:pt x="38100" y="368808"/>
                  </a:lnTo>
                  <a:lnTo>
                    <a:pt x="39624" y="368808"/>
                  </a:lnTo>
                  <a:lnTo>
                    <a:pt x="39624" y="128016"/>
                  </a:lnTo>
                  <a:close/>
                </a:path>
                <a:path w="334009" h="368935">
                  <a:moveTo>
                    <a:pt x="44196" y="91440"/>
                  </a:moveTo>
                  <a:lnTo>
                    <a:pt x="42672" y="91440"/>
                  </a:lnTo>
                  <a:lnTo>
                    <a:pt x="42672" y="368808"/>
                  </a:lnTo>
                  <a:lnTo>
                    <a:pt x="44196" y="368808"/>
                  </a:lnTo>
                  <a:lnTo>
                    <a:pt x="44196" y="91440"/>
                  </a:lnTo>
                  <a:close/>
                </a:path>
                <a:path w="334009" h="368935">
                  <a:moveTo>
                    <a:pt x="48768" y="54876"/>
                  </a:moveTo>
                  <a:lnTo>
                    <a:pt x="47244" y="54876"/>
                  </a:lnTo>
                  <a:lnTo>
                    <a:pt x="47244" y="368808"/>
                  </a:lnTo>
                  <a:lnTo>
                    <a:pt x="48768" y="368808"/>
                  </a:lnTo>
                  <a:lnTo>
                    <a:pt x="48768" y="54876"/>
                  </a:lnTo>
                  <a:close/>
                </a:path>
                <a:path w="334009" h="368935">
                  <a:moveTo>
                    <a:pt x="53340" y="44196"/>
                  </a:moveTo>
                  <a:lnTo>
                    <a:pt x="51816" y="44196"/>
                  </a:lnTo>
                  <a:lnTo>
                    <a:pt x="51816" y="368808"/>
                  </a:lnTo>
                  <a:lnTo>
                    <a:pt x="53340" y="368808"/>
                  </a:lnTo>
                  <a:lnTo>
                    <a:pt x="53340" y="44196"/>
                  </a:lnTo>
                  <a:close/>
                </a:path>
                <a:path w="334009" h="368935">
                  <a:moveTo>
                    <a:pt x="57912" y="39624"/>
                  </a:moveTo>
                  <a:lnTo>
                    <a:pt x="56388" y="39624"/>
                  </a:lnTo>
                  <a:lnTo>
                    <a:pt x="56388" y="368808"/>
                  </a:lnTo>
                  <a:lnTo>
                    <a:pt x="57912" y="368808"/>
                  </a:lnTo>
                  <a:lnTo>
                    <a:pt x="57912" y="39624"/>
                  </a:lnTo>
                  <a:close/>
                </a:path>
                <a:path w="334009" h="368935">
                  <a:moveTo>
                    <a:pt x="63995" y="120396"/>
                  </a:moveTo>
                  <a:lnTo>
                    <a:pt x="60947" y="120396"/>
                  </a:lnTo>
                  <a:lnTo>
                    <a:pt x="60947" y="368808"/>
                  </a:lnTo>
                  <a:lnTo>
                    <a:pt x="63995" y="368808"/>
                  </a:lnTo>
                  <a:lnTo>
                    <a:pt x="63995" y="120396"/>
                  </a:lnTo>
                  <a:close/>
                </a:path>
                <a:path w="334009" h="368935">
                  <a:moveTo>
                    <a:pt x="68567" y="254508"/>
                  </a:moveTo>
                  <a:lnTo>
                    <a:pt x="65519" y="254508"/>
                  </a:lnTo>
                  <a:lnTo>
                    <a:pt x="65519" y="368808"/>
                  </a:lnTo>
                  <a:lnTo>
                    <a:pt x="68567" y="368808"/>
                  </a:lnTo>
                  <a:lnTo>
                    <a:pt x="68567" y="254508"/>
                  </a:lnTo>
                  <a:close/>
                </a:path>
                <a:path w="334009" h="368935">
                  <a:moveTo>
                    <a:pt x="73152" y="39624"/>
                  </a:moveTo>
                  <a:lnTo>
                    <a:pt x="71628" y="39624"/>
                  </a:lnTo>
                  <a:lnTo>
                    <a:pt x="71628" y="368808"/>
                  </a:lnTo>
                  <a:lnTo>
                    <a:pt x="73152" y="368808"/>
                  </a:lnTo>
                  <a:lnTo>
                    <a:pt x="73152" y="39624"/>
                  </a:lnTo>
                  <a:close/>
                </a:path>
                <a:path w="334009" h="368935">
                  <a:moveTo>
                    <a:pt x="77724" y="114300"/>
                  </a:moveTo>
                  <a:lnTo>
                    <a:pt x="76200" y="114300"/>
                  </a:lnTo>
                  <a:lnTo>
                    <a:pt x="76200" y="368808"/>
                  </a:lnTo>
                  <a:lnTo>
                    <a:pt x="77724" y="368808"/>
                  </a:lnTo>
                  <a:lnTo>
                    <a:pt x="77724" y="114300"/>
                  </a:lnTo>
                  <a:close/>
                </a:path>
                <a:path w="334009" h="368935">
                  <a:moveTo>
                    <a:pt x="82296" y="59436"/>
                  </a:moveTo>
                  <a:lnTo>
                    <a:pt x="80772" y="59436"/>
                  </a:lnTo>
                  <a:lnTo>
                    <a:pt x="80772" y="368808"/>
                  </a:lnTo>
                  <a:lnTo>
                    <a:pt x="82296" y="368808"/>
                  </a:lnTo>
                  <a:lnTo>
                    <a:pt x="82296" y="59436"/>
                  </a:lnTo>
                  <a:close/>
                </a:path>
                <a:path w="334009" h="368935">
                  <a:moveTo>
                    <a:pt x="86868" y="254508"/>
                  </a:moveTo>
                  <a:lnTo>
                    <a:pt x="85344" y="254508"/>
                  </a:lnTo>
                  <a:lnTo>
                    <a:pt x="85344" y="368808"/>
                  </a:lnTo>
                  <a:lnTo>
                    <a:pt x="86868" y="368808"/>
                  </a:lnTo>
                  <a:lnTo>
                    <a:pt x="86868" y="254508"/>
                  </a:lnTo>
                  <a:close/>
                </a:path>
                <a:path w="334009" h="368935">
                  <a:moveTo>
                    <a:pt x="91440" y="74688"/>
                  </a:moveTo>
                  <a:lnTo>
                    <a:pt x="89916" y="74688"/>
                  </a:lnTo>
                  <a:lnTo>
                    <a:pt x="89916" y="368808"/>
                  </a:lnTo>
                  <a:lnTo>
                    <a:pt x="91440" y="368808"/>
                  </a:lnTo>
                  <a:lnTo>
                    <a:pt x="91440" y="74688"/>
                  </a:lnTo>
                  <a:close/>
                </a:path>
                <a:path w="334009" h="368935">
                  <a:moveTo>
                    <a:pt x="96012" y="74688"/>
                  </a:moveTo>
                  <a:lnTo>
                    <a:pt x="94488" y="74688"/>
                  </a:lnTo>
                  <a:lnTo>
                    <a:pt x="94488" y="368808"/>
                  </a:lnTo>
                  <a:lnTo>
                    <a:pt x="96012" y="368808"/>
                  </a:lnTo>
                  <a:lnTo>
                    <a:pt x="96012" y="74688"/>
                  </a:lnTo>
                  <a:close/>
                </a:path>
                <a:path w="334009" h="368935">
                  <a:moveTo>
                    <a:pt x="102095" y="39624"/>
                  </a:moveTo>
                  <a:lnTo>
                    <a:pt x="99047" y="39624"/>
                  </a:lnTo>
                  <a:lnTo>
                    <a:pt x="99047" y="368808"/>
                  </a:lnTo>
                  <a:lnTo>
                    <a:pt x="102095" y="368808"/>
                  </a:lnTo>
                  <a:lnTo>
                    <a:pt x="102095" y="39624"/>
                  </a:lnTo>
                  <a:close/>
                </a:path>
                <a:path w="334009" h="368935">
                  <a:moveTo>
                    <a:pt x="106667" y="254508"/>
                  </a:moveTo>
                  <a:lnTo>
                    <a:pt x="103619" y="254508"/>
                  </a:lnTo>
                  <a:lnTo>
                    <a:pt x="103619" y="368808"/>
                  </a:lnTo>
                  <a:lnTo>
                    <a:pt x="106667" y="368808"/>
                  </a:lnTo>
                  <a:lnTo>
                    <a:pt x="106667" y="254508"/>
                  </a:lnTo>
                  <a:close/>
                </a:path>
                <a:path w="334009" h="368935">
                  <a:moveTo>
                    <a:pt x="111252" y="44196"/>
                  </a:moveTo>
                  <a:lnTo>
                    <a:pt x="108204" y="44196"/>
                  </a:lnTo>
                  <a:lnTo>
                    <a:pt x="108204" y="368808"/>
                  </a:lnTo>
                  <a:lnTo>
                    <a:pt x="111252" y="368808"/>
                  </a:lnTo>
                  <a:lnTo>
                    <a:pt x="111252" y="44196"/>
                  </a:lnTo>
                  <a:close/>
                </a:path>
                <a:path w="334009" h="368935">
                  <a:moveTo>
                    <a:pt x="115824" y="48768"/>
                  </a:moveTo>
                  <a:lnTo>
                    <a:pt x="114300" y="48768"/>
                  </a:lnTo>
                  <a:lnTo>
                    <a:pt x="114300" y="368808"/>
                  </a:lnTo>
                  <a:lnTo>
                    <a:pt x="115824" y="368808"/>
                  </a:lnTo>
                  <a:lnTo>
                    <a:pt x="115824" y="48768"/>
                  </a:lnTo>
                  <a:close/>
                </a:path>
                <a:path w="334009" h="368935">
                  <a:moveTo>
                    <a:pt x="120396" y="48768"/>
                  </a:moveTo>
                  <a:lnTo>
                    <a:pt x="118872" y="48768"/>
                  </a:lnTo>
                  <a:lnTo>
                    <a:pt x="118872" y="368808"/>
                  </a:lnTo>
                  <a:lnTo>
                    <a:pt x="120396" y="368808"/>
                  </a:lnTo>
                  <a:lnTo>
                    <a:pt x="120396" y="48768"/>
                  </a:lnTo>
                  <a:close/>
                </a:path>
                <a:path w="334009" h="368935">
                  <a:moveTo>
                    <a:pt x="124968" y="7620"/>
                  </a:moveTo>
                  <a:lnTo>
                    <a:pt x="123444" y="7620"/>
                  </a:lnTo>
                  <a:lnTo>
                    <a:pt x="123444" y="368808"/>
                  </a:lnTo>
                  <a:lnTo>
                    <a:pt x="124968" y="368808"/>
                  </a:lnTo>
                  <a:lnTo>
                    <a:pt x="124968" y="7620"/>
                  </a:lnTo>
                  <a:close/>
                </a:path>
                <a:path w="334009" h="368935">
                  <a:moveTo>
                    <a:pt x="129540" y="27432"/>
                  </a:moveTo>
                  <a:lnTo>
                    <a:pt x="128016" y="27432"/>
                  </a:lnTo>
                  <a:lnTo>
                    <a:pt x="128016" y="368808"/>
                  </a:lnTo>
                  <a:lnTo>
                    <a:pt x="129540" y="368808"/>
                  </a:lnTo>
                  <a:lnTo>
                    <a:pt x="129540" y="27432"/>
                  </a:lnTo>
                  <a:close/>
                </a:path>
                <a:path w="334009" h="368935">
                  <a:moveTo>
                    <a:pt x="134112" y="48768"/>
                  </a:moveTo>
                  <a:lnTo>
                    <a:pt x="132588" y="48768"/>
                  </a:lnTo>
                  <a:lnTo>
                    <a:pt x="132588" y="368808"/>
                  </a:lnTo>
                  <a:lnTo>
                    <a:pt x="134112" y="368808"/>
                  </a:lnTo>
                  <a:lnTo>
                    <a:pt x="134112" y="48768"/>
                  </a:lnTo>
                  <a:close/>
                </a:path>
                <a:path w="334009" h="368935">
                  <a:moveTo>
                    <a:pt x="138671" y="54876"/>
                  </a:moveTo>
                  <a:lnTo>
                    <a:pt x="137147" y="54876"/>
                  </a:lnTo>
                  <a:lnTo>
                    <a:pt x="137147" y="368808"/>
                  </a:lnTo>
                  <a:lnTo>
                    <a:pt x="138671" y="368808"/>
                  </a:lnTo>
                  <a:lnTo>
                    <a:pt x="138671" y="54876"/>
                  </a:lnTo>
                  <a:close/>
                </a:path>
                <a:path w="334009" h="368935">
                  <a:moveTo>
                    <a:pt x="144767" y="19812"/>
                  </a:moveTo>
                  <a:lnTo>
                    <a:pt x="141719" y="19812"/>
                  </a:lnTo>
                  <a:lnTo>
                    <a:pt x="141719" y="368808"/>
                  </a:lnTo>
                  <a:lnTo>
                    <a:pt x="144767" y="368808"/>
                  </a:lnTo>
                  <a:lnTo>
                    <a:pt x="144767" y="19812"/>
                  </a:lnTo>
                  <a:close/>
                </a:path>
                <a:path w="334009" h="368935">
                  <a:moveTo>
                    <a:pt x="149352" y="42672"/>
                  </a:moveTo>
                  <a:lnTo>
                    <a:pt x="146304" y="42672"/>
                  </a:lnTo>
                  <a:lnTo>
                    <a:pt x="146304" y="368808"/>
                  </a:lnTo>
                  <a:lnTo>
                    <a:pt x="149352" y="368808"/>
                  </a:lnTo>
                  <a:lnTo>
                    <a:pt x="149352" y="42672"/>
                  </a:lnTo>
                  <a:close/>
                </a:path>
                <a:path w="334009" h="368935">
                  <a:moveTo>
                    <a:pt x="153924" y="71628"/>
                  </a:moveTo>
                  <a:lnTo>
                    <a:pt x="152400" y="71628"/>
                  </a:lnTo>
                  <a:lnTo>
                    <a:pt x="152400" y="368808"/>
                  </a:lnTo>
                  <a:lnTo>
                    <a:pt x="153924" y="368808"/>
                  </a:lnTo>
                  <a:lnTo>
                    <a:pt x="153924" y="71628"/>
                  </a:lnTo>
                  <a:close/>
                </a:path>
                <a:path w="334009" h="368935">
                  <a:moveTo>
                    <a:pt x="158496" y="32004"/>
                  </a:moveTo>
                  <a:lnTo>
                    <a:pt x="156972" y="32004"/>
                  </a:lnTo>
                  <a:lnTo>
                    <a:pt x="156972" y="368808"/>
                  </a:lnTo>
                  <a:lnTo>
                    <a:pt x="158496" y="368808"/>
                  </a:lnTo>
                  <a:lnTo>
                    <a:pt x="158496" y="32004"/>
                  </a:lnTo>
                  <a:close/>
                </a:path>
                <a:path w="334009" h="368935">
                  <a:moveTo>
                    <a:pt x="163068" y="68580"/>
                  </a:moveTo>
                  <a:lnTo>
                    <a:pt x="161544" y="68580"/>
                  </a:lnTo>
                  <a:lnTo>
                    <a:pt x="161544" y="368808"/>
                  </a:lnTo>
                  <a:lnTo>
                    <a:pt x="163068" y="368808"/>
                  </a:lnTo>
                  <a:lnTo>
                    <a:pt x="163068" y="68580"/>
                  </a:lnTo>
                  <a:close/>
                </a:path>
                <a:path w="334009" h="368935">
                  <a:moveTo>
                    <a:pt x="167640" y="254508"/>
                  </a:moveTo>
                  <a:lnTo>
                    <a:pt x="166116" y="254508"/>
                  </a:lnTo>
                  <a:lnTo>
                    <a:pt x="166116" y="368808"/>
                  </a:lnTo>
                  <a:lnTo>
                    <a:pt x="167640" y="368808"/>
                  </a:lnTo>
                  <a:lnTo>
                    <a:pt x="167640" y="254508"/>
                  </a:lnTo>
                  <a:close/>
                </a:path>
                <a:path w="334009" h="368935">
                  <a:moveTo>
                    <a:pt x="172212" y="254508"/>
                  </a:moveTo>
                  <a:lnTo>
                    <a:pt x="170688" y="254508"/>
                  </a:lnTo>
                  <a:lnTo>
                    <a:pt x="170688" y="368808"/>
                  </a:lnTo>
                  <a:lnTo>
                    <a:pt x="172212" y="368808"/>
                  </a:lnTo>
                  <a:lnTo>
                    <a:pt x="172212" y="254508"/>
                  </a:lnTo>
                  <a:close/>
                </a:path>
                <a:path w="334009" h="368935">
                  <a:moveTo>
                    <a:pt x="176784" y="85344"/>
                  </a:moveTo>
                  <a:lnTo>
                    <a:pt x="175260" y="85344"/>
                  </a:lnTo>
                  <a:lnTo>
                    <a:pt x="175260" y="368808"/>
                  </a:lnTo>
                  <a:lnTo>
                    <a:pt x="176784" y="368808"/>
                  </a:lnTo>
                  <a:lnTo>
                    <a:pt x="176784" y="85344"/>
                  </a:lnTo>
                  <a:close/>
                </a:path>
                <a:path w="334009" h="368935">
                  <a:moveTo>
                    <a:pt x="181356" y="254508"/>
                  </a:moveTo>
                  <a:lnTo>
                    <a:pt x="179832" y="254508"/>
                  </a:lnTo>
                  <a:lnTo>
                    <a:pt x="179832" y="368808"/>
                  </a:lnTo>
                  <a:lnTo>
                    <a:pt x="181356" y="368808"/>
                  </a:lnTo>
                  <a:lnTo>
                    <a:pt x="181356" y="254508"/>
                  </a:lnTo>
                  <a:close/>
                </a:path>
                <a:path w="334009" h="368935">
                  <a:moveTo>
                    <a:pt x="187452" y="111264"/>
                  </a:moveTo>
                  <a:lnTo>
                    <a:pt x="184404" y="111264"/>
                  </a:lnTo>
                  <a:lnTo>
                    <a:pt x="184404" y="368808"/>
                  </a:lnTo>
                  <a:lnTo>
                    <a:pt x="187452" y="368808"/>
                  </a:lnTo>
                  <a:lnTo>
                    <a:pt x="187452" y="111264"/>
                  </a:lnTo>
                  <a:close/>
                </a:path>
                <a:path w="334009" h="368935">
                  <a:moveTo>
                    <a:pt x="192024" y="54876"/>
                  </a:moveTo>
                  <a:lnTo>
                    <a:pt x="188976" y="54876"/>
                  </a:lnTo>
                  <a:lnTo>
                    <a:pt x="188976" y="368808"/>
                  </a:lnTo>
                  <a:lnTo>
                    <a:pt x="192024" y="368808"/>
                  </a:lnTo>
                  <a:lnTo>
                    <a:pt x="192024" y="54876"/>
                  </a:lnTo>
                  <a:close/>
                </a:path>
                <a:path w="334009" h="368935">
                  <a:moveTo>
                    <a:pt x="196596" y="140208"/>
                  </a:moveTo>
                  <a:lnTo>
                    <a:pt x="195072" y="140208"/>
                  </a:lnTo>
                  <a:lnTo>
                    <a:pt x="195072" y="368808"/>
                  </a:lnTo>
                  <a:lnTo>
                    <a:pt x="196596" y="368808"/>
                  </a:lnTo>
                  <a:lnTo>
                    <a:pt x="196596" y="140208"/>
                  </a:lnTo>
                  <a:close/>
                </a:path>
                <a:path w="334009" h="368935">
                  <a:moveTo>
                    <a:pt x="201168" y="59436"/>
                  </a:moveTo>
                  <a:lnTo>
                    <a:pt x="199644" y="59436"/>
                  </a:lnTo>
                  <a:lnTo>
                    <a:pt x="199644" y="368808"/>
                  </a:lnTo>
                  <a:lnTo>
                    <a:pt x="201168" y="368808"/>
                  </a:lnTo>
                  <a:lnTo>
                    <a:pt x="201168" y="59436"/>
                  </a:lnTo>
                  <a:close/>
                </a:path>
                <a:path w="334009" h="368935">
                  <a:moveTo>
                    <a:pt x="205740" y="144780"/>
                  </a:moveTo>
                  <a:lnTo>
                    <a:pt x="204216" y="144780"/>
                  </a:lnTo>
                  <a:lnTo>
                    <a:pt x="204216" y="368808"/>
                  </a:lnTo>
                  <a:lnTo>
                    <a:pt x="205740" y="368808"/>
                  </a:lnTo>
                  <a:lnTo>
                    <a:pt x="205740" y="144780"/>
                  </a:lnTo>
                  <a:close/>
                </a:path>
                <a:path w="334009" h="368935">
                  <a:moveTo>
                    <a:pt x="210312" y="112776"/>
                  </a:moveTo>
                  <a:lnTo>
                    <a:pt x="208788" y="112776"/>
                  </a:lnTo>
                  <a:lnTo>
                    <a:pt x="208788" y="368808"/>
                  </a:lnTo>
                  <a:lnTo>
                    <a:pt x="210312" y="368808"/>
                  </a:lnTo>
                  <a:lnTo>
                    <a:pt x="210312" y="112776"/>
                  </a:lnTo>
                  <a:close/>
                </a:path>
                <a:path w="334009" h="368935">
                  <a:moveTo>
                    <a:pt x="214884" y="0"/>
                  </a:moveTo>
                  <a:lnTo>
                    <a:pt x="213360" y="0"/>
                  </a:lnTo>
                  <a:lnTo>
                    <a:pt x="213360" y="368808"/>
                  </a:lnTo>
                  <a:lnTo>
                    <a:pt x="214884" y="368808"/>
                  </a:lnTo>
                  <a:lnTo>
                    <a:pt x="214884" y="0"/>
                  </a:lnTo>
                  <a:close/>
                </a:path>
                <a:path w="334009" h="368935">
                  <a:moveTo>
                    <a:pt x="219456" y="64008"/>
                  </a:moveTo>
                  <a:lnTo>
                    <a:pt x="217932" y="64008"/>
                  </a:lnTo>
                  <a:lnTo>
                    <a:pt x="217932" y="368808"/>
                  </a:lnTo>
                  <a:lnTo>
                    <a:pt x="219456" y="368808"/>
                  </a:lnTo>
                  <a:lnTo>
                    <a:pt x="219456" y="64008"/>
                  </a:lnTo>
                  <a:close/>
                </a:path>
                <a:path w="334009" h="368935">
                  <a:moveTo>
                    <a:pt x="225552" y="54876"/>
                  </a:moveTo>
                  <a:lnTo>
                    <a:pt x="222504" y="54876"/>
                  </a:lnTo>
                  <a:lnTo>
                    <a:pt x="222504" y="368808"/>
                  </a:lnTo>
                  <a:lnTo>
                    <a:pt x="225552" y="368808"/>
                  </a:lnTo>
                  <a:lnTo>
                    <a:pt x="225552" y="54876"/>
                  </a:lnTo>
                  <a:close/>
                </a:path>
                <a:path w="334009" h="368935">
                  <a:moveTo>
                    <a:pt x="230124" y="39624"/>
                  </a:moveTo>
                  <a:lnTo>
                    <a:pt x="227076" y="39624"/>
                  </a:lnTo>
                  <a:lnTo>
                    <a:pt x="227076" y="368808"/>
                  </a:lnTo>
                  <a:lnTo>
                    <a:pt x="230124" y="368808"/>
                  </a:lnTo>
                  <a:lnTo>
                    <a:pt x="230124" y="39624"/>
                  </a:lnTo>
                  <a:close/>
                </a:path>
                <a:path w="334009" h="368935">
                  <a:moveTo>
                    <a:pt x="234696" y="22860"/>
                  </a:moveTo>
                  <a:lnTo>
                    <a:pt x="231648" y="22860"/>
                  </a:lnTo>
                  <a:lnTo>
                    <a:pt x="231648" y="368808"/>
                  </a:lnTo>
                  <a:lnTo>
                    <a:pt x="234696" y="368808"/>
                  </a:lnTo>
                  <a:lnTo>
                    <a:pt x="234696" y="22860"/>
                  </a:lnTo>
                  <a:close/>
                </a:path>
                <a:path w="334009" h="368935">
                  <a:moveTo>
                    <a:pt x="239268" y="73164"/>
                  </a:moveTo>
                  <a:lnTo>
                    <a:pt x="237744" y="73164"/>
                  </a:lnTo>
                  <a:lnTo>
                    <a:pt x="237744" y="368808"/>
                  </a:lnTo>
                  <a:lnTo>
                    <a:pt x="239268" y="368808"/>
                  </a:lnTo>
                  <a:lnTo>
                    <a:pt x="239268" y="73164"/>
                  </a:lnTo>
                  <a:close/>
                </a:path>
                <a:path w="334009" h="368935">
                  <a:moveTo>
                    <a:pt x="243840" y="85344"/>
                  </a:moveTo>
                  <a:lnTo>
                    <a:pt x="242316" y="85344"/>
                  </a:lnTo>
                  <a:lnTo>
                    <a:pt x="242316" y="368808"/>
                  </a:lnTo>
                  <a:lnTo>
                    <a:pt x="243840" y="368808"/>
                  </a:lnTo>
                  <a:lnTo>
                    <a:pt x="243840" y="85344"/>
                  </a:lnTo>
                  <a:close/>
                </a:path>
                <a:path w="334009" h="368935">
                  <a:moveTo>
                    <a:pt x="248412" y="68580"/>
                  </a:moveTo>
                  <a:lnTo>
                    <a:pt x="246888" y="68580"/>
                  </a:lnTo>
                  <a:lnTo>
                    <a:pt x="246888" y="368808"/>
                  </a:lnTo>
                  <a:lnTo>
                    <a:pt x="248412" y="368808"/>
                  </a:lnTo>
                  <a:lnTo>
                    <a:pt x="248412" y="68580"/>
                  </a:lnTo>
                  <a:close/>
                </a:path>
                <a:path w="334009" h="368935">
                  <a:moveTo>
                    <a:pt x="252984" y="39624"/>
                  </a:moveTo>
                  <a:lnTo>
                    <a:pt x="251460" y="39624"/>
                  </a:lnTo>
                  <a:lnTo>
                    <a:pt x="251460" y="368808"/>
                  </a:lnTo>
                  <a:lnTo>
                    <a:pt x="252984" y="368808"/>
                  </a:lnTo>
                  <a:lnTo>
                    <a:pt x="252984" y="39624"/>
                  </a:lnTo>
                  <a:close/>
                </a:path>
                <a:path w="334009" h="368935">
                  <a:moveTo>
                    <a:pt x="257556" y="74688"/>
                  </a:moveTo>
                  <a:lnTo>
                    <a:pt x="256032" y="74688"/>
                  </a:lnTo>
                  <a:lnTo>
                    <a:pt x="256032" y="368808"/>
                  </a:lnTo>
                  <a:lnTo>
                    <a:pt x="257556" y="368808"/>
                  </a:lnTo>
                  <a:lnTo>
                    <a:pt x="257556" y="74688"/>
                  </a:lnTo>
                  <a:close/>
                </a:path>
                <a:path w="334009" h="368935">
                  <a:moveTo>
                    <a:pt x="262128" y="32004"/>
                  </a:moveTo>
                  <a:lnTo>
                    <a:pt x="260604" y="32004"/>
                  </a:lnTo>
                  <a:lnTo>
                    <a:pt x="260604" y="368808"/>
                  </a:lnTo>
                  <a:lnTo>
                    <a:pt x="262128" y="368808"/>
                  </a:lnTo>
                  <a:lnTo>
                    <a:pt x="262128" y="32004"/>
                  </a:lnTo>
                  <a:close/>
                </a:path>
                <a:path w="334009" h="368935">
                  <a:moveTo>
                    <a:pt x="268224" y="64008"/>
                  </a:moveTo>
                  <a:lnTo>
                    <a:pt x="265176" y="64008"/>
                  </a:lnTo>
                  <a:lnTo>
                    <a:pt x="265176" y="368808"/>
                  </a:lnTo>
                  <a:lnTo>
                    <a:pt x="268224" y="368808"/>
                  </a:lnTo>
                  <a:lnTo>
                    <a:pt x="268224" y="64008"/>
                  </a:lnTo>
                  <a:close/>
                </a:path>
                <a:path w="334009" h="368935">
                  <a:moveTo>
                    <a:pt x="272796" y="85344"/>
                  </a:moveTo>
                  <a:lnTo>
                    <a:pt x="269748" y="85344"/>
                  </a:lnTo>
                  <a:lnTo>
                    <a:pt x="269748" y="368808"/>
                  </a:lnTo>
                  <a:lnTo>
                    <a:pt x="272796" y="368808"/>
                  </a:lnTo>
                  <a:lnTo>
                    <a:pt x="272796" y="85344"/>
                  </a:lnTo>
                  <a:close/>
                </a:path>
                <a:path w="334009" h="368935">
                  <a:moveTo>
                    <a:pt x="277368" y="74688"/>
                  </a:moveTo>
                  <a:lnTo>
                    <a:pt x="274320" y="74688"/>
                  </a:lnTo>
                  <a:lnTo>
                    <a:pt x="274320" y="368808"/>
                  </a:lnTo>
                  <a:lnTo>
                    <a:pt x="277368" y="368808"/>
                  </a:lnTo>
                  <a:lnTo>
                    <a:pt x="277368" y="74688"/>
                  </a:lnTo>
                  <a:close/>
                </a:path>
                <a:path w="334009" h="368935">
                  <a:moveTo>
                    <a:pt x="281940" y="56400"/>
                  </a:moveTo>
                  <a:lnTo>
                    <a:pt x="280416" y="56400"/>
                  </a:lnTo>
                  <a:lnTo>
                    <a:pt x="280416" y="368808"/>
                  </a:lnTo>
                  <a:lnTo>
                    <a:pt x="281940" y="368808"/>
                  </a:lnTo>
                  <a:lnTo>
                    <a:pt x="281940" y="56400"/>
                  </a:lnTo>
                  <a:close/>
                </a:path>
                <a:path w="334009" h="368935">
                  <a:moveTo>
                    <a:pt x="286512" y="129540"/>
                  </a:moveTo>
                  <a:lnTo>
                    <a:pt x="284988" y="129540"/>
                  </a:lnTo>
                  <a:lnTo>
                    <a:pt x="284988" y="368808"/>
                  </a:lnTo>
                  <a:lnTo>
                    <a:pt x="286512" y="368808"/>
                  </a:lnTo>
                  <a:lnTo>
                    <a:pt x="286512" y="129540"/>
                  </a:lnTo>
                  <a:close/>
                </a:path>
                <a:path w="334009" h="368935">
                  <a:moveTo>
                    <a:pt x="291084" y="59436"/>
                  </a:moveTo>
                  <a:lnTo>
                    <a:pt x="289560" y="59436"/>
                  </a:lnTo>
                  <a:lnTo>
                    <a:pt x="289560" y="368808"/>
                  </a:lnTo>
                  <a:lnTo>
                    <a:pt x="291084" y="368808"/>
                  </a:lnTo>
                  <a:lnTo>
                    <a:pt x="291084" y="59436"/>
                  </a:lnTo>
                  <a:close/>
                </a:path>
                <a:path w="334009" h="368935">
                  <a:moveTo>
                    <a:pt x="295656" y="38112"/>
                  </a:moveTo>
                  <a:lnTo>
                    <a:pt x="294132" y="38112"/>
                  </a:lnTo>
                  <a:lnTo>
                    <a:pt x="294132" y="368808"/>
                  </a:lnTo>
                  <a:lnTo>
                    <a:pt x="295656" y="368808"/>
                  </a:lnTo>
                  <a:lnTo>
                    <a:pt x="295656" y="38112"/>
                  </a:lnTo>
                  <a:close/>
                </a:path>
                <a:path w="334009" h="368935">
                  <a:moveTo>
                    <a:pt x="300228" y="32004"/>
                  </a:moveTo>
                  <a:lnTo>
                    <a:pt x="298704" y="32004"/>
                  </a:lnTo>
                  <a:lnTo>
                    <a:pt x="298704" y="368808"/>
                  </a:lnTo>
                  <a:lnTo>
                    <a:pt x="300228" y="368808"/>
                  </a:lnTo>
                  <a:lnTo>
                    <a:pt x="300228" y="32004"/>
                  </a:lnTo>
                  <a:close/>
                </a:path>
                <a:path w="334009" h="368935">
                  <a:moveTo>
                    <a:pt x="304800" y="44196"/>
                  </a:moveTo>
                  <a:lnTo>
                    <a:pt x="303276" y="44196"/>
                  </a:lnTo>
                  <a:lnTo>
                    <a:pt x="303276" y="368808"/>
                  </a:lnTo>
                  <a:lnTo>
                    <a:pt x="304800" y="368808"/>
                  </a:lnTo>
                  <a:lnTo>
                    <a:pt x="304800" y="44196"/>
                  </a:lnTo>
                  <a:close/>
                </a:path>
                <a:path w="334009" h="368935">
                  <a:moveTo>
                    <a:pt x="310896" y="111264"/>
                  </a:moveTo>
                  <a:lnTo>
                    <a:pt x="307848" y="111264"/>
                  </a:lnTo>
                  <a:lnTo>
                    <a:pt x="307848" y="368808"/>
                  </a:lnTo>
                  <a:lnTo>
                    <a:pt x="310896" y="368808"/>
                  </a:lnTo>
                  <a:lnTo>
                    <a:pt x="310896" y="111264"/>
                  </a:lnTo>
                  <a:close/>
                </a:path>
                <a:path w="334009" h="368935">
                  <a:moveTo>
                    <a:pt x="315468" y="12192"/>
                  </a:moveTo>
                  <a:lnTo>
                    <a:pt x="312420" y="12192"/>
                  </a:lnTo>
                  <a:lnTo>
                    <a:pt x="312420" y="368808"/>
                  </a:lnTo>
                  <a:lnTo>
                    <a:pt x="315468" y="368808"/>
                  </a:lnTo>
                  <a:lnTo>
                    <a:pt x="315468" y="12192"/>
                  </a:lnTo>
                  <a:close/>
                </a:path>
                <a:path w="334009" h="368935">
                  <a:moveTo>
                    <a:pt x="320040" y="48768"/>
                  </a:moveTo>
                  <a:lnTo>
                    <a:pt x="318516" y="48768"/>
                  </a:lnTo>
                  <a:lnTo>
                    <a:pt x="318516" y="368808"/>
                  </a:lnTo>
                  <a:lnTo>
                    <a:pt x="320040" y="368808"/>
                  </a:lnTo>
                  <a:lnTo>
                    <a:pt x="320040" y="48768"/>
                  </a:lnTo>
                  <a:close/>
                </a:path>
                <a:path w="334009" h="368935">
                  <a:moveTo>
                    <a:pt x="324612" y="15240"/>
                  </a:moveTo>
                  <a:lnTo>
                    <a:pt x="323088" y="15240"/>
                  </a:lnTo>
                  <a:lnTo>
                    <a:pt x="323088" y="368808"/>
                  </a:lnTo>
                  <a:lnTo>
                    <a:pt x="324612" y="368808"/>
                  </a:lnTo>
                  <a:lnTo>
                    <a:pt x="324612" y="15240"/>
                  </a:lnTo>
                  <a:close/>
                </a:path>
                <a:path w="334009" h="368935">
                  <a:moveTo>
                    <a:pt x="329184" y="36588"/>
                  </a:moveTo>
                  <a:lnTo>
                    <a:pt x="327660" y="36588"/>
                  </a:lnTo>
                  <a:lnTo>
                    <a:pt x="327660" y="368808"/>
                  </a:lnTo>
                  <a:lnTo>
                    <a:pt x="329184" y="368808"/>
                  </a:lnTo>
                  <a:lnTo>
                    <a:pt x="329184" y="36588"/>
                  </a:lnTo>
                  <a:close/>
                </a:path>
                <a:path w="334009" h="368935">
                  <a:moveTo>
                    <a:pt x="333756" y="15240"/>
                  </a:moveTo>
                  <a:lnTo>
                    <a:pt x="332232" y="15240"/>
                  </a:lnTo>
                  <a:lnTo>
                    <a:pt x="332232" y="368808"/>
                  </a:lnTo>
                  <a:lnTo>
                    <a:pt x="333756" y="368808"/>
                  </a:lnTo>
                  <a:lnTo>
                    <a:pt x="333756" y="1524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844284" y="3496055"/>
              <a:ext cx="334010" cy="367665"/>
            </a:xfrm>
            <a:custGeom>
              <a:avLst/>
              <a:gdLst/>
              <a:ahLst/>
              <a:cxnLst/>
              <a:rect l="l" t="t" r="r" b="b"/>
              <a:pathLst>
                <a:path w="334009" h="367664">
                  <a:moveTo>
                    <a:pt x="1524" y="13716"/>
                  </a:moveTo>
                  <a:lnTo>
                    <a:pt x="0" y="13716"/>
                  </a:lnTo>
                  <a:lnTo>
                    <a:pt x="0" y="367284"/>
                  </a:lnTo>
                  <a:lnTo>
                    <a:pt x="1524" y="367284"/>
                  </a:lnTo>
                  <a:lnTo>
                    <a:pt x="1524" y="13716"/>
                  </a:lnTo>
                  <a:close/>
                </a:path>
                <a:path w="334009" h="367664">
                  <a:moveTo>
                    <a:pt x="6096" y="0"/>
                  </a:moveTo>
                  <a:lnTo>
                    <a:pt x="4572" y="0"/>
                  </a:lnTo>
                  <a:lnTo>
                    <a:pt x="4572" y="367284"/>
                  </a:lnTo>
                  <a:lnTo>
                    <a:pt x="6096" y="367284"/>
                  </a:lnTo>
                  <a:lnTo>
                    <a:pt x="6096" y="0"/>
                  </a:lnTo>
                  <a:close/>
                </a:path>
                <a:path w="334009" h="367664">
                  <a:moveTo>
                    <a:pt x="10668" y="13716"/>
                  </a:moveTo>
                  <a:lnTo>
                    <a:pt x="9144" y="13716"/>
                  </a:lnTo>
                  <a:lnTo>
                    <a:pt x="9144" y="367284"/>
                  </a:lnTo>
                  <a:lnTo>
                    <a:pt x="10668" y="367284"/>
                  </a:lnTo>
                  <a:lnTo>
                    <a:pt x="10668" y="13716"/>
                  </a:lnTo>
                  <a:close/>
                </a:path>
                <a:path w="334009" h="367664">
                  <a:moveTo>
                    <a:pt x="16764" y="252984"/>
                  </a:moveTo>
                  <a:lnTo>
                    <a:pt x="13716" y="252984"/>
                  </a:lnTo>
                  <a:lnTo>
                    <a:pt x="13716" y="367284"/>
                  </a:lnTo>
                  <a:lnTo>
                    <a:pt x="16764" y="367284"/>
                  </a:lnTo>
                  <a:lnTo>
                    <a:pt x="16764" y="252984"/>
                  </a:lnTo>
                  <a:close/>
                </a:path>
                <a:path w="334009" h="367664">
                  <a:moveTo>
                    <a:pt x="21336" y="42672"/>
                  </a:moveTo>
                  <a:lnTo>
                    <a:pt x="18288" y="42672"/>
                  </a:lnTo>
                  <a:lnTo>
                    <a:pt x="18288" y="367284"/>
                  </a:lnTo>
                  <a:lnTo>
                    <a:pt x="21336" y="367284"/>
                  </a:lnTo>
                  <a:lnTo>
                    <a:pt x="21336" y="42672"/>
                  </a:lnTo>
                  <a:close/>
                </a:path>
                <a:path w="334009" h="367664">
                  <a:moveTo>
                    <a:pt x="25908" y="48768"/>
                  </a:moveTo>
                  <a:lnTo>
                    <a:pt x="22860" y="48768"/>
                  </a:lnTo>
                  <a:lnTo>
                    <a:pt x="22860" y="367284"/>
                  </a:lnTo>
                  <a:lnTo>
                    <a:pt x="25908" y="367284"/>
                  </a:lnTo>
                  <a:lnTo>
                    <a:pt x="25908" y="48768"/>
                  </a:lnTo>
                  <a:close/>
                </a:path>
                <a:path w="334009" h="367664">
                  <a:moveTo>
                    <a:pt x="30480" y="6096"/>
                  </a:moveTo>
                  <a:lnTo>
                    <a:pt x="28956" y="6096"/>
                  </a:lnTo>
                  <a:lnTo>
                    <a:pt x="28956" y="367284"/>
                  </a:lnTo>
                  <a:lnTo>
                    <a:pt x="30480" y="367284"/>
                  </a:lnTo>
                  <a:lnTo>
                    <a:pt x="30480" y="6096"/>
                  </a:lnTo>
                  <a:close/>
                </a:path>
                <a:path w="334009" h="367664">
                  <a:moveTo>
                    <a:pt x="35052" y="62484"/>
                  </a:moveTo>
                  <a:lnTo>
                    <a:pt x="33528" y="62484"/>
                  </a:lnTo>
                  <a:lnTo>
                    <a:pt x="33528" y="367284"/>
                  </a:lnTo>
                  <a:lnTo>
                    <a:pt x="35052" y="367284"/>
                  </a:lnTo>
                  <a:lnTo>
                    <a:pt x="35052" y="62484"/>
                  </a:lnTo>
                  <a:close/>
                </a:path>
                <a:path w="334009" h="367664">
                  <a:moveTo>
                    <a:pt x="39624" y="25908"/>
                  </a:moveTo>
                  <a:lnTo>
                    <a:pt x="38100" y="25908"/>
                  </a:lnTo>
                  <a:lnTo>
                    <a:pt x="38100" y="367284"/>
                  </a:lnTo>
                  <a:lnTo>
                    <a:pt x="39624" y="367284"/>
                  </a:lnTo>
                  <a:lnTo>
                    <a:pt x="39624" y="25908"/>
                  </a:lnTo>
                  <a:close/>
                </a:path>
                <a:path w="334009" h="367664">
                  <a:moveTo>
                    <a:pt x="44196" y="62484"/>
                  </a:moveTo>
                  <a:lnTo>
                    <a:pt x="42672" y="62484"/>
                  </a:lnTo>
                  <a:lnTo>
                    <a:pt x="42672" y="367284"/>
                  </a:lnTo>
                  <a:lnTo>
                    <a:pt x="44196" y="367284"/>
                  </a:lnTo>
                  <a:lnTo>
                    <a:pt x="44196" y="62484"/>
                  </a:lnTo>
                  <a:close/>
                </a:path>
                <a:path w="334009" h="367664">
                  <a:moveTo>
                    <a:pt x="48768" y="47244"/>
                  </a:moveTo>
                  <a:lnTo>
                    <a:pt x="47244" y="47244"/>
                  </a:lnTo>
                  <a:lnTo>
                    <a:pt x="47244" y="367284"/>
                  </a:lnTo>
                  <a:lnTo>
                    <a:pt x="48768" y="367284"/>
                  </a:lnTo>
                  <a:lnTo>
                    <a:pt x="48768" y="47244"/>
                  </a:lnTo>
                  <a:close/>
                </a:path>
                <a:path w="334009" h="367664">
                  <a:moveTo>
                    <a:pt x="53340" y="13716"/>
                  </a:moveTo>
                  <a:lnTo>
                    <a:pt x="51816" y="13716"/>
                  </a:lnTo>
                  <a:lnTo>
                    <a:pt x="51816" y="367284"/>
                  </a:lnTo>
                  <a:lnTo>
                    <a:pt x="53340" y="367284"/>
                  </a:lnTo>
                  <a:lnTo>
                    <a:pt x="53340" y="13716"/>
                  </a:lnTo>
                  <a:close/>
                </a:path>
                <a:path w="334009" h="367664">
                  <a:moveTo>
                    <a:pt x="59436" y="35064"/>
                  </a:moveTo>
                  <a:lnTo>
                    <a:pt x="56388" y="35064"/>
                  </a:lnTo>
                  <a:lnTo>
                    <a:pt x="56388" y="367284"/>
                  </a:lnTo>
                  <a:lnTo>
                    <a:pt x="59436" y="367284"/>
                  </a:lnTo>
                  <a:lnTo>
                    <a:pt x="59436" y="35064"/>
                  </a:lnTo>
                  <a:close/>
                </a:path>
                <a:path w="334009" h="367664">
                  <a:moveTo>
                    <a:pt x="64008" y="25908"/>
                  </a:moveTo>
                  <a:lnTo>
                    <a:pt x="60960" y="25908"/>
                  </a:lnTo>
                  <a:lnTo>
                    <a:pt x="60960" y="367284"/>
                  </a:lnTo>
                  <a:lnTo>
                    <a:pt x="64008" y="367284"/>
                  </a:lnTo>
                  <a:lnTo>
                    <a:pt x="64008" y="25908"/>
                  </a:lnTo>
                  <a:close/>
                </a:path>
                <a:path w="334009" h="367664">
                  <a:moveTo>
                    <a:pt x="68580" y="47244"/>
                  </a:moveTo>
                  <a:lnTo>
                    <a:pt x="65532" y="47244"/>
                  </a:lnTo>
                  <a:lnTo>
                    <a:pt x="65532" y="367284"/>
                  </a:lnTo>
                  <a:lnTo>
                    <a:pt x="68580" y="367284"/>
                  </a:lnTo>
                  <a:lnTo>
                    <a:pt x="68580" y="47244"/>
                  </a:lnTo>
                  <a:close/>
                </a:path>
                <a:path w="334009" h="367664">
                  <a:moveTo>
                    <a:pt x="73152" y="10668"/>
                  </a:moveTo>
                  <a:lnTo>
                    <a:pt x="71628" y="10668"/>
                  </a:lnTo>
                  <a:lnTo>
                    <a:pt x="71628" y="367284"/>
                  </a:lnTo>
                  <a:lnTo>
                    <a:pt x="73152" y="367284"/>
                  </a:lnTo>
                  <a:lnTo>
                    <a:pt x="73152" y="10668"/>
                  </a:lnTo>
                  <a:close/>
                </a:path>
                <a:path w="334009" h="367664">
                  <a:moveTo>
                    <a:pt x="77724" y="21336"/>
                  </a:moveTo>
                  <a:lnTo>
                    <a:pt x="76200" y="21336"/>
                  </a:lnTo>
                  <a:lnTo>
                    <a:pt x="76200" y="367284"/>
                  </a:lnTo>
                  <a:lnTo>
                    <a:pt x="77724" y="367284"/>
                  </a:lnTo>
                  <a:lnTo>
                    <a:pt x="77724" y="21336"/>
                  </a:lnTo>
                  <a:close/>
                </a:path>
                <a:path w="334009" h="367664">
                  <a:moveTo>
                    <a:pt x="82296" y="47244"/>
                  </a:moveTo>
                  <a:lnTo>
                    <a:pt x="80772" y="47244"/>
                  </a:lnTo>
                  <a:lnTo>
                    <a:pt x="80772" y="367284"/>
                  </a:lnTo>
                  <a:lnTo>
                    <a:pt x="82296" y="367284"/>
                  </a:lnTo>
                  <a:lnTo>
                    <a:pt x="82296" y="47244"/>
                  </a:lnTo>
                  <a:close/>
                </a:path>
                <a:path w="334009" h="367664">
                  <a:moveTo>
                    <a:pt x="86868" y="42672"/>
                  </a:moveTo>
                  <a:lnTo>
                    <a:pt x="85344" y="42672"/>
                  </a:lnTo>
                  <a:lnTo>
                    <a:pt x="85344" y="367284"/>
                  </a:lnTo>
                  <a:lnTo>
                    <a:pt x="86868" y="367284"/>
                  </a:lnTo>
                  <a:lnTo>
                    <a:pt x="86868" y="42672"/>
                  </a:lnTo>
                  <a:close/>
                </a:path>
                <a:path w="334009" h="367664">
                  <a:moveTo>
                    <a:pt x="91440" y="83820"/>
                  </a:moveTo>
                  <a:lnTo>
                    <a:pt x="89916" y="83820"/>
                  </a:lnTo>
                  <a:lnTo>
                    <a:pt x="89916" y="367284"/>
                  </a:lnTo>
                  <a:lnTo>
                    <a:pt x="91440" y="367284"/>
                  </a:lnTo>
                  <a:lnTo>
                    <a:pt x="91440" y="83820"/>
                  </a:lnTo>
                  <a:close/>
                </a:path>
                <a:path w="334009" h="367664">
                  <a:moveTo>
                    <a:pt x="96012" y="30480"/>
                  </a:moveTo>
                  <a:lnTo>
                    <a:pt x="94488" y="30480"/>
                  </a:lnTo>
                  <a:lnTo>
                    <a:pt x="94488" y="367284"/>
                  </a:lnTo>
                  <a:lnTo>
                    <a:pt x="96012" y="367284"/>
                  </a:lnTo>
                  <a:lnTo>
                    <a:pt x="96012" y="30480"/>
                  </a:lnTo>
                  <a:close/>
                </a:path>
                <a:path w="334009" h="367664">
                  <a:moveTo>
                    <a:pt x="102108" y="70104"/>
                  </a:moveTo>
                  <a:lnTo>
                    <a:pt x="99060" y="70104"/>
                  </a:lnTo>
                  <a:lnTo>
                    <a:pt x="99060" y="367284"/>
                  </a:lnTo>
                  <a:lnTo>
                    <a:pt x="102108" y="367284"/>
                  </a:lnTo>
                  <a:lnTo>
                    <a:pt x="102108" y="70104"/>
                  </a:lnTo>
                  <a:close/>
                </a:path>
                <a:path w="334009" h="367664">
                  <a:moveTo>
                    <a:pt x="106680" y="38100"/>
                  </a:moveTo>
                  <a:lnTo>
                    <a:pt x="103632" y="38100"/>
                  </a:lnTo>
                  <a:lnTo>
                    <a:pt x="103632" y="367284"/>
                  </a:lnTo>
                  <a:lnTo>
                    <a:pt x="106680" y="367284"/>
                  </a:lnTo>
                  <a:lnTo>
                    <a:pt x="106680" y="38100"/>
                  </a:lnTo>
                  <a:close/>
                </a:path>
                <a:path w="334009" h="367664">
                  <a:moveTo>
                    <a:pt x="111252" y="38100"/>
                  </a:moveTo>
                  <a:lnTo>
                    <a:pt x="109728" y="38100"/>
                  </a:lnTo>
                  <a:lnTo>
                    <a:pt x="109728" y="367284"/>
                  </a:lnTo>
                  <a:lnTo>
                    <a:pt x="111252" y="367284"/>
                  </a:lnTo>
                  <a:lnTo>
                    <a:pt x="111252" y="38100"/>
                  </a:lnTo>
                  <a:close/>
                </a:path>
                <a:path w="334009" h="367664">
                  <a:moveTo>
                    <a:pt x="115824" y="117348"/>
                  </a:moveTo>
                  <a:lnTo>
                    <a:pt x="114300" y="117348"/>
                  </a:lnTo>
                  <a:lnTo>
                    <a:pt x="114300" y="367284"/>
                  </a:lnTo>
                  <a:lnTo>
                    <a:pt x="115824" y="367284"/>
                  </a:lnTo>
                  <a:lnTo>
                    <a:pt x="115824" y="117348"/>
                  </a:lnTo>
                  <a:close/>
                </a:path>
                <a:path w="334009" h="367664">
                  <a:moveTo>
                    <a:pt x="120396" y="62484"/>
                  </a:moveTo>
                  <a:lnTo>
                    <a:pt x="118872" y="62484"/>
                  </a:lnTo>
                  <a:lnTo>
                    <a:pt x="118872" y="367284"/>
                  </a:lnTo>
                  <a:lnTo>
                    <a:pt x="120396" y="367284"/>
                  </a:lnTo>
                  <a:lnTo>
                    <a:pt x="120396" y="62484"/>
                  </a:lnTo>
                  <a:close/>
                </a:path>
                <a:path w="334009" h="367664">
                  <a:moveTo>
                    <a:pt x="124968" y="54876"/>
                  </a:moveTo>
                  <a:lnTo>
                    <a:pt x="123444" y="54876"/>
                  </a:lnTo>
                  <a:lnTo>
                    <a:pt x="123444" y="367284"/>
                  </a:lnTo>
                  <a:lnTo>
                    <a:pt x="124968" y="367284"/>
                  </a:lnTo>
                  <a:lnTo>
                    <a:pt x="124968" y="54876"/>
                  </a:lnTo>
                  <a:close/>
                </a:path>
                <a:path w="334009" h="367664">
                  <a:moveTo>
                    <a:pt x="129540" y="48768"/>
                  </a:moveTo>
                  <a:lnTo>
                    <a:pt x="128016" y="48768"/>
                  </a:lnTo>
                  <a:lnTo>
                    <a:pt x="128016" y="367284"/>
                  </a:lnTo>
                  <a:lnTo>
                    <a:pt x="129540" y="367284"/>
                  </a:lnTo>
                  <a:lnTo>
                    <a:pt x="129540" y="48768"/>
                  </a:lnTo>
                  <a:close/>
                </a:path>
                <a:path w="334009" h="367664">
                  <a:moveTo>
                    <a:pt x="134112" y="25908"/>
                  </a:moveTo>
                  <a:lnTo>
                    <a:pt x="132588" y="25908"/>
                  </a:lnTo>
                  <a:lnTo>
                    <a:pt x="132588" y="367284"/>
                  </a:lnTo>
                  <a:lnTo>
                    <a:pt x="134112" y="367284"/>
                  </a:lnTo>
                  <a:lnTo>
                    <a:pt x="134112" y="25908"/>
                  </a:lnTo>
                  <a:close/>
                </a:path>
                <a:path w="334009" h="367664">
                  <a:moveTo>
                    <a:pt x="140208" y="252984"/>
                  </a:moveTo>
                  <a:lnTo>
                    <a:pt x="137160" y="252984"/>
                  </a:lnTo>
                  <a:lnTo>
                    <a:pt x="137160" y="367284"/>
                  </a:lnTo>
                  <a:lnTo>
                    <a:pt x="140208" y="367284"/>
                  </a:lnTo>
                  <a:lnTo>
                    <a:pt x="140208" y="252984"/>
                  </a:lnTo>
                  <a:close/>
                </a:path>
                <a:path w="334009" h="367664">
                  <a:moveTo>
                    <a:pt x="144780" y="62484"/>
                  </a:moveTo>
                  <a:lnTo>
                    <a:pt x="141732" y="62484"/>
                  </a:lnTo>
                  <a:lnTo>
                    <a:pt x="141732" y="367284"/>
                  </a:lnTo>
                  <a:lnTo>
                    <a:pt x="144780" y="367284"/>
                  </a:lnTo>
                  <a:lnTo>
                    <a:pt x="144780" y="62484"/>
                  </a:lnTo>
                  <a:close/>
                </a:path>
                <a:path w="334009" h="367664">
                  <a:moveTo>
                    <a:pt x="149352" y="18288"/>
                  </a:moveTo>
                  <a:lnTo>
                    <a:pt x="146304" y="18288"/>
                  </a:lnTo>
                  <a:lnTo>
                    <a:pt x="146304" y="367284"/>
                  </a:lnTo>
                  <a:lnTo>
                    <a:pt x="149352" y="367284"/>
                  </a:lnTo>
                  <a:lnTo>
                    <a:pt x="149352" y="18288"/>
                  </a:lnTo>
                  <a:close/>
                </a:path>
                <a:path w="334009" h="367664">
                  <a:moveTo>
                    <a:pt x="153924" y="35064"/>
                  </a:moveTo>
                  <a:lnTo>
                    <a:pt x="152400" y="35064"/>
                  </a:lnTo>
                  <a:lnTo>
                    <a:pt x="152400" y="367284"/>
                  </a:lnTo>
                  <a:lnTo>
                    <a:pt x="153924" y="367284"/>
                  </a:lnTo>
                  <a:lnTo>
                    <a:pt x="153924" y="35064"/>
                  </a:lnTo>
                  <a:close/>
                </a:path>
                <a:path w="334009" h="367664">
                  <a:moveTo>
                    <a:pt x="158496" y="35064"/>
                  </a:moveTo>
                  <a:lnTo>
                    <a:pt x="156972" y="35064"/>
                  </a:lnTo>
                  <a:lnTo>
                    <a:pt x="156972" y="367284"/>
                  </a:lnTo>
                  <a:lnTo>
                    <a:pt x="158496" y="367284"/>
                  </a:lnTo>
                  <a:lnTo>
                    <a:pt x="158496" y="35064"/>
                  </a:lnTo>
                  <a:close/>
                </a:path>
                <a:path w="334009" h="367664">
                  <a:moveTo>
                    <a:pt x="163068" y="13716"/>
                  </a:moveTo>
                  <a:lnTo>
                    <a:pt x="161544" y="13716"/>
                  </a:lnTo>
                  <a:lnTo>
                    <a:pt x="161544" y="367284"/>
                  </a:lnTo>
                  <a:lnTo>
                    <a:pt x="163068" y="367284"/>
                  </a:lnTo>
                  <a:lnTo>
                    <a:pt x="163068" y="13716"/>
                  </a:lnTo>
                  <a:close/>
                </a:path>
                <a:path w="334009" h="367664">
                  <a:moveTo>
                    <a:pt x="167640" y="252984"/>
                  </a:moveTo>
                  <a:lnTo>
                    <a:pt x="166116" y="252984"/>
                  </a:lnTo>
                  <a:lnTo>
                    <a:pt x="166116" y="367284"/>
                  </a:lnTo>
                  <a:lnTo>
                    <a:pt x="167640" y="367284"/>
                  </a:lnTo>
                  <a:lnTo>
                    <a:pt x="167640" y="252984"/>
                  </a:lnTo>
                  <a:close/>
                </a:path>
                <a:path w="334009" h="367664">
                  <a:moveTo>
                    <a:pt x="172212" y="13716"/>
                  </a:moveTo>
                  <a:lnTo>
                    <a:pt x="170688" y="13716"/>
                  </a:lnTo>
                  <a:lnTo>
                    <a:pt x="170688" y="367284"/>
                  </a:lnTo>
                  <a:lnTo>
                    <a:pt x="172212" y="367284"/>
                  </a:lnTo>
                  <a:lnTo>
                    <a:pt x="172212" y="13716"/>
                  </a:lnTo>
                  <a:close/>
                </a:path>
                <a:path w="334009" h="367664">
                  <a:moveTo>
                    <a:pt x="176784" y="96012"/>
                  </a:moveTo>
                  <a:lnTo>
                    <a:pt x="175260" y="96012"/>
                  </a:lnTo>
                  <a:lnTo>
                    <a:pt x="175260" y="367284"/>
                  </a:lnTo>
                  <a:lnTo>
                    <a:pt x="176784" y="367284"/>
                  </a:lnTo>
                  <a:lnTo>
                    <a:pt x="176784" y="96012"/>
                  </a:lnTo>
                  <a:close/>
                </a:path>
                <a:path w="334009" h="367664">
                  <a:moveTo>
                    <a:pt x="182880" y="21336"/>
                  </a:moveTo>
                  <a:lnTo>
                    <a:pt x="179832" y="21336"/>
                  </a:lnTo>
                  <a:lnTo>
                    <a:pt x="179832" y="367284"/>
                  </a:lnTo>
                  <a:lnTo>
                    <a:pt x="182880" y="367284"/>
                  </a:lnTo>
                  <a:lnTo>
                    <a:pt x="182880" y="21336"/>
                  </a:lnTo>
                  <a:close/>
                </a:path>
                <a:path w="334009" h="367664">
                  <a:moveTo>
                    <a:pt x="187452" y="35064"/>
                  </a:moveTo>
                  <a:lnTo>
                    <a:pt x="184404" y="35064"/>
                  </a:lnTo>
                  <a:lnTo>
                    <a:pt x="184404" y="367284"/>
                  </a:lnTo>
                  <a:lnTo>
                    <a:pt x="187452" y="367284"/>
                  </a:lnTo>
                  <a:lnTo>
                    <a:pt x="187452" y="35064"/>
                  </a:lnTo>
                  <a:close/>
                </a:path>
                <a:path w="334009" h="367664">
                  <a:moveTo>
                    <a:pt x="192024" y="6096"/>
                  </a:moveTo>
                  <a:lnTo>
                    <a:pt x="188976" y="6096"/>
                  </a:lnTo>
                  <a:lnTo>
                    <a:pt x="188976" y="367284"/>
                  </a:lnTo>
                  <a:lnTo>
                    <a:pt x="192024" y="367284"/>
                  </a:lnTo>
                  <a:lnTo>
                    <a:pt x="192024" y="6096"/>
                  </a:lnTo>
                  <a:close/>
                </a:path>
                <a:path w="334009" h="367664">
                  <a:moveTo>
                    <a:pt x="196596" y="42672"/>
                  </a:moveTo>
                  <a:lnTo>
                    <a:pt x="195072" y="42672"/>
                  </a:lnTo>
                  <a:lnTo>
                    <a:pt x="195072" y="367284"/>
                  </a:lnTo>
                  <a:lnTo>
                    <a:pt x="196596" y="367284"/>
                  </a:lnTo>
                  <a:lnTo>
                    <a:pt x="196596" y="42672"/>
                  </a:lnTo>
                  <a:close/>
                </a:path>
                <a:path w="334009" h="367664">
                  <a:moveTo>
                    <a:pt x="201168" y="25908"/>
                  </a:moveTo>
                  <a:lnTo>
                    <a:pt x="199644" y="25908"/>
                  </a:lnTo>
                  <a:lnTo>
                    <a:pt x="199644" y="367284"/>
                  </a:lnTo>
                  <a:lnTo>
                    <a:pt x="201168" y="367284"/>
                  </a:lnTo>
                  <a:lnTo>
                    <a:pt x="201168" y="25908"/>
                  </a:lnTo>
                  <a:close/>
                </a:path>
                <a:path w="334009" h="367664">
                  <a:moveTo>
                    <a:pt x="205740" y="13716"/>
                  </a:moveTo>
                  <a:lnTo>
                    <a:pt x="204216" y="13716"/>
                  </a:lnTo>
                  <a:lnTo>
                    <a:pt x="204216" y="367284"/>
                  </a:lnTo>
                  <a:lnTo>
                    <a:pt x="205740" y="367284"/>
                  </a:lnTo>
                  <a:lnTo>
                    <a:pt x="205740" y="13716"/>
                  </a:lnTo>
                  <a:close/>
                </a:path>
                <a:path w="334009" h="367664">
                  <a:moveTo>
                    <a:pt x="210312" y="96012"/>
                  </a:moveTo>
                  <a:lnTo>
                    <a:pt x="208788" y="96012"/>
                  </a:lnTo>
                  <a:lnTo>
                    <a:pt x="208788" y="367284"/>
                  </a:lnTo>
                  <a:lnTo>
                    <a:pt x="210312" y="367284"/>
                  </a:lnTo>
                  <a:lnTo>
                    <a:pt x="210312" y="96012"/>
                  </a:lnTo>
                  <a:close/>
                </a:path>
                <a:path w="334009" h="367664">
                  <a:moveTo>
                    <a:pt x="214884" y="30480"/>
                  </a:moveTo>
                  <a:lnTo>
                    <a:pt x="213360" y="30480"/>
                  </a:lnTo>
                  <a:lnTo>
                    <a:pt x="213360" y="367284"/>
                  </a:lnTo>
                  <a:lnTo>
                    <a:pt x="214884" y="367284"/>
                  </a:lnTo>
                  <a:lnTo>
                    <a:pt x="214884" y="30480"/>
                  </a:lnTo>
                  <a:close/>
                </a:path>
                <a:path w="334009" h="367664">
                  <a:moveTo>
                    <a:pt x="219456" y="38100"/>
                  </a:moveTo>
                  <a:lnTo>
                    <a:pt x="217932" y="38100"/>
                  </a:lnTo>
                  <a:lnTo>
                    <a:pt x="217932" y="367284"/>
                  </a:lnTo>
                  <a:lnTo>
                    <a:pt x="219456" y="367284"/>
                  </a:lnTo>
                  <a:lnTo>
                    <a:pt x="219456" y="38100"/>
                  </a:lnTo>
                  <a:close/>
                </a:path>
                <a:path w="334009" h="367664">
                  <a:moveTo>
                    <a:pt x="225552" y="42672"/>
                  </a:moveTo>
                  <a:lnTo>
                    <a:pt x="222504" y="42672"/>
                  </a:lnTo>
                  <a:lnTo>
                    <a:pt x="222504" y="367284"/>
                  </a:lnTo>
                  <a:lnTo>
                    <a:pt x="225552" y="367284"/>
                  </a:lnTo>
                  <a:lnTo>
                    <a:pt x="225552" y="42672"/>
                  </a:lnTo>
                  <a:close/>
                </a:path>
                <a:path w="334009" h="367664">
                  <a:moveTo>
                    <a:pt x="230124" y="53352"/>
                  </a:moveTo>
                  <a:lnTo>
                    <a:pt x="227076" y="53352"/>
                  </a:lnTo>
                  <a:lnTo>
                    <a:pt x="227076" y="367284"/>
                  </a:lnTo>
                  <a:lnTo>
                    <a:pt x="230124" y="367284"/>
                  </a:lnTo>
                  <a:lnTo>
                    <a:pt x="230124" y="53352"/>
                  </a:lnTo>
                  <a:close/>
                </a:path>
                <a:path w="334009" h="367664">
                  <a:moveTo>
                    <a:pt x="234696" y="21336"/>
                  </a:moveTo>
                  <a:lnTo>
                    <a:pt x="233172" y="21336"/>
                  </a:lnTo>
                  <a:lnTo>
                    <a:pt x="233172" y="367284"/>
                  </a:lnTo>
                  <a:lnTo>
                    <a:pt x="234696" y="367284"/>
                  </a:lnTo>
                  <a:lnTo>
                    <a:pt x="234696" y="21336"/>
                  </a:lnTo>
                  <a:close/>
                </a:path>
                <a:path w="334009" h="367664">
                  <a:moveTo>
                    <a:pt x="239268" y="57912"/>
                  </a:moveTo>
                  <a:lnTo>
                    <a:pt x="237744" y="57912"/>
                  </a:lnTo>
                  <a:lnTo>
                    <a:pt x="237744" y="367284"/>
                  </a:lnTo>
                  <a:lnTo>
                    <a:pt x="239268" y="367284"/>
                  </a:lnTo>
                  <a:lnTo>
                    <a:pt x="239268" y="57912"/>
                  </a:lnTo>
                  <a:close/>
                </a:path>
                <a:path w="334009" h="367664">
                  <a:moveTo>
                    <a:pt x="243840" y="30480"/>
                  </a:moveTo>
                  <a:lnTo>
                    <a:pt x="242316" y="30480"/>
                  </a:lnTo>
                  <a:lnTo>
                    <a:pt x="242316" y="367284"/>
                  </a:lnTo>
                  <a:lnTo>
                    <a:pt x="243840" y="367284"/>
                  </a:lnTo>
                  <a:lnTo>
                    <a:pt x="243840" y="30480"/>
                  </a:lnTo>
                  <a:close/>
                </a:path>
                <a:path w="334009" h="367664">
                  <a:moveTo>
                    <a:pt x="248412" y="21336"/>
                  </a:moveTo>
                  <a:lnTo>
                    <a:pt x="246888" y="21336"/>
                  </a:lnTo>
                  <a:lnTo>
                    <a:pt x="246888" y="367284"/>
                  </a:lnTo>
                  <a:lnTo>
                    <a:pt x="248412" y="367284"/>
                  </a:lnTo>
                  <a:lnTo>
                    <a:pt x="248412" y="21336"/>
                  </a:lnTo>
                  <a:close/>
                </a:path>
                <a:path w="334009" h="367664">
                  <a:moveTo>
                    <a:pt x="252984" y="21336"/>
                  </a:moveTo>
                  <a:lnTo>
                    <a:pt x="251460" y="21336"/>
                  </a:lnTo>
                  <a:lnTo>
                    <a:pt x="251460" y="367284"/>
                  </a:lnTo>
                  <a:lnTo>
                    <a:pt x="252984" y="367284"/>
                  </a:lnTo>
                  <a:lnTo>
                    <a:pt x="252984" y="21336"/>
                  </a:lnTo>
                  <a:close/>
                </a:path>
                <a:path w="334009" h="367664">
                  <a:moveTo>
                    <a:pt x="257556" y="50292"/>
                  </a:moveTo>
                  <a:lnTo>
                    <a:pt x="256032" y="50292"/>
                  </a:lnTo>
                  <a:lnTo>
                    <a:pt x="256032" y="367284"/>
                  </a:lnTo>
                  <a:lnTo>
                    <a:pt x="257556" y="367284"/>
                  </a:lnTo>
                  <a:lnTo>
                    <a:pt x="257556" y="50292"/>
                  </a:lnTo>
                  <a:close/>
                </a:path>
                <a:path w="334009" h="367664">
                  <a:moveTo>
                    <a:pt x="262128" y="18288"/>
                  </a:moveTo>
                  <a:lnTo>
                    <a:pt x="260604" y="18288"/>
                  </a:lnTo>
                  <a:lnTo>
                    <a:pt x="260604" y="367284"/>
                  </a:lnTo>
                  <a:lnTo>
                    <a:pt x="262128" y="367284"/>
                  </a:lnTo>
                  <a:lnTo>
                    <a:pt x="262128" y="18288"/>
                  </a:lnTo>
                  <a:close/>
                </a:path>
                <a:path w="334009" h="367664">
                  <a:moveTo>
                    <a:pt x="268224" y="30480"/>
                  </a:moveTo>
                  <a:lnTo>
                    <a:pt x="265176" y="30480"/>
                  </a:lnTo>
                  <a:lnTo>
                    <a:pt x="265176" y="367284"/>
                  </a:lnTo>
                  <a:lnTo>
                    <a:pt x="268224" y="367284"/>
                  </a:lnTo>
                  <a:lnTo>
                    <a:pt x="268224" y="30480"/>
                  </a:lnTo>
                  <a:close/>
                </a:path>
                <a:path w="334009" h="367664">
                  <a:moveTo>
                    <a:pt x="272796" y="21336"/>
                  </a:moveTo>
                  <a:lnTo>
                    <a:pt x="269748" y="21336"/>
                  </a:lnTo>
                  <a:lnTo>
                    <a:pt x="269748" y="367284"/>
                  </a:lnTo>
                  <a:lnTo>
                    <a:pt x="272796" y="367284"/>
                  </a:lnTo>
                  <a:lnTo>
                    <a:pt x="272796" y="21336"/>
                  </a:lnTo>
                  <a:close/>
                </a:path>
                <a:path w="334009" h="367664">
                  <a:moveTo>
                    <a:pt x="277368" y="28956"/>
                  </a:moveTo>
                  <a:lnTo>
                    <a:pt x="275844" y="28956"/>
                  </a:lnTo>
                  <a:lnTo>
                    <a:pt x="275844" y="367284"/>
                  </a:lnTo>
                  <a:lnTo>
                    <a:pt x="277368" y="367284"/>
                  </a:lnTo>
                  <a:lnTo>
                    <a:pt x="277368" y="28956"/>
                  </a:lnTo>
                  <a:close/>
                </a:path>
                <a:path w="334009" h="367664">
                  <a:moveTo>
                    <a:pt x="281940" y="21336"/>
                  </a:moveTo>
                  <a:lnTo>
                    <a:pt x="280416" y="21336"/>
                  </a:lnTo>
                  <a:lnTo>
                    <a:pt x="280416" y="367284"/>
                  </a:lnTo>
                  <a:lnTo>
                    <a:pt x="281940" y="367284"/>
                  </a:lnTo>
                  <a:lnTo>
                    <a:pt x="281940" y="21336"/>
                  </a:lnTo>
                  <a:close/>
                </a:path>
                <a:path w="334009" h="367664">
                  <a:moveTo>
                    <a:pt x="286512" y="42672"/>
                  </a:moveTo>
                  <a:lnTo>
                    <a:pt x="284988" y="42672"/>
                  </a:lnTo>
                  <a:lnTo>
                    <a:pt x="284988" y="367284"/>
                  </a:lnTo>
                  <a:lnTo>
                    <a:pt x="286512" y="367284"/>
                  </a:lnTo>
                  <a:lnTo>
                    <a:pt x="286512" y="42672"/>
                  </a:lnTo>
                  <a:close/>
                </a:path>
                <a:path w="334009" h="367664">
                  <a:moveTo>
                    <a:pt x="291084" y="21336"/>
                  </a:moveTo>
                  <a:lnTo>
                    <a:pt x="289560" y="21336"/>
                  </a:lnTo>
                  <a:lnTo>
                    <a:pt x="289560" y="367284"/>
                  </a:lnTo>
                  <a:lnTo>
                    <a:pt x="291084" y="367284"/>
                  </a:lnTo>
                  <a:lnTo>
                    <a:pt x="291084" y="21336"/>
                  </a:lnTo>
                  <a:close/>
                </a:path>
                <a:path w="334009" h="367664">
                  <a:moveTo>
                    <a:pt x="295656" y="13716"/>
                  </a:moveTo>
                  <a:lnTo>
                    <a:pt x="294132" y="13716"/>
                  </a:lnTo>
                  <a:lnTo>
                    <a:pt x="294132" y="367284"/>
                  </a:lnTo>
                  <a:lnTo>
                    <a:pt x="295656" y="367284"/>
                  </a:lnTo>
                  <a:lnTo>
                    <a:pt x="295656" y="13716"/>
                  </a:lnTo>
                  <a:close/>
                </a:path>
                <a:path w="334009" h="367664">
                  <a:moveTo>
                    <a:pt x="300228" y="30480"/>
                  </a:moveTo>
                  <a:lnTo>
                    <a:pt x="298704" y="30480"/>
                  </a:lnTo>
                  <a:lnTo>
                    <a:pt x="298704" y="367284"/>
                  </a:lnTo>
                  <a:lnTo>
                    <a:pt x="300228" y="367284"/>
                  </a:lnTo>
                  <a:lnTo>
                    <a:pt x="300228" y="30480"/>
                  </a:lnTo>
                  <a:close/>
                </a:path>
                <a:path w="334009" h="367664">
                  <a:moveTo>
                    <a:pt x="306324" y="47244"/>
                  </a:moveTo>
                  <a:lnTo>
                    <a:pt x="303276" y="47244"/>
                  </a:lnTo>
                  <a:lnTo>
                    <a:pt x="303276" y="367284"/>
                  </a:lnTo>
                  <a:lnTo>
                    <a:pt x="306324" y="367284"/>
                  </a:lnTo>
                  <a:lnTo>
                    <a:pt x="306324" y="47244"/>
                  </a:lnTo>
                  <a:close/>
                </a:path>
                <a:path w="334009" h="367664">
                  <a:moveTo>
                    <a:pt x="310896" y="19812"/>
                  </a:moveTo>
                  <a:lnTo>
                    <a:pt x="307848" y="19812"/>
                  </a:lnTo>
                  <a:lnTo>
                    <a:pt x="307848" y="367284"/>
                  </a:lnTo>
                  <a:lnTo>
                    <a:pt x="310896" y="367284"/>
                  </a:lnTo>
                  <a:lnTo>
                    <a:pt x="310896" y="19812"/>
                  </a:lnTo>
                  <a:close/>
                </a:path>
                <a:path w="334009" h="367664">
                  <a:moveTo>
                    <a:pt x="315468" y="3048"/>
                  </a:moveTo>
                  <a:lnTo>
                    <a:pt x="312420" y="3048"/>
                  </a:lnTo>
                  <a:lnTo>
                    <a:pt x="312420" y="367284"/>
                  </a:lnTo>
                  <a:lnTo>
                    <a:pt x="315468" y="367284"/>
                  </a:lnTo>
                  <a:lnTo>
                    <a:pt x="315468" y="3048"/>
                  </a:lnTo>
                  <a:close/>
                </a:path>
                <a:path w="334009" h="367664">
                  <a:moveTo>
                    <a:pt x="320040" y="41148"/>
                  </a:moveTo>
                  <a:lnTo>
                    <a:pt x="318516" y="41148"/>
                  </a:lnTo>
                  <a:lnTo>
                    <a:pt x="318516" y="367284"/>
                  </a:lnTo>
                  <a:lnTo>
                    <a:pt x="320040" y="367284"/>
                  </a:lnTo>
                  <a:lnTo>
                    <a:pt x="320040" y="41148"/>
                  </a:lnTo>
                  <a:close/>
                </a:path>
                <a:path w="334009" h="367664">
                  <a:moveTo>
                    <a:pt x="324612" y="30480"/>
                  </a:moveTo>
                  <a:lnTo>
                    <a:pt x="323088" y="30480"/>
                  </a:lnTo>
                  <a:lnTo>
                    <a:pt x="323088" y="367284"/>
                  </a:lnTo>
                  <a:lnTo>
                    <a:pt x="324612" y="367284"/>
                  </a:lnTo>
                  <a:lnTo>
                    <a:pt x="324612" y="30480"/>
                  </a:lnTo>
                  <a:close/>
                </a:path>
                <a:path w="334009" h="367664">
                  <a:moveTo>
                    <a:pt x="329184" y="45720"/>
                  </a:moveTo>
                  <a:lnTo>
                    <a:pt x="327660" y="45720"/>
                  </a:lnTo>
                  <a:lnTo>
                    <a:pt x="327660" y="367284"/>
                  </a:lnTo>
                  <a:lnTo>
                    <a:pt x="329184" y="367284"/>
                  </a:lnTo>
                  <a:lnTo>
                    <a:pt x="329184" y="45720"/>
                  </a:lnTo>
                  <a:close/>
                </a:path>
                <a:path w="334009" h="367664">
                  <a:moveTo>
                    <a:pt x="333756" y="10668"/>
                  </a:moveTo>
                  <a:lnTo>
                    <a:pt x="332232" y="10668"/>
                  </a:lnTo>
                  <a:lnTo>
                    <a:pt x="332232" y="367284"/>
                  </a:lnTo>
                  <a:lnTo>
                    <a:pt x="333756" y="367284"/>
                  </a:lnTo>
                  <a:lnTo>
                    <a:pt x="333756" y="10668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176516" y="3496055"/>
              <a:ext cx="334010" cy="367665"/>
            </a:xfrm>
            <a:custGeom>
              <a:avLst/>
              <a:gdLst/>
              <a:ahLst/>
              <a:cxnLst/>
              <a:rect l="l" t="t" r="r" b="b"/>
              <a:pathLst>
                <a:path w="334009" h="367664">
                  <a:moveTo>
                    <a:pt x="1524" y="10668"/>
                  </a:moveTo>
                  <a:lnTo>
                    <a:pt x="0" y="10668"/>
                  </a:lnTo>
                  <a:lnTo>
                    <a:pt x="0" y="367284"/>
                  </a:lnTo>
                  <a:lnTo>
                    <a:pt x="1524" y="367284"/>
                  </a:lnTo>
                  <a:lnTo>
                    <a:pt x="1524" y="10668"/>
                  </a:lnTo>
                  <a:close/>
                </a:path>
                <a:path w="334009" h="367664">
                  <a:moveTo>
                    <a:pt x="6096" y="39624"/>
                  </a:moveTo>
                  <a:lnTo>
                    <a:pt x="4572" y="39624"/>
                  </a:lnTo>
                  <a:lnTo>
                    <a:pt x="4572" y="367284"/>
                  </a:lnTo>
                  <a:lnTo>
                    <a:pt x="6096" y="367284"/>
                  </a:lnTo>
                  <a:lnTo>
                    <a:pt x="6096" y="39624"/>
                  </a:lnTo>
                  <a:close/>
                </a:path>
                <a:path w="334009" h="367664">
                  <a:moveTo>
                    <a:pt x="10668" y="73164"/>
                  </a:moveTo>
                  <a:lnTo>
                    <a:pt x="9144" y="73164"/>
                  </a:lnTo>
                  <a:lnTo>
                    <a:pt x="9144" y="367284"/>
                  </a:lnTo>
                  <a:lnTo>
                    <a:pt x="10668" y="367284"/>
                  </a:lnTo>
                  <a:lnTo>
                    <a:pt x="10668" y="73164"/>
                  </a:lnTo>
                  <a:close/>
                </a:path>
                <a:path w="334009" h="367664">
                  <a:moveTo>
                    <a:pt x="16764" y="38100"/>
                  </a:moveTo>
                  <a:lnTo>
                    <a:pt x="13716" y="38100"/>
                  </a:lnTo>
                  <a:lnTo>
                    <a:pt x="13716" y="367284"/>
                  </a:lnTo>
                  <a:lnTo>
                    <a:pt x="16764" y="367284"/>
                  </a:lnTo>
                  <a:lnTo>
                    <a:pt x="16764" y="38100"/>
                  </a:lnTo>
                  <a:close/>
                </a:path>
                <a:path w="334009" h="367664">
                  <a:moveTo>
                    <a:pt x="21336" y="35064"/>
                  </a:moveTo>
                  <a:lnTo>
                    <a:pt x="18288" y="35064"/>
                  </a:lnTo>
                  <a:lnTo>
                    <a:pt x="18288" y="367284"/>
                  </a:lnTo>
                  <a:lnTo>
                    <a:pt x="21336" y="367284"/>
                  </a:lnTo>
                  <a:lnTo>
                    <a:pt x="21336" y="35064"/>
                  </a:lnTo>
                  <a:close/>
                </a:path>
                <a:path w="334009" h="367664">
                  <a:moveTo>
                    <a:pt x="25908" y="25908"/>
                  </a:moveTo>
                  <a:lnTo>
                    <a:pt x="24384" y="25908"/>
                  </a:lnTo>
                  <a:lnTo>
                    <a:pt x="24384" y="367284"/>
                  </a:lnTo>
                  <a:lnTo>
                    <a:pt x="25908" y="367284"/>
                  </a:lnTo>
                  <a:lnTo>
                    <a:pt x="25908" y="25908"/>
                  </a:lnTo>
                  <a:close/>
                </a:path>
                <a:path w="334009" h="367664">
                  <a:moveTo>
                    <a:pt x="30480" y="252984"/>
                  </a:moveTo>
                  <a:lnTo>
                    <a:pt x="28956" y="252984"/>
                  </a:lnTo>
                  <a:lnTo>
                    <a:pt x="28956" y="367284"/>
                  </a:lnTo>
                  <a:lnTo>
                    <a:pt x="30480" y="367284"/>
                  </a:lnTo>
                  <a:lnTo>
                    <a:pt x="30480" y="252984"/>
                  </a:lnTo>
                  <a:close/>
                </a:path>
                <a:path w="334009" h="367664">
                  <a:moveTo>
                    <a:pt x="35052" y="27432"/>
                  </a:moveTo>
                  <a:lnTo>
                    <a:pt x="33528" y="27432"/>
                  </a:lnTo>
                  <a:lnTo>
                    <a:pt x="33528" y="367284"/>
                  </a:lnTo>
                  <a:lnTo>
                    <a:pt x="35052" y="367284"/>
                  </a:lnTo>
                  <a:lnTo>
                    <a:pt x="35052" y="27432"/>
                  </a:lnTo>
                  <a:close/>
                </a:path>
                <a:path w="334009" h="367664">
                  <a:moveTo>
                    <a:pt x="39624" y="53352"/>
                  </a:moveTo>
                  <a:lnTo>
                    <a:pt x="38100" y="53352"/>
                  </a:lnTo>
                  <a:lnTo>
                    <a:pt x="38100" y="367284"/>
                  </a:lnTo>
                  <a:lnTo>
                    <a:pt x="39624" y="367284"/>
                  </a:lnTo>
                  <a:lnTo>
                    <a:pt x="39624" y="53352"/>
                  </a:lnTo>
                  <a:close/>
                </a:path>
                <a:path w="334009" h="367664">
                  <a:moveTo>
                    <a:pt x="44196" y="35064"/>
                  </a:moveTo>
                  <a:lnTo>
                    <a:pt x="42672" y="35064"/>
                  </a:lnTo>
                  <a:lnTo>
                    <a:pt x="42672" y="367284"/>
                  </a:lnTo>
                  <a:lnTo>
                    <a:pt x="44196" y="367284"/>
                  </a:lnTo>
                  <a:lnTo>
                    <a:pt x="44196" y="35064"/>
                  </a:lnTo>
                  <a:close/>
                </a:path>
                <a:path w="334009" h="367664">
                  <a:moveTo>
                    <a:pt x="48768" y="30480"/>
                  </a:moveTo>
                  <a:lnTo>
                    <a:pt x="47244" y="30480"/>
                  </a:lnTo>
                  <a:lnTo>
                    <a:pt x="47244" y="367284"/>
                  </a:lnTo>
                  <a:lnTo>
                    <a:pt x="48768" y="367284"/>
                  </a:lnTo>
                  <a:lnTo>
                    <a:pt x="48768" y="30480"/>
                  </a:lnTo>
                  <a:close/>
                </a:path>
                <a:path w="334009" h="367664">
                  <a:moveTo>
                    <a:pt x="53340" y="27432"/>
                  </a:moveTo>
                  <a:lnTo>
                    <a:pt x="51816" y="27432"/>
                  </a:lnTo>
                  <a:lnTo>
                    <a:pt x="51816" y="367284"/>
                  </a:lnTo>
                  <a:lnTo>
                    <a:pt x="53340" y="367284"/>
                  </a:lnTo>
                  <a:lnTo>
                    <a:pt x="53340" y="27432"/>
                  </a:lnTo>
                  <a:close/>
                </a:path>
                <a:path w="334009" h="367664">
                  <a:moveTo>
                    <a:pt x="59436" y="15240"/>
                  </a:moveTo>
                  <a:lnTo>
                    <a:pt x="56388" y="15240"/>
                  </a:lnTo>
                  <a:lnTo>
                    <a:pt x="56388" y="367284"/>
                  </a:lnTo>
                  <a:lnTo>
                    <a:pt x="59436" y="367284"/>
                  </a:lnTo>
                  <a:lnTo>
                    <a:pt x="59436" y="15240"/>
                  </a:lnTo>
                  <a:close/>
                </a:path>
                <a:path w="334009" h="367664">
                  <a:moveTo>
                    <a:pt x="64008" y="21336"/>
                  </a:moveTo>
                  <a:lnTo>
                    <a:pt x="60960" y="21336"/>
                  </a:lnTo>
                  <a:lnTo>
                    <a:pt x="60960" y="367284"/>
                  </a:lnTo>
                  <a:lnTo>
                    <a:pt x="64008" y="367284"/>
                  </a:lnTo>
                  <a:lnTo>
                    <a:pt x="64008" y="21336"/>
                  </a:lnTo>
                  <a:close/>
                </a:path>
                <a:path w="334009" h="367664">
                  <a:moveTo>
                    <a:pt x="68580" y="42672"/>
                  </a:moveTo>
                  <a:lnTo>
                    <a:pt x="67056" y="42672"/>
                  </a:lnTo>
                  <a:lnTo>
                    <a:pt x="67056" y="367284"/>
                  </a:lnTo>
                  <a:lnTo>
                    <a:pt x="68580" y="367284"/>
                  </a:lnTo>
                  <a:lnTo>
                    <a:pt x="68580" y="42672"/>
                  </a:lnTo>
                  <a:close/>
                </a:path>
                <a:path w="334009" h="367664">
                  <a:moveTo>
                    <a:pt x="73152" y="62484"/>
                  </a:moveTo>
                  <a:lnTo>
                    <a:pt x="71628" y="62484"/>
                  </a:lnTo>
                  <a:lnTo>
                    <a:pt x="71628" y="367284"/>
                  </a:lnTo>
                  <a:lnTo>
                    <a:pt x="73152" y="367284"/>
                  </a:lnTo>
                  <a:lnTo>
                    <a:pt x="73152" y="62484"/>
                  </a:lnTo>
                  <a:close/>
                </a:path>
                <a:path w="334009" h="367664">
                  <a:moveTo>
                    <a:pt x="77724" y="38100"/>
                  </a:moveTo>
                  <a:lnTo>
                    <a:pt x="76200" y="38100"/>
                  </a:lnTo>
                  <a:lnTo>
                    <a:pt x="76200" y="367284"/>
                  </a:lnTo>
                  <a:lnTo>
                    <a:pt x="77724" y="367284"/>
                  </a:lnTo>
                  <a:lnTo>
                    <a:pt x="77724" y="38100"/>
                  </a:lnTo>
                  <a:close/>
                </a:path>
                <a:path w="334009" h="367664">
                  <a:moveTo>
                    <a:pt x="82296" y="35064"/>
                  </a:moveTo>
                  <a:lnTo>
                    <a:pt x="80772" y="35064"/>
                  </a:lnTo>
                  <a:lnTo>
                    <a:pt x="80772" y="367284"/>
                  </a:lnTo>
                  <a:lnTo>
                    <a:pt x="82296" y="367284"/>
                  </a:lnTo>
                  <a:lnTo>
                    <a:pt x="82296" y="35064"/>
                  </a:lnTo>
                  <a:close/>
                </a:path>
                <a:path w="334009" h="367664">
                  <a:moveTo>
                    <a:pt x="86868" y="252984"/>
                  </a:moveTo>
                  <a:lnTo>
                    <a:pt x="85344" y="252984"/>
                  </a:lnTo>
                  <a:lnTo>
                    <a:pt x="85344" y="367284"/>
                  </a:lnTo>
                  <a:lnTo>
                    <a:pt x="86868" y="367284"/>
                  </a:lnTo>
                  <a:lnTo>
                    <a:pt x="86868" y="252984"/>
                  </a:lnTo>
                  <a:close/>
                </a:path>
                <a:path w="334009" h="367664">
                  <a:moveTo>
                    <a:pt x="91440" y="83820"/>
                  </a:moveTo>
                  <a:lnTo>
                    <a:pt x="89916" y="83820"/>
                  </a:lnTo>
                  <a:lnTo>
                    <a:pt x="89916" y="367284"/>
                  </a:lnTo>
                  <a:lnTo>
                    <a:pt x="91440" y="367284"/>
                  </a:lnTo>
                  <a:lnTo>
                    <a:pt x="91440" y="83820"/>
                  </a:lnTo>
                  <a:close/>
                </a:path>
                <a:path w="334009" h="367664">
                  <a:moveTo>
                    <a:pt x="97536" y="35064"/>
                  </a:moveTo>
                  <a:lnTo>
                    <a:pt x="94488" y="35064"/>
                  </a:lnTo>
                  <a:lnTo>
                    <a:pt x="94488" y="367284"/>
                  </a:lnTo>
                  <a:lnTo>
                    <a:pt x="97536" y="367284"/>
                  </a:lnTo>
                  <a:lnTo>
                    <a:pt x="97536" y="35064"/>
                  </a:lnTo>
                  <a:close/>
                </a:path>
                <a:path w="334009" h="367664">
                  <a:moveTo>
                    <a:pt x="102108" y="47244"/>
                  </a:moveTo>
                  <a:lnTo>
                    <a:pt x="99060" y="47244"/>
                  </a:lnTo>
                  <a:lnTo>
                    <a:pt x="99060" y="367284"/>
                  </a:lnTo>
                  <a:lnTo>
                    <a:pt x="102108" y="367284"/>
                  </a:lnTo>
                  <a:lnTo>
                    <a:pt x="102108" y="47244"/>
                  </a:lnTo>
                  <a:close/>
                </a:path>
                <a:path w="334009" h="367664">
                  <a:moveTo>
                    <a:pt x="106680" y="10668"/>
                  </a:moveTo>
                  <a:lnTo>
                    <a:pt x="103632" y="10668"/>
                  </a:lnTo>
                  <a:lnTo>
                    <a:pt x="103632" y="367284"/>
                  </a:lnTo>
                  <a:lnTo>
                    <a:pt x="106680" y="367284"/>
                  </a:lnTo>
                  <a:lnTo>
                    <a:pt x="106680" y="10668"/>
                  </a:lnTo>
                  <a:close/>
                </a:path>
                <a:path w="334009" h="367664">
                  <a:moveTo>
                    <a:pt x="111252" y="25908"/>
                  </a:moveTo>
                  <a:lnTo>
                    <a:pt x="109728" y="25908"/>
                  </a:lnTo>
                  <a:lnTo>
                    <a:pt x="109728" y="367284"/>
                  </a:lnTo>
                  <a:lnTo>
                    <a:pt x="111252" y="367284"/>
                  </a:lnTo>
                  <a:lnTo>
                    <a:pt x="111252" y="25908"/>
                  </a:lnTo>
                  <a:close/>
                </a:path>
                <a:path w="334009" h="367664">
                  <a:moveTo>
                    <a:pt x="115824" y="38100"/>
                  </a:moveTo>
                  <a:lnTo>
                    <a:pt x="114300" y="38100"/>
                  </a:lnTo>
                  <a:lnTo>
                    <a:pt x="114300" y="367284"/>
                  </a:lnTo>
                  <a:lnTo>
                    <a:pt x="115824" y="367284"/>
                  </a:lnTo>
                  <a:lnTo>
                    <a:pt x="115824" y="38100"/>
                  </a:lnTo>
                  <a:close/>
                </a:path>
                <a:path w="334009" h="367664">
                  <a:moveTo>
                    <a:pt x="120396" y="38100"/>
                  </a:moveTo>
                  <a:lnTo>
                    <a:pt x="118872" y="38100"/>
                  </a:lnTo>
                  <a:lnTo>
                    <a:pt x="118872" y="367284"/>
                  </a:lnTo>
                  <a:lnTo>
                    <a:pt x="120396" y="367284"/>
                  </a:lnTo>
                  <a:lnTo>
                    <a:pt x="120396" y="38100"/>
                  </a:lnTo>
                  <a:close/>
                </a:path>
                <a:path w="334009" h="367664">
                  <a:moveTo>
                    <a:pt x="124968" y="41148"/>
                  </a:moveTo>
                  <a:lnTo>
                    <a:pt x="123444" y="41148"/>
                  </a:lnTo>
                  <a:lnTo>
                    <a:pt x="123444" y="367284"/>
                  </a:lnTo>
                  <a:lnTo>
                    <a:pt x="124968" y="367284"/>
                  </a:lnTo>
                  <a:lnTo>
                    <a:pt x="124968" y="41148"/>
                  </a:lnTo>
                  <a:close/>
                </a:path>
                <a:path w="334009" h="367664">
                  <a:moveTo>
                    <a:pt x="129540" y="45720"/>
                  </a:moveTo>
                  <a:lnTo>
                    <a:pt x="128016" y="45720"/>
                  </a:lnTo>
                  <a:lnTo>
                    <a:pt x="128016" y="367284"/>
                  </a:lnTo>
                  <a:lnTo>
                    <a:pt x="129540" y="367284"/>
                  </a:lnTo>
                  <a:lnTo>
                    <a:pt x="129540" y="45720"/>
                  </a:lnTo>
                  <a:close/>
                </a:path>
                <a:path w="334009" h="367664">
                  <a:moveTo>
                    <a:pt x="134112" y="35064"/>
                  </a:moveTo>
                  <a:lnTo>
                    <a:pt x="132588" y="35064"/>
                  </a:lnTo>
                  <a:lnTo>
                    <a:pt x="132588" y="367284"/>
                  </a:lnTo>
                  <a:lnTo>
                    <a:pt x="134112" y="367284"/>
                  </a:lnTo>
                  <a:lnTo>
                    <a:pt x="134112" y="35064"/>
                  </a:lnTo>
                  <a:close/>
                </a:path>
                <a:path w="334009" h="367664">
                  <a:moveTo>
                    <a:pt x="140208" y="25908"/>
                  </a:moveTo>
                  <a:lnTo>
                    <a:pt x="137160" y="25908"/>
                  </a:lnTo>
                  <a:lnTo>
                    <a:pt x="137160" y="367284"/>
                  </a:lnTo>
                  <a:lnTo>
                    <a:pt x="140208" y="367284"/>
                  </a:lnTo>
                  <a:lnTo>
                    <a:pt x="140208" y="25908"/>
                  </a:lnTo>
                  <a:close/>
                </a:path>
                <a:path w="334009" h="367664">
                  <a:moveTo>
                    <a:pt x="144780" y="18288"/>
                  </a:moveTo>
                  <a:lnTo>
                    <a:pt x="141732" y="18288"/>
                  </a:lnTo>
                  <a:lnTo>
                    <a:pt x="141732" y="367284"/>
                  </a:lnTo>
                  <a:lnTo>
                    <a:pt x="144780" y="367284"/>
                  </a:lnTo>
                  <a:lnTo>
                    <a:pt x="144780" y="18288"/>
                  </a:lnTo>
                  <a:close/>
                </a:path>
                <a:path w="334009" h="367664">
                  <a:moveTo>
                    <a:pt x="149352" y="42672"/>
                  </a:moveTo>
                  <a:lnTo>
                    <a:pt x="147828" y="42672"/>
                  </a:lnTo>
                  <a:lnTo>
                    <a:pt x="147828" y="367284"/>
                  </a:lnTo>
                  <a:lnTo>
                    <a:pt x="149352" y="367284"/>
                  </a:lnTo>
                  <a:lnTo>
                    <a:pt x="149352" y="42672"/>
                  </a:lnTo>
                  <a:close/>
                </a:path>
                <a:path w="334009" h="367664">
                  <a:moveTo>
                    <a:pt x="153924" y="38100"/>
                  </a:moveTo>
                  <a:lnTo>
                    <a:pt x="152400" y="38100"/>
                  </a:lnTo>
                  <a:lnTo>
                    <a:pt x="152400" y="367284"/>
                  </a:lnTo>
                  <a:lnTo>
                    <a:pt x="153924" y="367284"/>
                  </a:lnTo>
                  <a:lnTo>
                    <a:pt x="153924" y="38100"/>
                  </a:lnTo>
                  <a:close/>
                </a:path>
                <a:path w="334009" h="367664">
                  <a:moveTo>
                    <a:pt x="158496" y="25908"/>
                  </a:moveTo>
                  <a:lnTo>
                    <a:pt x="156972" y="25908"/>
                  </a:lnTo>
                  <a:lnTo>
                    <a:pt x="156972" y="367284"/>
                  </a:lnTo>
                  <a:lnTo>
                    <a:pt x="158496" y="367284"/>
                  </a:lnTo>
                  <a:lnTo>
                    <a:pt x="158496" y="25908"/>
                  </a:lnTo>
                  <a:close/>
                </a:path>
                <a:path w="334009" h="367664">
                  <a:moveTo>
                    <a:pt x="163068" y="21336"/>
                  </a:moveTo>
                  <a:lnTo>
                    <a:pt x="161544" y="21336"/>
                  </a:lnTo>
                  <a:lnTo>
                    <a:pt x="161544" y="367284"/>
                  </a:lnTo>
                  <a:lnTo>
                    <a:pt x="163068" y="367284"/>
                  </a:lnTo>
                  <a:lnTo>
                    <a:pt x="163068" y="21336"/>
                  </a:lnTo>
                  <a:close/>
                </a:path>
                <a:path w="334009" h="367664">
                  <a:moveTo>
                    <a:pt x="167640" y="50292"/>
                  </a:moveTo>
                  <a:lnTo>
                    <a:pt x="166116" y="50292"/>
                  </a:lnTo>
                  <a:lnTo>
                    <a:pt x="166116" y="367284"/>
                  </a:lnTo>
                  <a:lnTo>
                    <a:pt x="167640" y="367284"/>
                  </a:lnTo>
                  <a:lnTo>
                    <a:pt x="167640" y="50292"/>
                  </a:lnTo>
                  <a:close/>
                </a:path>
                <a:path w="334009" h="367664">
                  <a:moveTo>
                    <a:pt x="172212" y="0"/>
                  </a:moveTo>
                  <a:lnTo>
                    <a:pt x="170688" y="0"/>
                  </a:lnTo>
                  <a:lnTo>
                    <a:pt x="170688" y="367284"/>
                  </a:lnTo>
                  <a:lnTo>
                    <a:pt x="172212" y="367284"/>
                  </a:lnTo>
                  <a:lnTo>
                    <a:pt x="172212" y="0"/>
                  </a:lnTo>
                  <a:close/>
                </a:path>
                <a:path w="334009" h="367664">
                  <a:moveTo>
                    <a:pt x="176784" y="25908"/>
                  </a:moveTo>
                  <a:lnTo>
                    <a:pt x="175260" y="25908"/>
                  </a:lnTo>
                  <a:lnTo>
                    <a:pt x="175260" y="367284"/>
                  </a:lnTo>
                  <a:lnTo>
                    <a:pt x="176784" y="367284"/>
                  </a:lnTo>
                  <a:lnTo>
                    <a:pt x="176784" y="25908"/>
                  </a:lnTo>
                  <a:close/>
                </a:path>
                <a:path w="334009" h="367664">
                  <a:moveTo>
                    <a:pt x="182880" y="38100"/>
                  </a:moveTo>
                  <a:lnTo>
                    <a:pt x="179832" y="38100"/>
                  </a:lnTo>
                  <a:lnTo>
                    <a:pt x="179832" y="367284"/>
                  </a:lnTo>
                  <a:lnTo>
                    <a:pt x="182880" y="367284"/>
                  </a:lnTo>
                  <a:lnTo>
                    <a:pt x="182880" y="38100"/>
                  </a:lnTo>
                  <a:close/>
                </a:path>
                <a:path w="334009" h="367664">
                  <a:moveTo>
                    <a:pt x="187452" y="18288"/>
                  </a:moveTo>
                  <a:lnTo>
                    <a:pt x="184404" y="18288"/>
                  </a:lnTo>
                  <a:lnTo>
                    <a:pt x="184404" y="367284"/>
                  </a:lnTo>
                  <a:lnTo>
                    <a:pt x="187452" y="367284"/>
                  </a:lnTo>
                  <a:lnTo>
                    <a:pt x="187452" y="18288"/>
                  </a:lnTo>
                  <a:close/>
                </a:path>
                <a:path w="334009" h="367664">
                  <a:moveTo>
                    <a:pt x="192024" y="42672"/>
                  </a:moveTo>
                  <a:lnTo>
                    <a:pt x="190500" y="42672"/>
                  </a:lnTo>
                  <a:lnTo>
                    <a:pt x="190500" y="367284"/>
                  </a:lnTo>
                  <a:lnTo>
                    <a:pt x="192024" y="367284"/>
                  </a:lnTo>
                  <a:lnTo>
                    <a:pt x="192024" y="42672"/>
                  </a:lnTo>
                  <a:close/>
                </a:path>
                <a:path w="334009" h="367664">
                  <a:moveTo>
                    <a:pt x="196596" y="10668"/>
                  </a:moveTo>
                  <a:lnTo>
                    <a:pt x="195072" y="10668"/>
                  </a:lnTo>
                  <a:lnTo>
                    <a:pt x="195072" y="367284"/>
                  </a:lnTo>
                  <a:lnTo>
                    <a:pt x="196596" y="367284"/>
                  </a:lnTo>
                  <a:lnTo>
                    <a:pt x="196596" y="10668"/>
                  </a:lnTo>
                  <a:close/>
                </a:path>
                <a:path w="334009" h="367664">
                  <a:moveTo>
                    <a:pt x="201168" y="22860"/>
                  </a:moveTo>
                  <a:lnTo>
                    <a:pt x="199644" y="22860"/>
                  </a:lnTo>
                  <a:lnTo>
                    <a:pt x="199644" y="367284"/>
                  </a:lnTo>
                  <a:lnTo>
                    <a:pt x="201168" y="367284"/>
                  </a:lnTo>
                  <a:lnTo>
                    <a:pt x="201168" y="22860"/>
                  </a:lnTo>
                  <a:close/>
                </a:path>
                <a:path w="334009" h="367664">
                  <a:moveTo>
                    <a:pt x="205740" y="112776"/>
                  </a:moveTo>
                  <a:lnTo>
                    <a:pt x="204216" y="112776"/>
                  </a:lnTo>
                  <a:lnTo>
                    <a:pt x="204216" y="367284"/>
                  </a:lnTo>
                  <a:lnTo>
                    <a:pt x="205740" y="367284"/>
                  </a:lnTo>
                  <a:lnTo>
                    <a:pt x="205740" y="112776"/>
                  </a:lnTo>
                  <a:close/>
                </a:path>
                <a:path w="334009" h="367664">
                  <a:moveTo>
                    <a:pt x="210312" y="27432"/>
                  </a:moveTo>
                  <a:lnTo>
                    <a:pt x="208788" y="27432"/>
                  </a:lnTo>
                  <a:lnTo>
                    <a:pt x="208788" y="367284"/>
                  </a:lnTo>
                  <a:lnTo>
                    <a:pt x="210312" y="367284"/>
                  </a:lnTo>
                  <a:lnTo>
                    <a:pt x="210312" y="27432"/>
                  </a:lnTo>
                  <a:close/>
                </a:path>
                <a:path w="334009" h="367664">
                  <a:moveTo>
                    <a:pt x="214884" y="42672"/>
                  </a:moveTo>
                  <a:lnTo>
                    <a:pt x="213360" y="42672"/>
                  </a:lnTo>
                  <a:lnTo>
                    <a:pt x="213360" y="367284"/>
                  </a:lnTo>
                  <a:lnTo>
                    <a:pt x="214884" y="367284"/>
                  </a:lnTo>
                  <a:lnTo>
                    <a:pt x="214884" y="42672"/>
                  </a:lnTo>
                  <a:close/>
                </a:path>
                <a:path w="334009" h="367664">
                  <a:moveTo>
                    <a:pt x="220980" y="10668"/>
                  </a:moveTo>
                  <a:lnTo>
                    <a:pt x="217932" y="10668"/>
                  </a:lnTo>
                  <a:lnTo>
                    <a:pt x="217932" y="367284"/>
                  </a:lnTo>
                  <a:lnTo>
                    <a:pt x="220980" y="367284"/>
                  </a:lnTo>
                  <a:lnTo>
                    <a:pt x="220980" y="10668"/>
                  </a:lnTo>
                  <a:close/>
                </a:path>
                <a:path w="334009" h="367664">
                  <a:moveTo>
                    <a:pt x="225552" y="42672"/>
                  </a:moveTo>
                  <a:lnTo>
                    <a:pt x="222504" y="42672"/>
                  </a:lnTo>
                  <a:lnTo>
                    <a:pt x="222504" y="367284"/>
                  </a:lnTo>
                  <a:lnTo>
                    <a:pt x="225552" y="367284"/>
                  </a:lnTo>
                  <a:lnTo>
                    <a:pt x="225552" y="42672"/>
                  </a:lnTo>
                  <a:close/>
                </a:path>
                <a:path w="334009" h="367664">
                  <a:moveTo>
                    <a:pt x="230124" y="18288"/>
                  </a:moveTo>
                  <a:lnTo>
                    <a:pt x="227076" y="18288"/>
                  </a:lnTo>
                  <a:lnTo>
                    <a:pt x="227076" y="367284"/>
                  </a:lnTo>
                  <a:lnTo>
                    <a:pt x="230124" y="367284"/>
                  </a:lnTo>
                  <a:lnTo>
                    <a:pt x="230124" y="18288"/>
                  </a:lnTo>
                  <a:close/>
                </a:path>
                <a:path w="334009" h="367664">
                  <a:moveTo>
                    <a:pt x="234696" y="74688"/>
                  </a:moveTo>
                  <a:lnTo>
                    <a:pt x="233172" y="74688"/>
                  </a:lnTo>
                  <a:lnTo>
                    <a:pt x="233172" y="367284"/>
                  </a:lnTo>
                  <a:lnTo>
                    <a:pt x="234696" y="367284"/>
                  </a:lnTo>
                  <a:lnTo>
                    <a:pt x="234696" y="74688"/>
                  </a:lnTo>
                  <a:close/>
                </a:path>
                <a:path w="334009" h="367664">
                  <a:moveTo>
                    <a:pt x="239268" y="41148"/>
                  </a:moveTo>
                  <a:lnTo>
                    <a:pt x="237744" y="41148"/>
                  </a:lnTo>
                  <a:lnTo>
                    <a:pt x="237744" y="367284"/>
                  </a:lnTo>
                  <a:lnTo>
                    <a:pt x="239268" y="367284"/>
                  </a:lnTo>
                  <a:lnTo>
                    <a:pt x="239268" y="41148"/>
                  </a:lnTo>
                  <a:close/>
                </a:path>
                <a:path w="334009" h="367664">
                  <a:moveTo>
                    <a:pt x="243840" y="18288"/>
                  </a:moveTo>
                  <a:lnTo>
                    <a:pt x="242316" y="18288"/>
                  </a:lnTo>
                  <a:lnTo>
                    <a:pt x="242316" y="367284"/>
                  </a:lnTo>
                  <a:lnTo>
                    <a:pt x="243840" y="367284"/>
                  </a:lnTo>
                  <a:lnTo>
                    <a:pt x="243840" y="18288"/>
                  </a:lnTo>
                  <a:close/>
                </a:path>
                <a:path w="334009" h="367664">
                  <a:moveTo>
                    <a:pt x="248412" y="53352"/>
                  </a:moveTo>
                  <a:lnTo>
                    <a:pt x="246888" y="53352"/>
                  </a:lnTo>
                  <a:lnTo>
                    <a:pt x="246888" y="367284"/>
                  </a:lnTo>
                  <a:lnTo>
                    <a:pt x="248412" y="367284"/>
                  </a:lnTo>
                  <a:lnTo>
                    <a:pt x="248412" y="53352"/>
                  </a:lnTo>
                  <a:close/>
                </a:path>
                <a:path w="334009" h="367664">
                  <a:moveTo>
                    <a:pt x="252984" y="35064"/>
                  </a:moveTo>
                  <a:lnTo>
                    <a:pt x="251460" y="35064"/>
                  </a:lnTo>
                  <a:lnTo>
                    <a:pt x="251460" y="367284"/>
                  </a:lnTo>
                  <a:lnTo>
                    <a:pt x="252984" y="367284"/>
                  </a:lnTo>
                  <a:lnTo>
                    <a:pt x="252984" y="35064"/>
                  </a:lnTo>
                  <a:close/>
                </a:path>
                <a:path w="334009" h="367664">
                  <a:moveTo>
                    <a:pt x="257556" y="25908"/>
                  </a:moveTo>
                  <a:lnTo>
                    <a:pt x="256032" y="25908"/>
                  </a:lnTo>
                  <a:lnTo>
                    <a:pt x="256032" y="367284"/>
                  </a:lnTo>
                  <a:lnTo>
                    <a:pt x="257556" y="367284"/>
                  </a:lnTo>
                  <a:lnTo>
                    <a:pt x="257556" y="25908"/>
                  </a:lnTo>
                  <a:close/>
                </a:path>
                <a:path w="334009" h="367664">
                  <a:moveTo>
                    <a:pt x="263652" y="57912"/>
                  </a:moveTo>
                  <a:lnTo>
                    <a:pt x="260604" y="57912"/>
                  </a:lnTo>
                  <a:lnTo>
                    <a:pt x="260604" y="367284"/>
                  </a:lnTo>
                  <a:lnTo>
                    <a:pt x="263652" y="367284"/>
                  </a:lnTo>
                  <a:lnTo>
                    <a:pt x="263652" y="57912"/>
                  </a:lnTo>
                  <a:close/>
                </a:path>
                <a:path w="334009" h="367664">
                  <a:moveTo>
                    <a:pt x="268224" y="79248"/>
                  </a:moveTo>
                  <a:lnTo>
                    <a:pt x="265176" y="79248"/>
                  </a:lnTo>
                  <a:lnTo>
                    <a:pt x="265176" y="367284"/>
                  </a:lnTo>
                  <a:lnTo>
                    <a:pt x="268224" y="367284"/>
                  </a:lnTo>
                  <a:lnTo>
                    <a:pt x="268224" y="79248"/>
                  </a:lnTo>
                  <a:close/>
                </a:path>
                <a:path w="334009" h="367664">
                  <a:moveTo>
                    <a:pt x="272796" y="35064"/>
                  </a:moveTo>
                  <a:lnTo>
                    <a:pt x="271272" y="35064"/>
                  </a:lnTo>
                  <a:lnTo>
                    <a:pt x="271272" y="367284"/>
                  </a:lnTo>
                  <a:lnTo>
                    <a:pt x="272796" y="367284"/>
                  </a:lnTo>
                  <a:lnTo>
                    <a:pt x="272796" y="35064"/>
                  </a:lnTo>
                  <a:close/>
                </a:path>
                <a:path w="334009" h="367664">
                  <a:moveTo>
                    <a:pt x="277368" y="38100"/>
                  </a:moveTo>
                  <a:lnTo>
                    <a:pt x="275844" y="38100"/>
                  </a:lnTo>
                  <a:lnTo>
                    <a:pt x="275844" y="367284"/>
                  </a:lnTo>
                  <a:lnTo>
                    <a:pt x="277368" y="367284"/>
                  </a:lnTo>
                  <a:lnTo>
                    <a:pt x="277368" y="38100"/>
                  </a:lnTo>
                  <a:close/>
                </a:path>
                <a:path w="334009" h="367664">
                  <a:moveTo>
                    <a:pt x="281940" y="57912"/>
                  </a:moveTo>
                  <a:lnTo>
                    <a:pt x="280416" y="57912"/>
                  </a:lnTo>
                  <a:lnTo>
                    <a:pt x="280416" y="367284"/>
                  </a:lnTo>
                  <a:lnTo>
                    <a:pt x="281940" y="367284"/>
                  </a:lnTo>
                  <a:lnTo>
                    <a:pt x="281940" y="57912"/>
                  </a:lnTo>
                  <a:close/>
                </a:path>
                <a:path w="334009" h="367664">
                  <a:moveTo>
                    <a:pt x="286512" y="62484"/>
                  </a:moveTo>
                  <a:lnTo>
                    <a:pt x="284988" y="62484"/>
                  </a:lnTo>
                  <a:lnTo>
                    <a:pt x="284988" y="367284"/>
                  </a:lnTo>
                  <a:lnTo>
                    <a:pt x="286512" y="367284"/>
                  </a:lnTo>
                  <a:lnTo>
                    <a:pt x="286512" y="62484"/>
                  </a:lnTo>
                  <a:close/>
                </a:path>
                <a:path w="334009" h="367664">
                  <a:moveTo>
                    <a:pt x="291084" y="25908"/>
                  </a:moveTo>
                  <a:lnTo>
                    <a:pt x="289560" y="25908"/>
                  </a:lnTo>
                  <a:lnTo>
                    <a:pt x="289560" y="367284"/>
                  </a:lnTo>
                  <a:lnTo>
                    <a:pt x="291084" y="367284"/>
                  </a:lnTo>
                  <a:lnTo>
                    <a:pt x="291084" y="25908"/>
                  </a:lnTo>
                  <a:close/>
                </a:path>
                <a:path w="334009" h="367664">
                  <a:moveTo>
                    <a:pt x="295656" y="59436"/>
                  </a:moveTo>
                  <a:lnTo>
                    <a:pt x="294132" y="59436"/>
                  </a:lnTo>
                  <a:lnTo>
                    <a:pt x="294132" y="367284"/>
                  </a:lnTo>
                  <a:lnTo>
                    <a:pt x="295656" y="367284"/>
                  </a:lnTo>
                  <a:lnTo>
                    <a:pt x="295656" y="59436"/>
                  </a:lnTo>
                  <a:close/>
                </a:path>
                <a:path w="334009" h="367664">
                  <a:moveTo>
                    <a:pt x="300228" y="6096"/>
                  </a:moveTo>
                  <a:lnTo>
                    <a:pt x="298704" y="6096"/>
                  </a:lnTo>
                  <a:lnTo>
                    <a:pt x="298704" y="367284"/>
                  </a:lnTo>
                  <a:lnTo>
                    <a:pt x="300228" y="367284"/>
                  </a:lnTo>
                  <a:lnTo>
                    <a:pt x="300228" y="6096"/>
                  </a:lnTo>
                  <a:close/>
                </a:path>
                <a:path w="334009" h="367664">
                  <a:moveTo>
                    <a:pt x="306324" y="30480"/>
                  </a:moveTo>
                  <a:lnTo>
                    <a:pt x="303276" y="30480"/>
                  </a:lnTo>
                  <a:lnTo>
                    <a:pt x="303276" y="367284"/>
                  </a:lnTo>
                  <a:lnTo>
                    <a:pt x="306324" y="367284"/>
                  </a:lnTo>
                  <a:lnTo>
                    <a:pt x="306324" y="30480"/>
                  </a:lnTo>
                  <a:close/>
                </a:path>
                <a:path w="334009" h="367664">
                  <a:moveTo>
                    <a:pt x="310896" y="4572"/>
                  </a:moveTo>
                  <a:lnTo>
                    <a:pt x="307848" y="4572"/>
                  </a:lnTo>
                  <a:lnTo>
                    <a:pt x="307848" y="367284"/>
                  </a:lnTo>
                  <a:lnTo>
                    <a:pt x="310896" y="367284"/>
                  </a:lnTo>
                  <a:lnTo>
                    <a:pt x="310896" y="4572"/>
                  </a:lnTo>
                  <a:close/>
                </a:path>
                <a:path w="334009" h="367664">
                  <a:moveTo>
                    <a:pt x="315468" y="38100"/>
                  </a:moveTo>
                  <a:lnTo>
                    <a:pt x="313944" y="38100"/>
                  </a:lnTo>
                  <a:lnTo>
                    <a:pt x="313944" y="367284"/>
                  </a:lnTo>
                  <a:lnTo>
                    <a:pt x="315468" y="367284"/>
                  </a:lnTo>
                  <a:lnTo>
                    <a:pt x="315468" y="38100"/>
                  </a:lnTo>
                  <a:close/>
                </a:path>
                <a:path w="334009" h="367664">
                  <a:moveTo>
                    <a:pt x="320040" y="25908"/>
                  </a:moveTo>
                  <a:lnTo>
                    <a:pt x="318516" y="25908"/>
                  </a:lnTo>
                  <a:lnTo>
                    <a:pt x="318516" y="367284"/>
                  </a:lnTo>
                  <a:lnTo>
                    <a:pt x="320040" y="367284"/>
                  </a:lnTo>
                  <a:lnTo>
                    <a:pt x="320040" y="25908"/>
                  </a:lnTo>
                  <a:close/>
                </a:path>
                <a:path w="334009" h="367664">
                  <a:moveTo>
                    <a:pt x="324612" y="82296"/>
                  </a:moveTo>
                  <a:lnTo>
                    <a:pt x="323088" y="82296"/>
                  </a:lnTo>
                  <a:lnTo>
                    <a:pt x="323088" y="367284"/>
                  </a:lnTo>
                  <a:lnTo>
                    <a:pt x="324612" y="367284"/>
                  </a:lnTo>
                  <a:lnTo>
                    <a:pt x="324612" y="82296"/>
                  </a:lnTo>
                  <a:close/>
                </a:path>
                <a:path w="334009" h="367664">
                  <a:moveTo>
                    <a:pt x="329184" y="30480"/>
                  </a:moveTo>
                  <a:lnTo>
                    <a:pt x="327660" y="30480"/>
                  </a:lnTo>
                  <a:lnTo>
                    <a:pt x="327660" y="367284"/>
                  </a:lnTo>
                  <a:lnTo>
                    <a:pt x="329184" y="367284"/>
                  </a:lnTo>
                  <a:lnTo>
                    <a:pt x="329184" y="30480"/>
                  </a:lnTo>
                  <a:close/>
                </a:path>
                <a:path w="334009" h="367664">
                  <a:moveTo>
                    <a:pt x="333756" y="25908"/>
                  </a:moveTo>
                  <a:lnTo>
                    <a:pt x="332232" y="25908"/>
                  </a:lnTo>
                  <a:lnTo>
                    <a:pt x="332232" y="367284"/>
                  </a:lnTo>
                  <a:lnTo>
                    <a:pt x="333756" y="367284"/>
                  </a:lnTo>
                  <a:lnTo>
                    <a:pt x="333756" y="25908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508748" y="3488435"/>
              <a:ext cx="334010" cy="375285"/>
            </a:xfrm>
            <a:custGeom>
              <a:avLst/>
              <a:gdLst/>
              <a:ahLst/>
              <a:cxnLst/>
              <a:rect l="l" t="t" r="r" b="b"/>
              <a:pathLst>
                <a:path w="334009" h="375285">
                  <a:moveTo>
                    <a:pt x="1524" y="33528"/>
                  </a:moveTo>
                  <a:lnTo>
                    <a:pt x="0" y="33528"/>
                  </a:lnTo>
                  <a:lnTo>
                    <a:pt x="0" y="374904"/>
                  </a:lnTo>
                  <a:lnTo>
                    <a:pt x="1524" y="374904"/>
                  </a:lnTo>
                  <a:lnTo>
                    <a:pt x="1524" y="33528"/>
                  </a:lnTo>
                  <a:close/>
                </a:path>
                <a:path w="334009" h="375285">
                  <a:moveTo>
                    <a:pt x="6096" y="28956"/>
                  </a:moveTo>
                  <a:lnTo>
                    <a:pt x="4572" y="28956"/>
                  </a:lnTo>
                  <a:lnTo>
                    <a:pt x="4572" y="374904"/>
                  </a:lnTo>
                  <a:lnTo>
                    <a:pt x="6096" y="374904"/>
                  </a:lnTo>
                  <a:lnTo>
                    <a:pt x="6096" y="28956"/>
                  </a:lnTo>
                  <a:close/>
                </a:path>
                <a:path w="334009" h="375285">
                  <a:moveTo>
                    <a:pt x="12192" y="28956"/>
                  </a:moveTo>
                  <a:lnTo>
                    <a:pt x="9144" y="28956"/>
                  </a:lnTo>
                  <a:lnTo>
                    <a:pt x="9144" y="374904"/>
                  </a:lnTo>
                  <a:lnTo>
                    <a:pt x="12192" y="374904"/>
                  </a:lnTo>
                  <a:lnTo>
                    <a:pt x="12192" y="28956"/>
                  </a:lnTo>
                  <a:close/>
                </a:path>
                <a:path w="334009" h="375285">
                  <a:moveTo>
                    <a:pt x="16764" y="131064"/>
                  </a:moveTo>
                  <a:lnTo>
                    <a:pt x="13716" y="131064"/>
                  </a:lnTo>
                  <a:lnTo>
                    <a:pt x="13716" y="374904"/>
                  </a:lnTo>
                  <a:lnTo>
                    <a:pt x="16764" y="374904"/>
                  </a:lnTo>
                  <a:lnTo>
                    <a:pt x="16764" y="131064"/>
                  </a:lnTo>
                  <a:close/>
                </a:path>
                <a:path w="334009" h="375285">
                  <a:moveTo>
                    <a:pt x="21336" y="27432"/>
                  </a:moveTo>
                  <a:lnTo>
                    <a:pt x="18288" y="27432"/>
                  </a:lnTo>
                  <a:lnTo>
                    <a:pt x="18288" y="374904"/>
                  </a:lnTo>
                  <a:lnTo>
                    <a:pt x="21336" y="374904"/>
                  </a:lnTo>
                  <a:lnTo>
                    <a:pt x="21336" y="27432"/>
                  </a:lnTo>
                  <a:close/>
                </a:path>
                <a:path w="334009" h="375285">
                  <a:moveTo>
                    <a:pt x="25908" y="18288"/>
                  </a:moveTo>
                  <a:lnTo>
                    <a:pt x="24384" y="18288"/>
                  </a:lnTo>
                  <a:lnTo>
                    <a:pt x="24384" y="374904"/>
                  </a:lnTo>
                  <a:lnTo>
                    <a:pt x="25908" y="374904"/>
                  </a:lnTo>
                  <a:lnTo>
                    <a:pt x="25908" y="18288"/>
                  </a:lnTo>
                  <a:close/>
                </a:path>
                <a:path w="334009" h="375285">
                  <a:moveTo>
                    <a:pt x="30480" y="70104"/>
                  </a:moveTo>
                  <a:lnTo>
                    <a:pt x="28956" y="70104"/>
                  </a:lnTo>
                  <a:lnTo>
                    <a:pt x="28956" y="374904"/>
                  </a:lnTo>
                  <a:lnTo>
                    <a:pt x="30480" y="374904"/>
                  </a:lnTo>
                  <a:lnTo>
                    <a:pt x="30480" y="70104"/>
                  </a:lnTo>
                  <a:close/>
                </a:path>
                <a:path w="334009" h="375285">
                  <a:moveTo>
                    <a:pt x="35052" y="45720"/>
                  </a:moveTo>
                  <a:lnTo>
                    <a:pt x="33528" y="45720"/>
                  </a:lnTo>
                  <a:lnTo>
                    <a:pt x="33528" y="374904"/>
                  </a:lnTo>
                  <a:lnTo>
                    <a:pt x="35052" y="374904"/>
                  </a:lnTo>
                  <a:lnTo>
                    <a:pt x="35052" y="45720"/>
                  </a:lnTo>
                  <a:close/>
                </a:path>
                <a:path w="334009" h="375285">
                  <a:moveTo>
                    <a:pt x="39624" y="25908"/>
                  </a:moveTo>
                  <a:lnTo>
                    <a:pt x="38100" y="25908"/>
                  </a:lnTo>
                  <a:lnTo>
                    <a:pt x="38100" y="374904"/>
                  </a:lnTo>
                  <a:lnTo>
                    <a:pt x="39624" y="374904"/>
                  </a:lnTo>
                  <a:lnTo>
                    <a:pt x="39624" y="25908"/>
                  </a:lnTo>
                  <a:close/>
                </a:path>
                <a:path w="334009" h="375285">
                  <a:moveTo>
                    <a:pt x="44196" y="74676"/>
                  </a:moveTo>
                  <a:lnTo>
                    <a:pt x="42672" y="74676"/>
                  </a:lnTo>
                  <a:lnTo>
                    <a:pt x="42672" y="374904"/>
                  </a:lnTo>
                  <a:lnTo>
                    <a:pt x="44196" y="374904"/>
                  </a:lnTo>
                  <a:lnTo>
                    <a:pt x="44196" y="74676"/>
                  </a:lnTo>
                  <a:close/>
                </a:path>
                <a:path w="334009" h="375285">
                  <a:moveTo>
                    <a:pt x="48768" y="42684"/>
                  </a:moveTo>
                  <a:lnTo>
                    <a:pt x="47244" y="42684"/>
                  </a:lnTo>
                  <a:lnTo>
                    <a:pt x="47244" y="374904"/>
                  </a:lnTo>
                  <a:lnTo>
                    <a:pt x="48768" y="374904"/>
                  </a:lnTo>
                  <a:lnTo>
                    <a:pt x="48768" y="42684"/>
                  </a:lnTo>
                  <a:close/>
                </a:path>
                <a:path w="334009" h="375285">
                  <a:moveTo>
                    <a:pt x="54864" y="45720"/>
                  </a:moveTo>
                  <a:lnTo>
                    <a:pt x="51816" y="45720"/>
                  </a:lnTo>
                  <a:lnTo>
                    <a:pt x="51816" y="374904"/>
                  </a:lnTo>
                  <a:lnTo>
                    <a:pt x="54864" y="374904"/>
                  </a:lnTo>
                  <a:lnTo>
                    <a:pt x="54864" y="45720"/>
                  </a:lnTo>
                  <a:close/>
                </a:path>
                <a:path w="334009" h="375285">
                  <a:moveTo>
                    <a:pt x="59436" y="50292"/>
                  </a:moveTo>
                  <a:lnTo>
                    <a:pt x="56388" y="50292"/>
                  </a:lnTo>
                  <a:lnTo>
                    <a:pt x="56388" y="374904"/>
                  </a:lnTo>
                  <a:lnTo>
                    <a:pt x="59436" y="374904"/>
                  </a:lnTo>
                  <a:lnTo>
                    <a:pt x="59436" y="50292"/>
                  </a:lnTo>
                  <a:close/>
                </a:path>
                <a:path w="334009" h="375285">
                  <a:moveTo>
                    <a:pt x="64008" y="28956"/>
                  </a:moveTo>
                  <a:lnTo>
                    <a:pt x="62484" y="28956"/>
                  </a:lnTo>
                  <a:lnTo>
                    <a:pt x="62484" y="374904"/>
                  </a:lnTo>
                  <a:lnTo>
                    <a:pt x="64008" y="374904"/>
                  </a:lnTo>
                  <a:lnTo>
                    <a:pt x="64008" y="28956"/>
                  </a:lnTo>
                  <a:close/>
                </a:path>
                <a:path w="334009" h="375285">
                  <a:moveTo>
                    <a:pt x="68580" y="33528"/>
                  </a:moveTo>
                  <a:lnTo>
                    <a:pt x="67056" y="33528"/>
                  </a:lnTo>
                  <a:lnTo>
                    <a:pt x="67056" y="374904"/>
                  </a:lnTo>
                  <a:lnTo>
                    <a:pt x="68580" y="374904"/>
                  </a:lnTo>
                  <a:lnTo>
                    <a:pt x="68580" y="33528"/>
                  </a:lnTo>
                  <a:close/>
                </a:path>
                <a:path w="334009" h="375285">
                  <a:moveTo>
                    <a:pt x="73152" y="45720"/>
                  </a:moveTo>
                  <a:lnTo>
                    <a:pt x="71628" y="45720"/>
                  </a:lnTo>
                  <a:lnTo>
                    <a:pt x="71628" y="374904"/>
                  </a:lnTo>
                  <a:lnTo>
                    <a:pt x="73152" y="374904"/>
                  </a:lnTo>
                  <a:lnTo>
                    <a:pt x="73152" y="45720"/>
                  </a:lnTo>
                  <a:close/>
                </a:path>
                <a:path w="334009" h="375285">
                  <a:moveTo>
                    <a:pt x="77724" y="50292"/>
                  </a:moveTo>
                  <a:lnTo>
                    <a:pt x="76200" y="50292"/>
                  </a:lnTo>
                  <a:lnTo>
                    <a:pt x="76200" y="374904"/>
                  </a:lnTo>
                  <a:lnTo>
                    <a:pt x="77724" y="374904"/>
                  </a:lnTo>
                  <a:lnTo>
                    <a:pt x="77724" y="50292"/>
                  </a:lnTo>
                  <a:close/>
                </a:path>
                <a:path w="334009" h="375285">
                  <a:moveTo>
                    <a:pt x="82296" y="38100"/>
                  </a:moveTo>
                  <a:lnTo>
                    <a:pt x="80772" y="38100"/>
                  </a:lnTo>
                  <a:lnTo>
                    <a:pt x="80772" y="374904"/>
                  </a:lnTo>
                  <a:lnTo>
                    <a:pt x="82296" y="374904"/>
                  </a:lnTo>
                  <a:lnTo>
                    <a:pt x="82296" y="38100"/>
                  </a:lnTo>
                  <a:close/>
                </a:path>
                <a:path w="334009" h="375285">
                  <a:moveTo>
                    <a:pt x="86868" y="10668"/>
                  </a:moveTo>
                  <a:lnTo>
                    <a:pt x="85344" y="10668"/>
                  </a:lnTo>
                  <a:lnTo>
                    <a:pt x="85344" y="374904"/>
                  </a:lnTo>
                  <a:lnTo>
                    <a:pt x="86868" y="374904"/>
                  </a:lnTo>
                  <a:lnTo>
                    <a:pt x="86868" y="10668"/>
                  </a:lnTo>
                  <a:close/>
                </a:path>
                <a:path w="334009" h="375285">
                  <a:moveTo>
                    <a:pt x="91440" y="77724"/>
                  </a:moveTo>
                  <a:lnTo>
                    <a:pt x="89916" y="77724"/>
                  </a:lnTo>
                  <a:lnTo>
                    <a:pt x="89916" y="374904"/>
                  </a:lnTo>
                  <a:lnTo>
                    <a:pt x="91440" y="374904"/>
                  </a:lnTo>
                  <a:lnTo>
                    <a:pt x="91440" y="77724"/>
                  </a:lnTo>
                  <a:close/>
                </a:path>
                <a:path w="334009" h="375285">
                  <a:moveTo>
                    <a:pt x="97536" y="60972"/>
                  </a:moveTo>
                  <a:lnTo>
                    <a:pt x="94488" y="60972"/>
                  </a:lnTo>
                  <a:lnTo>
                    <a:pt x="94488" y="374904"/>
                  </a:lnTo>
                  <a:lnTo>
                    <a:pt x="97536" y="374904"/>
                  </a:lnTo>
                  <a:lnTo>
                    <a:pt x="97536" y="60972"/>
                  </a:lnTo>
                  <a:close/>
                </a:path>
                <a:path w="334009" h="375285">
                  <a:moveTo>
                    <a:pt x="102108" y="39624"/>
                  </a:moveTo>
                  <a:lnTo>
                    <a:pt x="99060" y="39624"/>
                  </a:lnTo>
                  <a:lnTo>
                    <a:pt x="99060" y="374904"/>
                  </a:lnTo>
                  <a:lnTo>
                    <a:pt x="102108" y="374904"/>
                  </a:lnTo>
                  <a:lnTo>
                    <a:pt x="102108" y="39624"/>
                  </a:lnTo>
                  <a:close/>
                </a:path>
                <a:path w="334009" h="375285">
                  <a:moveTo>
                    <a:pt x="106680" y="28956"/>
                  </a:moveTo>
                  <a:lnTo>
                    <a:pt x="105156" y="28956"/>
                  </a:lnTo>
                  <a:lnTo>
                    <a:pt x="105156" y="374904"/>
                  </a:lnTo>
                  <a:lnTo>
                    <a:pt x="106680" y="374904"/>
                  </a:lnTo>
                  <a:lnTo>
                    <a:pt x="106680" y="28956"/>
                  </a:lnTo>
                  <a:close/>
                </a:path>
                <a:path w="334009" h="375285">
                  <a:moveTo>
                    <a:pt x="111252" y="53340"/>
                  </a:moveTo>
                  <a:lnTo>
                    <a:pt x="109728" y="53340"/>
                  </a:lnTo>
                  <a:lnTo>
                    <a:pt x="109728" y="374904"/>
                  </a:lnTo>
                  <a:lnTo>
                    <a:pt x="111252" y="374904"/>
                  </a:lnTo>
                  <a:lnTo>
                    <a:pt x="111252" y="53340"/>
                  </a:lnTo>
                  <a:close/>
                </a:path>
                <a:path w="334009" h="375285">
                  <a:moveTo>
                    <a:pt x="115824" y="33528"/>
                  </a:moveTo>
                  <a:lnTo>
                    <a:pt x="114300" y="33528"/>
                  </a:lnTo>
                  <a:lnTo>
                    <a:pt x="114300" y="374904"/>
                  </a:lnTo>
                  <a:lnTo>
                    <a:pt x="115824" y="374904"/>
                  </a:lnTo>
                  <a:lnTo>
                    <a:pt x="115824" y="33528"/>
                  </a:lnTo>
                  <a:close/>
                </a:path>
                <a:path w="334009" h="375285">
                  <a:moveTo>
                    <a:pt x="120396" y="18288"/>
                  </a:moveTo>
                  <a:lnTo>
                    <a:pt x="118872" y="18288"/>
                  </a:lnTo>
                  <a:lnTo>
                    <a:pt x="118872" y="374904"/>
                  </a:lnTo>
                  <a:lnTo>
                    <a:pt x="120396" y="374904"/>
                  </a:lnTo>
                  <a:lnTo>
                    <a:pt x="120396" y="18288"/>
                  </a:lnTo>
                  <a:close/>
                </a:path>
                <a:path w="334009" h="375285">
                  <a:moveTo>
                    <a:pt x="124968" y="53340"/>
                  </a:moveTo>
                  <a:lnTo>
                    <a:pt x="123444" y="53340"/>
                  </a:lnTo>
                  <a:lnTo>
                    <a:pt x="123444" y="374904"/>
                  </a:lnTo>
                  <a:lnTo>
                    <a:pt x="124968" y="374904"/>
                  </a:lnTo>
                  <a:lnTo>
                    <a:pt x="124968" y="53340"/>
                  </a:lnTo>
                  <a:close/>
                </a:path>
                <a:path w="334009" h="375285">
                  <a:moveTo>
                    <a:pt x="129540" y="260604"/>
                  </a:moveTo>
                  <a:lnTo>
                    <a:pt x="128016" y="260604"/>
                  </a:lnTo>
                  <a:lnTo>
                    <a:pt x="128016" y="374904"/>
                  </a:lnTo>
                  <a:lnTo>
                    <a:pt x="129540" y="374904"/>
                  </a:lnTo>
                  <a:lnTo>
                    <a:pt x="129540" y="260604"/>
                  </a:lnTo>
                  <a:close/>
                </a:path>
                <a:path w="334009" h="375285">
                  <a:moveTo>
                    <a:pt x="135636" y="21336"/>
                  </a:moveTo>
                  <a:lnTo>
                    <a:pt x="132588" y="21336"/>
                  </a:lnTo>
                  <a:lnTo>
                    <a:pt x="132588" y="374904"/>
                  </a:lnTo>
                  <a:lnTo>
                    <a:pt x="135636" y="374904"/>
                  </a:lnTo>
                  <a:lnTo>
                    <a:pt x="135636" y="21336"/>
                  </a:lnTo>
                  <a:close/>
                </a:path>
                <a:path w="334009" h="375285">
                  <a:moveTo>
                    <a:pt x="140208" y="38100"/>
                  </a:moveTo>
                  <a:lnTo>
                    <a:pt x="137160" y="38100"/>
                  </a:lnTo>
                  <a:lnTo>
                    <a:pt x="137160" y="374904"/>
                  </a:lnTo>
                  <a:lnTo>
                    <a:pt x="140208" y="374904"/>
                  </a:lnTo>
                  <a:lnTo>
                    <a:pt x="140208" y="38100"/>
                  </a:lnTo>
                  <a:close/>
                </a:path>
                <a:path w="334009" h="375285">
                  <a:moveTo>
                    <a:pt x="144780" y="50292"/>
                  </a:moveTo>
                  <a:lnTo>
                    <a:pt x="141732" y="50292"/>
                  </a:lnTo>
                  <a:lnTo>
                    <a:pt x="141732" y="374904"/>
                  </a:lnTo>
                  <a:lnTo>
                    <a:pt x="144780" y="374904"/>
                  </a:lnTo>
                  <a:lnTo>
                    <a:pt x="144780" y="50292"/>
                  </a:lnTo>
                  <a:close/>
                </a:path>
                <a:path w="334009" h="375285">
                  <a:moveTo>
                    <a:pt x="149352" y="21336"/>
                  </a:moveTo>
                  <a:lnTo>
                    <a:pt x="147828" y="21336"/>
                  </a:lnTo>
                  <a:lnTo>
                    <a:pt x="147828" y="374904"/>
                  </a:lnTo>
                  <a:lnTo>
                    <a:pt x="149352" y="374904"/>
                  </a:lnTo>
                  <a:lnTo>
                    <a:pt x="149352" y="21336"/>
                  </a:lnTo>
                  <a:close/>
                </a:path>
                <a:path w="334009" h="375285">
                  <a:moveTo>
                    <a:pt x="153924" y="33528"/>
                  </a:moveTo>
                  <a:lnTo>
                    <a:pt x="152400" y="33528"/>
                  </a:lnTo>
                  <a:lnTo>
                    <a:pt x="152400" y="374904"/>
                  </a:lnTo>
                  <a:lnTo>
                    <a:pt x="153924" y="374904"/>
                  </a:lnTo>
                  <a:lnTo>
                    <a:pt x="153924" y="33528"/>
                  </a:lnTo>
                  <a:close/>
                </a:path>
                <a:path w="334009" h="375285">
                  <a:moveTo>
                    <a:pt x="158496" y="38100"/>
                  </a:moveTo>
                  <a:lnTo>
                    <a:pt x="156972" y="38100"/>
                  </a:lnTo>
                  <a:lnTo>
                    <a:pt x="156972" y="374904"/>
                  </a:lnTo>
                  <a:lnTo>
                    <a:pt x="158496" y="374904"/>
                  </a:lnTo>
                  <a:lnTo>
                    <a:pt x="158496" y="38100"/>
                  </a:lnTo>
                  <a:close/>
                </a:path>
                <a:path w="334009" h="375285">
                  <a:moveTo>
                    <a:pt x="163068" y="131064"/>
                  </a:moveTo>
                  <a:lnTo>
                    <a:pt x="161544" y="131064"/>
                  </a:lnTo>
                  <a:lnTo>
                    <a:pt x="161544" y="374904"/>
                  </a:lnTo>
                  <a:lnTo>
                    <a:pt x="163068" y="374904"/>
                  </a:lnTo>
                  <a:lnTo>
                    <a:pt x="163068" y="131064"/>
                  </a:lnTo>
                  <a:close/>
                </a:path>
                <a:path w="334009" h="375285">
                  <a:moveTo>
                    <a:pt x="167640" y="33528"/>
                  </a:moveTo>
                  <a:lnTo>
                    <a:pt x="166116" y="33528"/>
                  </a:lnTo>
                  <a:lnTo>
                    <a:pt x="166116" y="374904"/>
                  </a:lnTo>
                  <a:lnTo>
                    <a:pt x="167640" y="374904"/>
                  </a:lnTo>
                  <a:lnTo>
                    <a:pt x="167640" y="33528"/>
                  </a:lnTo>
                  <a:close/>
                </a:path>
                <a:path w="334009" h="375285">
                  <a:moveTo>
                    <a:pt x="172212" y="50292"/>
                  </a:moveTo>
                  <a:lnTo>
                    <a:pt x="170688" y="50292"/>
                  </a:lnTo>
                  <a:lnTo>
                    <a:pt x="170688" y="374904"/>
                  </a:lnTo>
                  <a:lnTo>
                    <a:pt x="172212" y="374904"/>
                  </a:lnTo>
                  <a:lnTo>
                    <a:pt x="172212" y="50292"/>
                  </a:lnTo>
                  <a:close/>
                </a:path>
                <a:path w="334009" h="375285">
                  <a:moveTo>
                    <a:pt x="178308" y="33528"/>
                  </a:moveTo>
                  <a:lnTo>
                    <a:pt x="175260" y="33528"/>
                  </a:lnTo>
                  <a:lnTo>
                    <a:pt x="175260" y="374904"/>
                  </a:lnTo>
                  <a:lnTo>
                    <a:pt x="178308" y="374904"/>
                  </a:lnTo>
                  <a:lnTo>
                    <a:pt x="178308" y="33528"/>
                  </a:lnTo>
                  <a:close/>
                </a:path>
                <a:path w="334009" h="375285">
                  <a:moveTo>
                    <a:pt x="182880" y="80784"/>
                  </a:moveTo>
                  <a:lnTo>
                    <a:pt x="179832" y="80784"/>
                  </a:lnTo>
                  <a:lnTo>
                    <a:pt x="179832" y="374904"/>
                  </a:lnTo>
                  <a:lnTo>
                    <a:pt x="182880" y="374904"/>
                  </a:lnTo>
                  <a:lnTo>
                    <a:pt x="182880" y="80784"/>
                  </a:lnTo>
                  <a:close/>
                </a:path>
                <a:path w="334009" h="375285">
                  <a:moveTo>
                    <a:pt x="187452" y="112776"/>
                  </a:moveTo>
                  <a:lnTo>
                    <a:pt x="185928" y="112776"/>
                  </a:lnTo>
                  <a:lnTo>
                    <a:pt x="185928" y="374904"/>
                  </a:lnTo>
                  <a:lnTo>
                    <a:pt x="187452" y="374904"/>
                  </a:lnTo>
                  <a:lnTo>
                    <a:pt x="187452" y="112776"/>
                  </a:lnTo>
                  <a:close/>
                </a:path>
                <a:path w="334009" h="375285">
                  <a:moveTo>
                    <a:pt x="192024" y="67056"/>
                  </a:moveTo>
                  <a:lnTo>
                    <a:pt x="190500" y="67056"/>
                  </a:lnTo>
                  <a:lnTo>
                    <a:pt x="190500" y="374904"/>
                  </a:lnTo>
                  <a:lnTo>
                    <a:pt x="192024" y="374904"/>
                  </a:lnTo>
                  <a:lnTo>
                    <a:pt x="192024" y="67056"/>
                  </a:lnTo>
                  <a:close/>
                </a:path>
                <a:path w="334009" h="375285">
                  <a:moveTo>
                    <a:pt x="196596" y="25908"/>
                  </a:moveTo>
                  <a:lnTo>
                    <a:pt x="195072" y="25908"/>
                  </a:lnTo>
                  <a:lnTo>
                    <a:pt x="195072" y="374904"/>
                  </a:lnTo>
                  <a:lnTo>
                    <a:pt x="196596" y="374904"/>
                  </a:lnTo>
                  <a:lnTo>
                    <a:pt x="196596" y="25908"/>
                  </a:lnTo>
                  <a:close/>
                </a:path>
                <a:path w="334009" h="375285">
                  <a:moveTo>
                    <a:pt x="201168" y="50292"/>
                  </a:moveTo>
                  <a:lnTo>
                    <a:pt x="199644" y="50292"/>
                  </a:lnTo>
                  <a:lnTo>
                    <a:pt x="199644" y="374904"/>
                  </a:lnTo>
                  <a:lnTo>
                    <a:pt x="201168" y="374904"/>
                  </a:lnTo>
                  <a:lnTo>
                    <a:pt x="201168" y="50292"/>
                  </a:lnTo>
                  <a:close/>
                </a:path>
                <a:path w="334009" h="375285">
                  <a:moveTo>
                    <a:pt x="205740" y="67056"/>
                  </a:moveTo>
                  <a:lnTo>
                    <a:pt x="204216" y="67056"/>
                  </a:lnTo>
                  <a:lnTo>
                    <a:pt x="204216" y="374904"/>
                  </a:lnTo>
                  <a:lnTo>
                    <a:pt x="205740" y="374904"/>
                  </a:lnTo>
                  <a:lnTo>
                    <a:pt x="205740" y="67056"/>
                  </a:lnTo>
                  <a:close/>
                </a:path>
                <a:path w="334009" h="375285">
                  <a:moveTo>
                    <a:pt x="210312" y="13716"/>
                  </a:moveTo>
                  <a:lnTo>
                    <a:pt x="208788" y="13716"/>
                  </a:lnTo>
                  <a:lnTo>
                    <a:pt x="208788" y="374904"/>
                  </a:lnTo>
                  <a:lnTo>
                    <a:pt x="210312" y="374904"/>
                  </a:lnTo>
                  <a:lnTo>
                    <a:pt x="210312" y="13716"/>
                  </a:lnTo>
                  <a:close/>
                </a:path>
                <a:path w="334009" h="375285">
                  <a:moveTo>
                    <a:pt x="214884" y="38100"/>
                  </a:moveTo>
                  <a:lnTo>
                    <a:pt x="213360" y="38100"/>
                  </a:lnTo>
                  <a:lnTo>
                    <a:pt x="213360" y="374904"/>
                  </a:lnTo>
                  <a:lnTo>
                    <a:pt x="214884" y="374904"/>
                  </a:lnTo>
                  <a:lnTo>
                    <a:pt x="214884" y="38100"/>
                  </a:lnTo>
                  <a:close/>
                </a:path>
                <a:path w="334009" h="375285">
                  <a:moveTo>
                    <a:pt x="220980" y="45720"/>
                  </a:moveTo>
                  <a:lnTo>
                    <a:pt x="217932" y="45720"/>
                  </a:lnTo>
                  <a:lnTo>
                    <a:pt x="217932" y="374904"/>
                  </a:lnTo>
                  <a:lnTo>
                    <a:pt x="220980" y="374904"/>
                  </a:lnTo>
                  <a:lnTo>
                    <a:pt x="220980" y="45720"/>
                  </a:lnTo>
                  <a:close/>
                </a:path>
                <a:path w="334009" h="375285">
                  <a:moveTo>
                    <a:pt x="225552" y="42684"/>
                  </a:moveTo>
                  <a:lnTo>
                    <a:pt x="222504" y="42684"/>
                  </a:lnTo>
                  <a:lnTo>
                    <a:pt x="222504" y="374904"/>
                  </a:lnTo>
                  <a:lnTo>
                    <a:pt x="225552" y="374904"/>
                  </a:lnTo>
                  <a:lnTo>
                    <a:pt x="225552" y="42684"/>
                  </a:lnTo>
                  <a:close/>
                </a:path>
                <a:path w="334009" h="375285">
                  <a:moveTo>
                    <a:pt x="230124" y="0"/>
                  </a:moveTo>
                  <a:lnTo>
                    <a:pt x="228600" y="0"/>
                  </a:lnTo>
                  <a:lnTo>
                    <a:pt x="228600" y="374904"/>
                  </a:lnTo>
                  <a:lnTo>
                    <a:pt x="230124" y="374904"/>
                  </a:lnTo>
                  <a:lnTo>
                    <a:pt x="230124" y="0"/>
                  </a:lnTo>
                  <a:close/>
                </a:path>
                <a:path w="334009" h="375285">
                  <a:moveTo>
                    <a:pt x="234696" y="42684"/>
                  </a:moveTo>
                  <a:lnTo>
                    <a:pt x="233172" y="42684"/>
                  </a:lnTo>
                  <a:lnTo>
                    <a:pt x="233172" y="374904"/>
                  </a:lnTo>
                  <a:lnTo>
                    <a:pt x="234696" y="374904"/>
                  </a:lnTo>
                  <a:lnTo>
                    <a:pt x="234696" y="42684"/>
                  </a:lnTo>
                  <a:close/>
                </a:path>
                <a:path w="334009" h="375285">
                  <a:moveTo>
                    <a:pt x="239268" y="35052"/>
                  </a:moveTo>
                  <a:lnTo>
                    <a:pt x="237744" y="35052"/>
                  </a:lnTo>
                  <a:lnTo>
                    <a:pt x="237744" y="374904"/>
                  </a:lnTo>
                  <a:lnTo>
                    <a:pt x="239268" y="374904"/>
                  </a:lnTo>
                  <a:lnTo>
                    <a:pt x="239268" y="35052"/>
                  </a:lnTo>
                  <a:close/>
                </a:path>
                <a:path w="334009" h="375285">
                  <a:moveTo>
                    <a:pt x="243840" y="28956"/>
                  </a:moveTo>
                  <a:lnTo>
                    <a:pt x="242316" y="28956"/>
                  </a:lnTo>
                  <a:lnTo>
                    <a:pt x="242316" y="374904"/>
                  </a:lnTo>
                  <a:lnTo>
                    <a:pt x="243840" y="374904"/>
                  </a:lnTo>
                  <a:lnTo>
                    <a:pt x="243840" y="28956"/>
                  </a:lnTo>
                  <a:close/>
                </a:path>
                <a:path w="334009" h="375285">
                  <a:moveTo>
                    <a:pt x="248412" y="13716"/>
                  </a:moveTo>
                  <a:lnTo>
                    <a:pt x="246888" y="13716"/>
                  </a:lnTo>
                  <a:lnTo>
                    <a:pt x="246888" y="374904"/>
                  </a:lnTo>
                  <a:lnTo>
                    <a:pt x="248412" y="374904"/>
                  </a:lnTo>
                  <a:lnTo>
                    <a:pt x="248412" y="13716"/>
                  </a:lnTo>
                  <a:close/>
                </a:path>
                <a:path w="334009" h="375285">
                  <a:moveTo>
                    <a:pt x="252984" y="39624"/>
                  </a:moveTo>
                  <a:lnTo>
                    <a:pt x="251460" y="39624"/>
                  </a:lnTo>
                  <a:lnTo>
                    <a:pt x="251460" y="374904"/>
                  </a:lnTo>
                  <a:lnTo>
                    <a:pt x="252984" y="374904"/>
                  </a:lnTo>
                  <a:lnTo>
                    <a:pt x="252984" y="39624"/>
                  </a:lnTo>
                  <a:close/>
                </a:path>
                <a:path w="334009" h="375285">
                  <a:moveTo>
                    <a:pt x="259080" y="42684"/>
                  </a:moveTo>
                  <a:lnTo>
                    <a:pt x="256032" y="42684"/>
                  </a:lnTo>
                  <a:lnTo>
                    <a:pt x="256032" y="374904"/>
                  </a:lnTo>
                  <a:lnTo>
                    <a:pt x="259080" y="374904"/>
                  </a:lnTo>
                  <a:lnTo>
                    <a:pt x="259080" y="42684"/>
                  </a:lnTo>
                  <a:close/>
                </a:path>
                <a:path w="334009" h="375285">
                  <a:moveTo>
                    <a:pt x="263652" y="32004"/>
                  </a:moveTo>
                  <a:lnTo>
                    <a:pt x="260604" y="32004"/>
                  </a:lnTo>
                  <a:lnTo>
                    <a:pt x="260604" y="374904"/>
                  </a:lnTo>
                  <a:lnTo>
                    <a:pt x="263652" y="374904"/>
                  </a:lnTo>
                  <a:lnTo>
                    <a:pt x="263652" y="32004"/>
                  </a:lnTo>
                  <a:close/>
                </a:path>
                <a:path w="334009" h="375285">
                  <a:moveTo>
                    <a:pt x="268224" y="16764"/>
                  </a:moveTo>
                  <a:lnTo>
                    <a:pt x="265176" y="16764"/>
                  </a:lnTo>
                  <a:lnTo>
                    <a:pt x="265176" y="374904"/>
                  </a:lnTo>
                  <a:lnTo>
                    <a:pt x="268224" y="374904"/>
                  </a:lnTo>
                  <a:lnTo>
                    <a:pt x="268224" y="16764"/>
                  </a:lnTo>
                  <a:close/>
                </a:path>
                <a:path w="334009" h="375285">
                  <a:moveTo>
                    <a:pt x="272796" y="33528"/>
                  </a:moveTo>
                  <a:lnTo>
                    <a:pt x="271272" y="33528"/>
                  </a:lnTo>
                  <a:lnTo>
                    <a:pt x="271272" y="374904"/>
                  </a:lnTo>
                  <a:lnTo>
                    <a:pt x="272796" y="374904"/>
                  </a:lnTo>
                  <a:lnTo>
                    <a:pt x="272796" y="33528"/>
                  </a:lnTo>
                  <a:close/>
                </a:path>
                <a:path w="334009" h="375285">
                  <a:moveTo>
                    <a:pt x="277368" y="28956"/>
                  </a:moveTo>
                  <a:lnTo>
                    <a:pt x="275844" y="28956"/>
                  </a:lnTo>
                  <a:lnTo>
                    <a:pt x="275844" y="374904"/>
                  </a:lnTo>
                  <a:lnTo>
                    <a:pt x="277368" y="374904"/>
                  </a:lnTo>
                  <a:lnTo>
                    <a:pt x="277368" y="28956"/>
                  </a:lnTo>
                  <a:close/>
                </a:path>
                <a:path w="334009" h="375285">
                  <a:moveTo>
                    <a:pt x="281940" y="18288"/>
                  </a:moveTo>
                  <a:lnTo>
                    <a:pt x="280416" y="18288"/>
                  </a:lnTo>
                  <a:lnTo>
                    <a:pt x="280416" y="374904"/>
                  </a:lnTo>
                  <a:lnTo>
                    <a:pt x="281940" y="374904"/>
                  </a:lnTo>
                  <a:lnTo>
                    <a:pt x="281940" y="18288"/>
                  </a:lnTo>
                  <a:close/>
                </a:path>
                <a:path w="334009" h="375285">
                  <a:moveTo>
                    <a:pt x="286512" y="21336"/>
                  </a:moveTo>
                  <a:lnTo>
                    <a:pt x="284988" y="21336"/>
                  </a:lnTo>
                  <a:lnTo>
                    <a:pt x="284988" y="374904"/>
                  </a:lnTo>
                  <a:lnTo>
                    <a:pt x="286512" y="374904"/>
                  </a:lnTo>
                  <a:lnTo>
                    <a:pt x="286512" y="21336"/>
                  </a:lnTo>
                  <a:close/>
                </a:path>
                <a:path w="334009" h="375285">
                  <a:moveTo>
                    <a:pt x="291084" y="42684"/>
                  </a:moveTo>
                  <a:lnTo>
                    <a:pt x="289560" y="42684"/>
                  </a:lnTo>
                  <a:lnTo>
                    <a:pt x="289560" y="374904"/>
                  </a:lnTo>
                  <a:lnTo>
                    <a:pt x="291084" y="374904"/>
                  </a:lnTo>
                  <a:lnTo>
                    <a:pt x="291084" y="42684"/>
                  </a:lnTo>
                  <a:close/>
                </a:path>
                <a:path w="334009" h="375285">
                  <a:moveTo>
                    <a:pt x="295656" y="42684"/>
                  </a:moveTo>
                  <a:lnTo>
                    <a:pt x="294132" y="42684"/>
                  </a:lnTo>
                  <a:lnTo>
                    <a:pt x="294132" y="374904"/>
                  </a:lnTo>
                  <a:lnTo>
                    <a:pt x="295656" y="374904"/>
                  </a:lnTo>
                  <a:lnTo>
                    <a:pt x="295656" y="42684"/>
                  </a:lnTo>
                  <a:close/>
                </a:path>
                <a:path w="334009" h="375285">
                  <a:moveTo>
                    <a:pt x="301752" y="28956"/>
                  </a:moveTo>
                  <a:lnTo>
                    <a:pt x="298704" y="28956"/>
                  </a:lnTo>
                  <a:lnTo>
                    <a:pt x="298704" y="374904"/>
                  </a:lnTo>
                  <a:lnTo>
                    <a:pt x="301752" y="374904"/>
                  </a:lnTo>
                  <a:lnTo>
                    <a:pt x="301752" y="28956"/>
                  </a:lnTo>
                  <a:close/>
                </a:path>
                <a:path w="334009" h="375285">
                  <a:moveTo>
                    <a:pt x="306324" y="28956"/>
                  </a:moveTo>
                  <a:lnTo>
                    <a:pt x="303276" y="28956"/>
                  </a:lnTo>
                  <a:lnTo>
                    <a:pt x="303276" y="374904"/>
                  </a:lnTo>
                  <a:lnTo>
                    <a:pt x="306324" y="374904"/>
                  </a:lnTo>
                  <a:lnTo>
                    <a:pt x="306324" y="28956"/>
                  </a:lnTo>
                  <a:close/>
                </a:path>
                <a:path w="334009" h="375285">
                  <a:moveTo>
                    <a:pt x="310896" y="19812"/>
                  </a:moveTo>
                  <a:lnTo>
                    <a:pt x="307848" y="19812"/>
                  </a:lnTo>
                  <a:lnTo>
                    <a:pt x="307848" y="374904"/>
                  </a:lnTo>
                  <a:lnTo>
                    <a:pt x="310896" y="374904"/>
                  </a:lnTo>
                  <a:lnTo>
                    <a:pt x="310896" y="19812"/>
                  </a:lnTo>
                  <a:close/>
                </a:path>
                <a:path w="334009" h="375285">
                  <a:moveTo>
                    <a:pt x="315468" y="25908"/>
                  </a:moveTo>
                  <a:lnTo>
                    <a:pt x="313944" y="25908"/>
                  </a:lnTo>
                  <a:lnTo>
                    <a:pt x="313944" y="374904"/>
                  </a:lnTo>
                  <a:lnTo>
                    <a:pt x="315468" y="374904"/>
                  </a:lnTo>
                  <a:lnTo>
                    <a:pt x="315468" y="25908"/>
                  </a:lnTo>
                  <a:close/>
                </a:path>
                <a:path w="334009" h="375285">
                  <a:moveTo>
                    <a:pt x="320040" y="18288"/>
                  </a:moveTo>
                  <a:lnTo>
                    <a:pt x="318516" y="18288"/>
                  </a:lnTo>
                  <a:lnTo>
                    <a:pt x="318516" y="374904"/>
                  </a:lnTo>
                  <a:lnTo>
                    <a:pt x="320040" y="374904"/>
                  </a:lnTo>
                  <a:lnTo>
                    <a:pt x="320040" y="18288"/>
                  </a:lnTo>
                  <a:close/>
                </a:path>
                <a:path w="334009" h="375285">
                  <a:moveTo>
                    <a:pt x="324612" y="18288"/>
                  </a:moveTo>
                  <a:lnTo>
                    <a:pt x="323088" y="18288"/>
                  </a:lnTo>
                  <a:lnTo>
                    <a:pt x="323088" y="374904"/>
                  </a:lnTo>
                  <a:lnTo>
                    <a:pt x="324612" y="374904"/>
                  </a:lnTo>
                  <a:lnTo>
                    <a:pt x="324612" y="18288"/>
                  </a:lnTo>
                  <a:close/>
                </a:path>
                <a:path w="334009" h="375285">
                  <a:moveTo>
                    <a:pt x="329184" y="54864"/>
                  </a:moveTo>
                  <a:lnTo>
                    <a:pt x="327660" y="54864"/>
                  </a:lnTo>
                  <a:lnTo>
                    <a:pt x="327660" y="374904"/>
                  </a:lnTo>
                  <a:lnTo>
                    <a:pt x="329184" y="374904"/>
                  </a:lnTo>
                  <a:lnTo>
                    <a:pt x="329184" y="54864"/>
                  </a:lnTo>
                  <a:close/>
                </a:path>
                <a:path w="334009" h="375285">
                  <a:moveTo>
                    <a:pt x="333756" y="28956"/>
                  </a:moveTo>
                  <a:lnTo>
                    <a:pt x="332232" y="28956"/>
                  </a:lnTo>
                  <a:lnTo>
                    <a:pt x="332232" y="374904"/>
                  </a:lnTo>
                  <a:lnTo>
                    <a:pt x="333756" y="374904"/>
                  </a:lnTo>
                  <a:lnTo>
                    <a:pt x="333756" y="28956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840980" y="3488435"/>
              <a:ext cx="334010" cy="375285"/>
            </a:xfrm>
            <a:custGeom>
              <a:avLst/>
              <a:gdLst/>
              <a:ahLst/>
              <a:cxnLst/>
              <a:rect l="l" t="t" r="r" b="b"/>
              <a:pathLst>
                <a:path w="334009" h="375285">
                  <a:moveTo>
                    <a:pt x="1524" y="28956"/>
                  </a:moveTo>
                  <a:lnTo>
                    <a:pt x="0" y="28956"/>
                  </a:lnTo>
                  <a:lnTo>
                    <a:pt x="0" y="374904"/>
                  </a:lnTo>
                  <a:lnTo>
                    <a:pt x="1524" y="374904"/>
                  </a:lnTo>
                  <a:lnTo>
                    <a:pt x="1524" y="28956"/>
                  </a:lnTo>
                  <a:close/>
                </a:path>
                <a:path w="334009" h="375285">
                  <a:moveTo>
                    <a:pt x="6096" y="33528"/>
                  </a:moveTo>
                  <a:lnTo>
                    <a:pt x="4572" y="33528"/>
                  </a:lnTo>
                  <a:lnTo>
                    <a:pt x="4572" y="374904"/>
                  </a:lnTo>
                  <a:lnTo>
                    <a:pt x="6096" y="374904"/>
                  </a:lnTo>
                  <a:lnTo>
                    <a:pt x="6096" y="33528"/>
                  </a:lnTo>
                  <a:close/>
                </a:path>
                <a:path w="334009" h="375285">
                  <a:moveTo>
                    <a:pt x="12192" y="13716"/>
                  </a:moveTo>
                  <a:lnTo>
                    <a:pt x="9144" y="13716"/>
                  </a:lnTo>
                  <a:lnTo>
                    <a:pt x="9144" y="374904"/>
                  </a:lnTo>
                  <a:lnTo>
                    <a:pt x="12192" y="374904"/>
                  </a:lnTo>
                  <a:lnTo>
                    <a:pt x="12192" y="13716"/>
                  </a:lnTo>
                  <a:close/>
                </a:path>
                <a:path w="334009" h="375285">
                  <a:moveTo>
                    <a:pt x="16764" y="42684"/>
                  </a:moveTo>
                  <a:lnTo>
                    <a:pt x="13716" y="42684"/>
                  </a:lnTo>
                  <a:lnTo>
                    <a:pt x="13716" y="374904"/>
                  </a:lnTo>
                  <a:lnTo>
                    <a:pt x="16764" y="374904"/>
                  </a:lnTo>
                  <a:lnTo>
                    <a:pt x="16764" y="42684"/>
                  </a:lnTo>
                  <a:close/>
                </a:path>
                <a:path w="334009" h="375285">
                  <a:moveTo>
                    <a:pt x="21336" y="45720"/>
                  </a:moveTo>
                  <a:lnTo>
                    <a:pt x="19812" y="45720"/>
                  </a:lnTo>
                  <a:lnTo>
                    <a:pt x="19812" y="374904"/>
                  </a:lnTo>
                  <a:lnTo>
                    <a:pt x="21336" y="374904"/>
                  </a:lnTo>
                  <a:lnTo>
                    <a:pt x="21336" y="45720"/>
                  </a:lnTo>
                  <a:close/>
                </a:path>
                <a:path w="334009" h="375285">
                  <a:moveTo>
                    <a:pt x="25908" y="21336"/>
                  </a:moveTo>
                  <a:lnTo>
                    <a:pt x="24384" y="21336"/>
                  </a:lnTo>
                  <a:lnTo>
                    <a:pt x="24384" y="374904"/>
                  </a:lnTo>
                  <a:lnTo>
                    <a:pt x="25908" y="374904"/>
                  </a:lnTo>
                  <a:lnTo>
                    <a:pt x="25908" y="21336"/>
                  </a:lnTo>
                  <a:close/>
                </a:path>
                <a:path w="334009" h="375285">
                  <a:moveTo>
                    <a:pt x="30480" y="50292"/>
                  </a:moveTo>
                  <a:lnTo>
                    <a:pt x="28956" y="50292"/>
                  </a:lnTo>
                  <a:lnTo>
                    <a:pt x="28956" y="374904"/>
                  </a:lnTo>
                  <a:lnTo>
                    <a:pt x="30480" y="374904"/>
                  </a:lnTo>
                  <a:lnTo>
                    <a:pt x="30480" y="50292"/>
                  </a:lnTo>
                  <a:close/>
                </a:path>
                <a:path w="334009" h="375285">
                  <a:moveTo>
                    <a:pt x="35052" y="45720"/>
                  </a:moveTo>
                  <a:lnTo>
                    <a:pt x="33528" y="45720"/>
                  </a:lnTo>
                  <a:lnTo>
                    <a:pt x="33528" y="374904"/>
                  </a:lnTo>
                  <a:lnTo>
                    <a:pt x="35052" y="374904"/>
                  </a:lnTo>
                  <a:lnTo>
                    <a:pt x="35052" y="45720"/>
                  </a:lnTo>
                  <a:close/>
                </a:path>
                <a:path w="334009" h="375285">
                  <a:moveTo>
                    <a:pt x="39624" y="45720"/>
                  </a:moveTo>
                  <a:lnTo>
                    <a:pt x="38100" y="45720"/>
                  </a:lnTo>
                  <a:lnTo>
                    <a:pt x="38100" y="374904"/>
                  </a:lnTo>
                  <a:lnTo>
                    <a:pt x="39624" y="374904"/>
                  </a:lnTo>
                  <a:lnTo>
                    <a:pt x="39624" y="45720"/>
                  </a:lnTo>
                  <a:close/>
                </a:path>
                <a:path w="334009" h="375285">
                  <a:moveTo>
                    <a:pt x="44196" y="28956"/>
                  </a:moveTo>
                  <a:lnTo>
                    <a:pt x="42672" y="28956"/>
                  </a:lnTo>
                  <a:lnTo>
                    <a:pt x="42672" y="374904"/>
                  </a:lnTo>
                  <a:lnTo>
                    <a:pt x="44196" y="374904"/>
                  </a:lnTo>
                  <a:lnTo>
                    <a:pt x="44196" y="28956"/>
                  </a:lnTo>
                  <a:close/>
                </a:path>
                <a:path w="334009" h="375285">
                  <a:moveTo>
                    <a:pt x="50292" y="45720"/>
                  </a:moveTo>
                  <a:lnTo>
                    <a:pt x="47244" y="45720"/>
                  </a:lnTo>
                  <a:lnTo>
                    <a:pt x="47244" y="374904"/>
                  </a:lnTo>
                  <a:lnTo>
                    <a:pt x="50292" y="374904"/>
                  </a:lnTo>
                  <a:lnTo>
                    <a:pt x="50292" y="45720"/>
                  </a:lnTo>
                  <a:close/>
                </a:path>
                <a:path w="334009" h="375285">
                  <a:moveTo>
                    <a:pt x="54864" y="47244"/>
                  </a:moveTo>
                  <a:lnTo>
                    <a:pt x="51816" y="47244"/>
                  </a:lnTo>
                  <a:lnTo>
                    <a:pt x="51816" y="374904"/>
                  </a:lnTo>
                  <a:lnTo>
                    <a:pt x="54864" y="374904"/>
                  </a:lnTo>
                  <a:lnTo>
                    <a:pt x="54864" y="47244"/>
                  </a:lnTo>
                  <a:close/>
                </a:path>
                <a:path w="334009" h="375285">
                  <a:moveTo>
                    <a:pt x="59436" y="38100"/>
                  </a:moveTo>
                  <a:lnTo>
                    <a:pt x="56388" y="38100"/>
                  </a:lnTo>
                  <a:lnTo>
                    <a:pt x="56388" y="374904"/>
                  </a:lnTo>
                  <a:lnTo>
                    <a:pt x="59436" y="374904"/>
                  </a:lnTo>
                  <a:lnTo>
                    <a:pt x="59436" y="38100"/>
                  </a:lnTo>
                  <a:close/>
                </a:path>
                <a:path w="334009" h="375285">
                  <a:moveTo>
                    <a:pt x="64008" y="10668"/>
                  </a:moveTo>
                  <a:lnTo>
                    <a:pt x="62484" y="10668"/>
                  </a:lnTo>
                  <a:lnTo>
                    <a:pt x="62484" y="374904"/>
                  </a:lnTo>
                  <a:lnTo>
                    <a:pt x="64008" y="374904"/>
                  </a:lnTo>
                  <a:lnTo>
                    <a:pt x="64008" y="10668"/>
                  </a:lnTo>
                  <a:close/>
                </a:path>
                <a:path w="334009" h="375285">
                  <a:moveTo>
                    <a:pt x="68580" y="25908"/>
                  </a:moveTo>
                  <a:lnTo>
                    <a:pt x="67056" y="25908"/>
                  </a:lnTo>
                  <a:lnTo>
                    <a:pt x="67056" y="374904"/>
                  </a:lnTo>
                  <a:lnTo>
                    <a:pt x="68580" y="374904"/>
                  </a:lnTo>
                  <a:lnTo>
                    <a:pt x="68580" y="25908"/>
                  </a:lnTo>
                  <a:close/>
                </a:path>
                <a:path w="334009" h="375285">
                  <a:moveTo>
                    <a:pt x="73152" y="18288"/>
                  </a:moveTo>
                  <a:lnTo>
                    <a:pt x="71628" y="18288"/>
                  </a:lnTo>
                  <a:lnTo>
                    <a:pt x="71628" y="374904"/>
                  </a:lnTo>
                  <a:lnTo>
                    <a:pt x="73152" y="374904"/>
                  </a:lnTo>
                  <a:lnTo>
                    <a:pt x="73152" y="18288"/>
                  </a:lnTo>
                  <a:close/>
                </a:path>
                <a:path w="334009" h="375285">
                  <a:moveTo>
                    <a:pt x="77724" y="260604"/>
                  </a:moveTo>
                  <a:lnTo>
                    <a:pt x="76200" y="260604"/>
                  </a:lnTo>
                  <a:lnTo>
                    <a:pt x="76200" y="374904"/>
                  </a:lnTo>
                  <a:lnTo>
                    <a:pt x="77724" y="374904"/>
                  </a:lnTo>
                  <a:lnTo>
                    <a:pt x="77724" y="260604"/>
                  </a:lnTo>
                  <a:close/>
                </a:path>
                <a:path w="334009" h="375285">
                  <a:moveTo>
                    <a:pt x="82296" y="21336"/>
                  </a:moveTo>
                  <a:lnTo>
                    <a:pt x="80772" y="21336"/>
                  </a:lnTo>
                  <a:lnTo>
                    <a:pt x="80772" y="374904"/>
                  </a:lnTo>
                  <a:lnTo>
                    <a:pt x="82296" y="374904"/>
                  </a:lnTo>
                  <a:lnTo>
                    <a:pt x="82296" y="21336"/>
                  </a:lnTo>
                  <a:close/>
                </a:path>
                <a:path w="334009" h="375285">
                  <a:moveTo>
                    <a:pt x="86868" y="10668"/>
                  </a:moveTo>
                  <a:lnTo>
                    <a:pt x="85344" y="10668"/>
                  </a:lnTo>
                  <a:lnTo>
                    <a:pt x="85344" y="374904"/>
                  </a:lnTo>
                  <a:lnTo>
                    <a:pt x="86868" y="374904"/>
                  </a:lnTo>
                  <a:lnTo>
                    <a:pt x="86868" y="10668"/>
                  </a:lnTo>
                  <a:close/>
                </a:path>
                <a:path w="334009" h="375285">
                  <a:moveTo>
                    <a:pt x="92964" y="38100"/>
                  </a:moveTo>
                  <a:lnTo>
                    <a:pt x="89916" y="38100"/>
                  </a:lnTo>
                  <a:lnTo>
                    <a:pt x="89916" y="374904"/>
                  </a:lnTo>
                  <a:lnTo>
                    <a:pt x="92964" y="374904"/>
                  </a:lnTo>
                  <a:lnTo>
                    <a:pt x="92964" y="38100"/>
                  </a:lnTo>
                  <a:close/>
                </a:path>
                <a:path w="334009" h="375285">
                  <a:moveTo>
                    <a:pt x="97536" y="260604"/>
                  </a:moveTo>
                  <a:lnTo>
                    <a:pt x="94488" y="260604"/>
                  </a:lnTo>
                  <a:lnTo>
                    <a:pt x="94488" y="374904"/>
                  </a:lnTo>
                  <a:lnTo>
                    <a:pt x="97536" y="374904"/>
                  </a:lnTo>
                  <a:lnTo>
                    <a:pt x="97536" y="260604"/>
                  </a:lnTo>
                  <a:close/>
                </a:path>
                <a:path w="334009" h="375285">
                  <a:moveTo>
                    <a:pt x="102108" y="10668"/>
                  </a:moveTo>
                  <a:lnTo>
                    <a:pt x="99060" y="10668"/>
                  </a:lnTo>
                  <a:lnTo>
                    <a:pt x="99060" y="374904"/>
                  </a:lnTo>
                  <a:lnTo>
                    <a:pt x="102108" y="374904"/>
                  </a:lnTo>
                  <a:lnTo>
                    <a:pt x="102108" y="10668"/>
                  </a:lnTo>
                  <a:close/>
                </a:path>
                <a:path w="334009" h="375285">
                  <a:moveTo>
                    <a:pt x="106680" y="7620"/>
                  </a:moveTo>
                  <a:lnTo>
                    <a:pt x="105156" y="7620"/>
                  </a:lnTo>
                  <a:lnTo>
                    <a:pt x="105156" y="374904"/>
                  </a:lnTo>
                  <a:lnTo>
                    <a:pt x="106680" y="374904"/>
                  </a:lnTo>
                  <a:lnTo>
                    <a:pt x="106680" y="7620"/>
                  </a:lnTo>
                  <a:close/>
                </a:path>
                <a:path w="334009" h="375285">
                  <a:moveTo>
                    <a:pt x="111252" y="54864"/>
                  </a:moveTo>
                  <a:lnTo>
                    <a:pt x="109728" y="54864"/>
                  </a:lnTo>
                  <a:lnTo>
                    <a:pt x="109728" y="374904"/>
                  </a:lnTo>
                  <a:lnTo>
                    <a:pt x="111252" y="374904"/>
                  </a:lnTo>
                  <a:lnTo>
                    <a:pt x="111252" y="54864"/>
                  </a:lnTo>
                  <a:close/>
                </a:path>
                <a:path w="334009" h="375285">
                  <a:moveTo>
                    <a:pt x="115824" y="260604"/>
                  </a:moveTo>
                  <a:lnTo>
                    <a:pt x="114300" y="260604"/>
                  </a:lnTo>
                  <a:lnTo>
                    <a:pt x="114300" y="374904"/>
                  </a:lnTo>
                  <a:lnTo>
                    <a:pt x="115824" y="374904"/>
                  </a:lnTo>
                  <a:lnTo>
                    <a:pt x="115824" y="260604"/>
                  </a:lnTo>
                  <a:close/>
                </a:path>
                <a:path w="334009" h="375285">
                  <a:moveTo>
                    <a:pt x="120396" y="57912"/>
                  </a:moveTo>
                  <a:lnTo>
                    <a:pt x="118872" y="57912"/>
                  </a:lnTo>
                  <a:lnTo>
                    <a:pt x="118872" y="374904"/>
                  </a:lnTo>
                  <a:lnTo>
                    <a:pt x="120396" y="374904"/>
                  </a:lnTo>
                  <a:lnTo>
                    <a:pt x="120396" y="57912"/>
                  </a:lnTo>
                  <a:close/>
                </a:path>
                <a:path w="334009" h="375285">
                  <a:moveTo>
                    <a:pt x="124968" y="35052"/>
                  </a:moveTo>
                  <a:lnTo>
                    <a:pt x="123444" y="35052"/>
                  </a:lnTo>
                  <a:lnTo>
                    <a:pt x="123444" y="374904"/>
                  </a:lnTo>
                  <a:lnTo>
                    <a:pt x="124968" y="374904"/>
                  </a:lnTo>
                  <a:lnTo>
                    <a:pt x="124968" y="35052"/>
                  </a:lnTo>
                  <a:close/>
                </a:path>
                <a:path w="334009" h="375285">
                  <a:moveTo>
                    <a:pt x="129540" y="97536"/>
                  </a:moveTo>
                  <a:lnTo>
                    <a:pt x="128016" y="97536"/>
                  </a:lnTo>
                  <a:lnTo>
                    <a:pt x="128016" y="374904"/>
                  </a:lnTo>
                  <a:lnTo>
                    <a:pt x="129540" y="374904"/>
                  </a:lnTo>
                  <a:lnTo>
                    <a:pt x="129540" y="97536"/>
                  </a:lnTo>
                  <a:close/>
                </a:path>
                <a:path w="334009" h="375285">
                  <a:moveTo>
                    <a:pt x="135636" y="10668"/>
                  </a:moveTo>
                  <a:lnTo>
                    <a:pt x="132588" y="10668"/>
                  </a:lnTo>
                  <a:lnTo>
                    <a:pt x="132588" y="374904"/>
                  </a:lnTo>
                  <a:lnTo>
                    <a:pt x="135636" y="374904"/>
                  </a:lnTo>
                  <a:lnTo>
                    <a:pt x="135636" y="10668"/>
                  </a:lnTo>
                  <a:close/>
                </a:path>
                <a:path w="334009" h="375285">
                  <a:moveTo>
                    <a:pt x="140208" y="100596"/>
                  </a:moveTo>
                  <a:lnTo>
                    <a:pt x="137160" y="100596"/>
                  </a:lnTo>
                  <a:lnTo>
                    <a:pt x="137160" y="374904"/>
                  </a:lnTo>
                  <a:lnTo>
                    <a:pt x="140208" y="374904"/>
                  </a:lnTo>
                  <a:lnTo>
                    <a:pt x="140208" y="100596"/>
                  </a:lnTo>
                  <a:close/>
                </a:path>
                <a:path w="334009" h="375285">
                  <a:moveTo>
                    <a:pt x="144780" y="45720"/>
                  </a:moveTo>
                  <a:lnTo>
                    <a:pt x="143256" y="45720"/>
                  </a:lnTo>
                  <a:lnTo>
                    <a:pt x="143256" y="374904"/>
                  </a:lnTo>
                  <a:lnTo>
                    <a:pt x="144780" y="374904"/>
                  </a:lnTo>
                  <a:lnTo>
                    <a:pt x="144780" y="45720"/>
                  </a:lnTo>
                  <a:close/>
                </a:path>
                <a:path w="334009" h="375285">
                  <a:moveTo>
                    <a:pt x="149352" y="115824"/>
                  </a:moveTo>
                  <a:lnTo>
                    <a:pt x="147828" y="115824"/>
                  </a:lnTo>
                  <a:lnTo>
                    <a:pt x="147828" y="374904"/>
                  </a:lnTo>
                  <a:lnTo>
                    <a:pt x="149352" y="374904"/>
                  </a:lnTo>
                  <a:lnTo>
                    <a:pt x="149352" y="115824"/>
                  </a:lnTo>
                  <a:close/>
                </a:path>
                <a:path w="334009" h="375285">
                  <a:moveTo>
                    <a:pt x="153924" y="60972"/>
                  </a:moveTo>
                  <a:lnTo>
                    <a:pt x="152400" y="60972"/>
                  </a:lnTo>
                  <a:lnTo>
                    <a:pt x="152400" y="374904"/>
                  </a:lnTo>
                  <a:lnTo>
                    <a:pt x="153924" y="374904"/>
                  </a:lnTo>
                  <a:lnTo>
                    <a:pt x="153924" y="60972"/>
                  </a:lnTo>
                  <a:close/>
                </a:path>
                <a:path w="334009" h="375285">
                  <a:moveTo>
                    <a:pt x="158496" y="70104"/>
                  </a:moveTo>
                  <a:lnTo>
                    <a:pt x="156972" y="70104"/>
                  </a:lnTo>
                  <a:lnTo>
                    <a:pt x="156972" y="374904"/>
                  </a:lnTo>
                  <a:lnTo>
                    <a:pt x="158496" y="374904"/>
                  </a:lnTo>
                  <a:lnTo>
                    <a:pt x="158496" y="70104"/>
                  </a:lnTo>
                  <a:close/>
                </a:path>
                <a:path w="334009" h="375285">
                  <a:moveTo>
                    <a:pt x="163068" y="54864"/>
                  </a:moveTo>
                  <a:lnTo>
                    <a:pt x="161544" y="54864"/>
                  </a:lnTo>
                  <a:lnTo>
                    <a:pt x="161544" y="374904"/>
                  </a:lnTo>
                  <a:lnTo>
                    <a:pt x="163068" y="374904"/>
                  </a:lnTo>
                  <a:lnTo>
                    <a:pt x="163068" y="54864"/>
                  </a:lnTo>
                  <a:close/>
                </a:path>
                <a:path w="334009" h="375285">
                  <a:moveTo>
                    <a:pt x="167640" y="91440"/>
                  </a:moveTo>
                  <a:lnTo>
                    <a:pt x="166116" y="91440"/>
                  </a:lnTo>
                  <a:lnTo>
                    <a:pt x="166116" y="374904"/>
                  </a:lnTo>
                  <a:lnTo>
                    <a:pt x="167640" y="374904"/>
                  </a:lnTo>
                  <a:lnTo>
                    <a:pt x="167640" y="91440"/>
                  </a:lnTo>
                  <a:close/>
                </a:path>
                <a:path w="334009" h="375285">
                  <a:moveTo>
                    <a:pt x="173736" y="33528"/>
                  </a:moveTo>
                  <a:lnTo>
                    <a:pt x="170688" y="33528"/>
                  </a:lnTo>
                  <a:lnTo>
                    <a:pt x="170688" y="374904"/>
                  </a:lnTo>
                  <a:lnTo>
                    <a:pt x="173736" y="374904"/>
                  </a:lnTo>
                  <a:lnTo>
                    <a:pt x="173736" y="33528"/>
                  </a:lnTo>
                  <a:close/>
                </a:path>
                <a:path w="334009" h="375285">
                  <a:moveTo>
                    <a:pt x="178308" y="149352"/>
                  </a:moveTo>
                  <a:lnTo>
                    <a:pt x="175260" y="149352"/>
                  </a:lnTo>
                  <a:lnTo>
                    <a:pt x="175260" y="374904"/>
                  </a:lnTo>
                  <a:lnTo>
                    <a:pt x="178308" y="374904"/>
                  </a:lnTo>
                  <a:lnTo>
                    <a:pt x="178308" y="149352"/>
                  </a:lnTo>
                  <a:close/>
                </a:path>
                <a:path w="334009" h="375285">
                  <a:moveTo>
                    <a:pt x="182880" y="33528"/>
                  </a:moveTo>
                  <a:lnTo>
                    <a:pt x="179832" y="33528"/>
                  </a:lnTo>
                  <a:lnTo>
                    <a:pt x="179832" y="374904"/>
                  </a:lnTo>
                  <a:lnTo>
                    <a:pt x="182880" y="374904"/>
                  </a:lnTo>
                  <a:lnTo>
                    <a:pt x="182880" y="33528"/>
                  </a:lnTo>
                  <a:close/>
                </a:path>
                <a:path w="334009" h="375285">
                  <a:moveTo>
                    <a:pt x="187452" y="57912"/>
                  </a:moveTo>
                  <a:lnTo>
                    <a:pt x="185928" y="57912"/>
                  </a:lnTo>
                  <a:lnTo>
                    <a:pt x="185928" y="374904"/>
                  </a:lnTo>
                  <a:lnTo>
                    <a:pt x="187452" y="374904"/>
                  </a:lnTo>
                  <a:lnTo>
                    <a:pt x="187452" y="57912"/>
                  </a:lnTo>
                  <a:close/>
                </a:path>
                <a:path w="334009" h="375285">
                  <a:moveTo>
                    <a:pt x="192024" y="70104"/>
                  </a:moveTo>
                  <a:lnTo>
                    <a:pt x="190500" y="70104"/>
                  </a:lnTo>
                  <a:lnTo>
                    <a:pt x="190500" y="374904"/>
                  </a:lnTo>
                  <a:lnTo>
                    <a:pt x="192024" y="374904"/>
                  </a:lnTo>
                  <a:lnTo>
                    <a:pt x="192024" y="70104"/>
                  </a:lnTo>
                  <a:close/>
                </a:path>
                <a:path w="334009" h="375285">
                  <a:moveTo>
                    <a:pt x="196596" y="21336"/>
                  </a:moveTo>
                  <a:lnTo>
                    <a:pt x="195072" y="21336"/>
                  </a:lnTo>
                  <a:lnTo>
                    <a:pt x="195072" y="374904"/>
                  </a:lnTo>
                  <a:lnTo>
                    <a:pt x="196596" y="374904"/>
                  </a:lnTo>
                  <a:lnTo>
                    <a:pt x="196596" y="21336"/>
                  </a:lnTo>
                  <a:close/>
                </a:path>
                <a:path w="334009" h="375285">
                  <a:moveTo>
                    <a:pt x="201168" y="21336"/>
                  </a:moveTo>
                  <a:lnTo>
                    <a:pt x="199644" y="21336"/>
                  </a:lnTo>
                  <a:lnTo>
                    <a:pt x="199644" y="374904"/>
                  </a:lnTo>
                  <a:lnTo>
                    <a:pt x="201168" y="374904"/>
                  </a:lnTo>
                  <a:lnTo>
                    <a:pt x="201168" y="21336"/>
                  </a:lnTo>
                  <a:close/>
                </a:path>
                <a:path w="334009" h="375285">
                  <a:moveTo>
                    <a:pt x="205740" y="74676"/>
                  </a:moveTo>
                  <a:lnTo>
                    <a:pt x="204216" y="74676"/>
                  </a:lnTo>
                  <a:lnTo>
                    <a:pt x="204216" y="374904"/>
                  </a:lnTo>
                  <a:lnTo>
                    <a:pt x="205740" y="374904"/>
                  </a:lnTo>
                  <a:lnTo>
                    <a:pt x="205740" y="74676"/>
                  </a:lnTo>
                  <a:close/>
                </a:path>
                <a:path w="334009" h="375285">
                  <a:moveTo>
                    <a:pt x="210312" y="3048"/>
                  </a:moveTo>
                  <a:lnTo>
                    <a:pt x="208788" y="3048"/>
                  </a:lnTo>
                  <a:lnTo>
                    <a:pt x="208788" y="374904"/>
                  </a:lnTo>
                  <a:lnTo>
                    <a:pt x="210312" y="374904"/>
                  </a:lnTo>
                  <a:lnTo>
                    <a:pt x="210312" y="3048"/>
                  </a:lnTo>
                  <a:close/>
                </a:path>
                <a:path w="334009" h="375285">
                  <a:moveTo>
                    <a:pt x="216408" y="74676"/>
                  </a:moveTo>
                  <a:lnTo>
                    <a:pt x="213360" y="74676"/>
                  </a:lnTo>
                  <a:lnTo>
                    <a:pt x="213360" y="374904"/>
                  </a:lnTo>
                  <a:lnTo>
                    <a:pt x="216408" y="374904"/>
                  </a:lnTo>
                  <a:lnTo>
                    <a:pt x="216408" y="74676"/>
                  </a:lnTo>
                  <a:close/>
                </a:path>
                <a:path w="334009" h="375285">
                  <a:moveTo>
                    <a:pt x="220980" y="260604"/>
                  </a:moveTo>
                  <a:lnTo>
                    <a:pt x="217932" y="260604"/>
                  </a:lnTo>
                  <a:lnTo>
                    <a:pt x="217932" y="374904"/>
                  </a:lnTo>
                  <a:lnTo>
                    <a:pt x="220980" y="374904"/>
                  </a:lnTo>
                  <a:lnTo>
                    <a:pt x="220980" y="260604"/>
                  </a:lnTo>
                  <a:close/>
                </a:path>
                <a:path w="334009" h="375285">
                  <a:moveTo>
                    <a:pt x="225552" y="100596"/>
                  </a:moveTo>
                  <a:lnTo>
                    <a:pt x="222504" y="100596"/>
                  </a:lnTo>
                  <a:lnTo>
                    <a:pt x="222504" y="374904"/>
                  </a:lnTo>
                  <a:lnTo>
                    <a:pt x="225552" y="374904"/>
                  </a:lnTo>
                  <a:lnTo>
                    <a:pt x="225552" y="100596"/>
                  </a:lnTo>
                  <a:close/>
                </a:path>
                <a:path w="334009" h="375285">
                  <a:moveTo>
                    <a:pt x="230124" y="124968"/>
                  </a:moveTo>
                  <a:lnTo>
                    <a:pt x="228600" y="124968"/>
                  </a:lnTo>
                  <a:lnTo>
                    <a:pt x="228600" y="374904"/>
                  </a:lnTo>
                  <a:lnTo>
                    <a:pt x="230124" y="374904"/>
                  </a:lnTo>
                  <a:lnTo>
                    <a:pt x="230124" y="124968"/>
                  </a:lnTo>
                  <a:close/>
                </a:path>
                <a:path w="334009" h="375285">
                  <a:moveTo>
                    <a:pt x="234696" y="13716"/>
                  </a:moveTo>
                  <a:lnTo>
                    <a:pt x="233172" y="13716"/>
                  </a:lnTo>
                  <a:lnTo>
                    <a:pt x="233172" y="374904"/>
                  </a:lnTo>
                  <a:lnTo>
                    <a:pt x="234696" y="374904"/>
                  </a:lnTo>
                  <a:lnTo>
                    <a:pt x="234696" y="13716"/>
                  </a:lnTo>
                  <a:close/>
                </a:path>
                <a:path w="334009" h="375285">
                  <a:moveTo>
                    <a:pt x="239268" y="94488"/>
                  </a:moveTo>
                  <a:lnTo>
                    <a:pt x="237744" y="94488"/>
                  </a:lnTo>
                  <a:lnTo>
                    <a:pt x="237744" y="374904"/>
                  </a:lnTo>
                  <a:lnTo>
                    <a:pt x="239268" y="374904"/>
                  </a:lnTo>
                  <a:lnTo>
                    <a:pt x="239268" y="94488"/>
                  </a:lnTo>
                  <a:close/>
                </a:path>
                <a:path w="334009" h="375285">
                  <a:moveTo>
                    <a:pt x="243840" y="38100"/>
                  </a:moveTo>
                  <a:lnTo>
                    <a:pt x="242316" y="38100"/>
                  </a:lnTo>
                  <a:lnTo>
                    <a:pt x="242316" y="374904"/>
                  </a:lnTo>
                  <a:lnTo>
                    <a:pt x="243840" y="374904"/>
                  </a:lnTo>
                  <a:lnTo>
                    <a:pt x="243840" y="38100"/>
                  </a:lnTo>
                  <a:close/>
                </a:path>
                <a:path w="334009" h="375285">
                  <a:moveTo>
                    <a:pt x="248412" y="28956"/>
                  </a:moveTo>
                  <a:lnTo>
                    <a:pt x="246888" y="28956"/>
                  </a:lnTo>
                  <a:lnTo>
                    <a:pt x="246888" y="374904"/>
                  </a:lnTo>
                  <a:lnTo>
                    <a:pt x="248412" y="374904"/>
                  </a:lnTo>
                  <a:lnTo>
                    <a:pt x="248412" y="28956"/>
                  </a:lnTo>
                  <a:close/>
                </a:path>
                <a:path w="334009" h="375285">
                  <a:moveTo>
                    <a:pt x="252984" y="45720"/>
                  </a:moveTo>
                  <a:lnTo>
                    <a:pt x="251460" y="45720"/>
                  </a:lnTo>
                  <a:lnTo>
                    <a:pt x="251460" y="374904"/>
                  </a:lnTo>
                  <a:lnTo>
                    <a:pt x="252984" y="374904"/>
                  </a:lnTo>
                  <a:lnTo>
                    <a:pt x="252984" y="45720"/>
                  </a:lnTo>
                  <a:close/>
                </a:path>
                <a:path w="334009" h="375285">
                  <a:moveTo>
                    <a:pt x="259080" y="108204"/>
                  </a:moveTo>
                  <a:lnTo>
                    <a:pt x="256032" y="108204"/>
                  </a:lnTo>
                  <a:lnTo>
                    <a:pt x="256032" y="374904"/>
                  </a:lnTo>
                  <a:lnTo>
                    <a:pt x="259080" y="374904"/>
                  </a:lnTo>
                  <a:lnTo>
                    <a:pt x="259080" y="108204"/>
                  </a:lnTo>
                  <a:close/>
                </a:path>
                <a:path w="334009" h="375285">
                  <a:moveTo>
                    <a:pt x="263652" y="70104"/>
                  </a:moveTo>
                  <a:lnTo>
                    <a:pt x="260604" y="70104"/>
                  </a:lnTo>
                  <a:lnTo>
                    <a:pt x="260604" y="374904"/>
                  </a:lnTo>
                  <a:lnTo>
                    <a:pt x="263652" y="374904"/>
                  </a:lnTo>
                  <a:lnTo>
                    <a:pt x="263652" y="70104"/>
                  </a:lnTo>
                  <a:close/>
                </a:path>
                <a:path w="334009" h="375285">
                  <a:moveTo>
                    <a:pt x="268224" y="260604"/>
                  </a:moveTo>
                  <a:lnTo>
                    <a:pt x="266700" y="260604"/>
                  </a:lnTo>
                  <a:lnTo>
                    <a:pt x="266700" y="374904"/>
                  </a:lnTo>
                  <a:lnTo>
                    <a:pt x="268224" y="374904"/>
                  </a:lnTo>
                  <a:lnTo>
                    <a:pt x="268224" y="260604"/>
                  </a:lnTo>
                  <a:close/>
                </a:path>
                <a:path w="334009" h="375285">
                  <a:moveTo>
                    <a:pt x="272796" y="50292"/>
                  </a:moveTo>
                  <a:lnTo>
                    <a:pt x="271272" y="50292"/>
                  </a:lnTo>
                  <a:lnTo>
                    <a:pt x="271272" y="374904"/>
                  </a:lnTo>
                  <a:lnTo>
                    <a:pt x="272796" y="374904"/>
                  </a:lnTo>
                  <a:lnTo>
                    <a:pt x="272796" y="50292"/>
                  </a:lnTo>
                  <a:close/>
                </a:path>
                <a:path w="334009" h="375285">
                  <a:moveTo>
                    <a:pt x="277368" y="33528"/>
                  </a:moveTo>
                  <a:lnTo>
                    <a:pt x="275844" y="33528"/>
                  </a:lnTo>
                  <a:lnTo>
                    <a:pt x="275844" y="374904"/>
                  </a:lnTo>
                  <a:lnTo>
                    <a:pt x="277368" y="374904"/>
                  </a:lnTo>
                  <a:lnTo>
                    <a:pt x="277368" y="33528"/>
                  </a:lnTo>
                  <a:close/>
                </a:path>
                <a:path w="334009" h="375285">
                  <a:moveTo>
                    <a:pt x="281940" y="28956"/>
                  </a:moveTo>
                  <a:lnTo>
                    <a:pt x="280416" y="28956"/>
                  </a:lnTo>
                  <a:lnTo>
                    <a:pt x="280416" y="374904"/>
                  </a:lnTo>
                  <a:lnTo>
                    <a:pt x="281940" y="374904"/>
                  </a:lnTo>
                  <a:lnTo>
                    <a:pt x="281940" y="28956"/>
                  </a:lnTo>
                  <a:close/>
                </a:path>
                <a:path w="334009" h="375285">
                  <a:moveTo>
                    <a:pt x="286512" y="21336"/>
                  </a:moveTo>
                  <a:lnTo>
                    <a:pt x="284988" y="21336"/>
                  </a:lnTo>
                  <a:lnTo>
                    <a:pt x="284988" y="374904"/>
                  </a:lnTo>
                  <a:lnTo>
                    <a:pt x="286512" y="374904"/>
                  </a:lnTo>
                  <a:lnTo>
                    <a:pt x="286512" y="21336"/>
                  </a:lnTo>
                  <a:close/>
                </a:path>
                <a:path w="334009" h="375285">
                  <a:moveTo>
                    <a:pt x="291084" y="10668"/>
                  </a:moveTo>
                  <a:lnTo>
                    <a:pt x="289560" y="10668"/>
                  </a:lnTo>
                  <a:lnTo>
                    <a:pt x="289560" y="374904"/>
                  </a:lnTo>
                  <a:lnTo>
                    <a:pt x="291084" y="374904"/>
                  </a:lnTo>
                  <a:lnTo>
                    <a:pt x="291084" y="10668"/>
                  </a:lnTo>
                  <a:close/>
                </a:path>
                <a:path w="334009" h="375285">
                  <a:moveTo>
                    <a:pt x="295656" y="13716"/>
                  </a:moveTo>
                  <a:lnTo>
                    <a:pt x="294132" y="13716"/>
                  </a:lnTo>
                  <a:lnTo>
                    <a:pt x="294132" y="374904"/>
                  </a:lnTo>
                  <a:lnTo>
                    <a:pt x="295656" y="374904"/>
                  </a:lnTo>
                  <a:lnTo>
                    <a:pt x="295656" y="13716"/>
                  </a:lnTo>
                  <a:close/>
                </a:path>
                <a:path w="334009" h="375285">
                  <a:moveTo>
                    <a:pt x="301752" y="45720"/>
                  </a:moveTo>
                  <a:lnTo>
                    <a:pt x="298704" y="45720"/>
                  </a:lnTo>
                  <a:lnTo>
                    <a:pt x="298704" y="374904"/>
                  </a:lnTo>
                  <a:lnTo>
                    <a:pt x="301752" y="374904"/>
                  </a:lnTo>
                  <a:lnTo>
                    <a:pt x="301752" y="45720"/>
                  </a:lnTo>
                  <a:close/>
                </a:path>
                <a:path w="334009" h="375285">
                  <a:moveTo>
                    <a:pt x="306324" y="13716"/>
                  </a:moveTo>
                  <a:lnTo>
                    <a:pt x="303276" y="13716"/>
                  </a:lnTo>
                  <a:lnTo>
                    <a:pt x="303276" y="374904"/>
                  </a:lnTo>
                  <a:lnTo>
                    <a:pt x="306324" y="374904"/>
                  </a:lnTo>
                  <a:lnTo>
                    <a:pt x="306324" y="13716"/>
                  </a:lnTo>
                  <a:close/>
                </a:path>
                <a:path w="334009" h="375285">
                  <a:moveTo>
                    <a:pt x="310896" y="0"/>
                  </a:moveTo>
                  <a:lnTo>
                    <a:pt x="309372" y="0"/>
                  </a:lnTo>
                  <a:lnTo>
                    <a:pt x="309372" y="374904"/>
                  </a:lnTo>
                  <a:lnTo>
                    <a:pt x="310896" y="374904"/>
                  </a:lnTo>
                  <a:lnTo>
                    <a:pt x="310896" y="0"/>
                  </a:lnTo>
                  <a:close/>
                </a:path>
                <a:path w="334009" h="375285">
                  <a:moveTo>
                    <a:pt x="315468" y="35052"/>
                  </a:moveTo>
                  <a:lnTo>
                    <a:pt x="313944" y="35052"/>
                  </a:lnTo>
                  <a:lnTo>
                    <a:pt x="313944" y="374904"/>
                  </a:lnTo>
                  <a:lnTo>
                    <a:pt x="315468" y="374904"/>
                  </a:lnTo>
                  <a:lnTo>
                    <a:pt x="315468" y="35052"/>
                  </a:lnTo>
                  <a:close/>
                </a:path>
                <a:path w="334009" h="375285">
                  <a:moveTo>
                    <a:pt x="320040" y="54864"/>
                  </a:moveTo>
                  <a:lnTo>
                    <a:pt x="318516" y="54864"/>
                  </a:lnTo>
                  <a:lnTo>
                    <a:pt x="318516" y="374904"/>
                  </a:lnTo>
                  <a:lnTo>
                    <a:pt x="320040" y="374904"/>
                  </a:lnTo>
                  <a:lnTo>
                    <a:pt x="320040" y="54864"/>
                  </a:lnTo>
                  <a:close/>
                </a:path>
                <a:path w="334009" h="375285">
                  <a:moveTo>
                    <a:pt x="324612" y="28956"/>
                  </a:moveTo>
                  <a:lnTo>
                    <a:pt x="323088" y="28956"/>
                  </a:lnTo>
                  <a:lnTo>
                    <a:pt x="323088" y="374904"/>
                  </a:lnTo>
                  <a:lnTo>
                    <a:pt x="324612" y="374904"/>
                  </a:lnTo>
                  <a:lnTo>
                    <a:pt x="324612" y="28956"/>
                  </a:lnTo>
                  <a:close/>
                </a:path>
                <a:path w="334009" h="375285">
                  <a:moveTo>
                    <a:pt x="329184" y="33528"/>
                  </a:moveTo>
                  <a:lnTo>
                    <a:pt x="327660" y="33528"/>
                  </a:lnTo>
                  <a:lnTo>
                    <a:pt x="327660" y="374904"/>
                  </a:lnTo>
                  <a:lnTo>
                    <a:pt x="329184" y="374904"/>
                  </a:lnTo>
                  <a:lnTo>
                    <a:pt x="329184" y="33528"/>
                  </a:lnTo>
                  <a:close/>
                </a:path>
                <a:path w="334009" h="375285">
                  <a:moveTo>
                    <a:pt x="333756" y="42684"/>
                  </a:moveTo>
                  <a:lnTo>
                    <a:pt x="332232" y="42684"/>
                  </a:lnTo>
                  <a:lnTo>
                    <a:pt x="332232" y="374904"/>
                  </a:lnTo>
                  <a:lnTo>
                    <a:pt x="333756" y="374904"/>
                  </a:lnTo>
                  <a:lnTo>
                    <a:pt x="333756" y="42684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173212" y="3502151"/>
              <a:ext cx="334010" cy="361315"/>
            </a:xfrm>
            <a:custGeom>
              <a:avLst/>
              <a:gdLst/>
              <a:ahLst/>
              <a:cxnLst/>
              <a:rect l="l" t="t" r="r" b="b"/>
              <a:pathLst>
                <a:path w="334009" h="361314">
                  <a:moveTo>
                    <a:pt x="1524" y="28968"/>
                  </a:moveTo>
                  <a:lnTo>
                    <a:pt x="0" y="28968"/>
                  </a:lnTo>
                  <a:lnTo>
                    <a:pt x="0" y="361188"/>
                  </a:lnTo>
                  <a:lnTo>
                    <a:pt x="1524" y="361188"/>
                  </a:lnTo>
                  <a:lnTo>
                    <a:pt x="1524" y="28968"/>
                  </a:lnTo>
                  <a:close/>
                </a:path>
                <a:path w="334009" h="361314">
                  <a:moveTo>
                    <a:pt x="7620" y="111252"/>
                  </a:moveTo>
                  <a:lnTo>
                    <a:pt x="4572" y="111252"/>
                  </a:lnTo>
                  <a:lnTo>
                    <a:pt x="4572" y="361188"/>
                  </a:lnTo>
                  <a:lnTo>
                    <a:pt x="7620" y="361188"/>
                  </a:lnTo>
                  <a:lnTo>
                    <a:pt x="7620" y="111252"/>
                  </a:lnTo>
                  <a:close/>
                </a:path>
                <a:path w="334009" h="361314">
                  <a:moveTo>
                    <a:pt x="12192" y="10668"/>
                  </a:moveTo>
                  <a:lnTo>
                    <a:pt x="9144" y="10668"/>
                  </a:lnTo>
                  <a:lnTo>
                    <a:pt x="9144" y="361188"/>
                  </a:lnTo>
                  <a:lnTo>
                    <a:pt x="12192" y="361188"/>
                  </a:lnTo>
                  <a:lnTo>
                    <a:pt x="12192" y="10668"/>
                  </a:lnTo>
                  <a:close/>
                </a:path>
                <a:path w="334009" h="361314">
                  <a:moveTo>
                    <a:pt x="16764" y="56388"/>
                  </a:moveTo>
                  <a:lnTo>
                    <a:pt x="13716" y="56388"/>
                  </a:lnTo>
                  <a:lnTo>
                    <a:pt x="13716" y="361188"/>
                  </a:lnTo>
                  <a:lnTo>
                    <a:pt x="16764" y="361188"/>
                  </a:lnTo>
                  <a:lnTo>
                    <a:pt x="16764" y="56388"/>
                  </a:lnTo>
                  <a:close/>
                </a:path>
                <a:path w="334009" h="361314">
                  <a:moveTo>
                    <a:pt x="21336" y="4572"/>
                  </a:moveTo>
                  <a:lnTo>
                    <a:pt x="19812" y="4572"/>
                  </a:lnTo>
                  <a:lnTo>
                    <a:pt x="19812" y="361188"/>
                  </a:lnTo>
                  <a:lnTo>
                    <a:pt x="21336" y="361188"/>
                  </a:lnTo>
                  <a:lnTo>
                    <a:pt x="21336" y="4572"/>
                  </a:lnTo>
                  <a:close/>
                </a:path>
                <a:path w="334009" h="361314">
                  <a:moveTo>
                    <a:pt x="25908" y="246888"/>
                  </a:moveTo>
                  <a:lnTo>
                    <a:pt x="24384" y="246888"/>
                  </a:lnTo>
                  <a:lnTo>
                    <a:pt x="24384" y="361188"/>
                  </a:lnTo>
                  <a:lnTo>
                    <a:pt x="25908" y="361188"/>
                  </a:lnTo>
                  <a:lnTo>
                    <a:pt x="25908" y="246888"/>
                  </a:lnTo>
                  <a:close/>
                </a:path>
                <a:path w="334009" h="361314">
                  <a:moveTo>
                    <a:pt x="30480" y="246888"/>
                  </a:moveTo>
                  <a:lnTo>
                    <a:pt x="28956" y="246888"/>
                  </a:lnTo>
                  <a:lnTo>
                    <a:pt x="28956" y="361188"/>
                  </a:lnTo>
                  <a:lnTo>
                    <a:pt x="30480" y="361188"/>
                  </a:lnTo>
                  <a:lnTo>
                    <a:pt x="30480" y="246888"/>
                  </a:lnTo>
                  <a:close/>
                </a:path>
                <a:path w="334009" h="361314">
                  <a:moveTo>
                    <a:pt x="35052" y="73152"/>
                  </a:moveTo>
                  <a:lnTo>
                    <a:pt x="33528" y="73152"/>
                  </a:lnTo>
                  <a:lnTo>
                    <a:pt x="33528" y="361188"/>
                  </a:lnTo>
                  <a:lnTo>
                    <a:pt x="35052" y="361188"/>
                  </a:lnTo>
                  <a:lnTo>
                    <a:pt x="35052" y="73152"/>
                  </a:lnTo>
                  <a:close/>
                </a:path>
                <a:path w="334009" h="361314">
                  <a:moveTo>
                    <a:pt x="39624" y="163068"/>
                  </a:moveTo>
                  <a:lnTo>
                    <a:pt x="38100" y="163068"/>
                  </a:lnTo>
                  <a:lnTo>
                    <a:pt x="38100" y="361188"/>
                  </a:lnTo>
                  <a:lnTo>
                    <a:pt x="39624" y="361188"/>
                  </a:lnTo>
                  <a:lnTo>
                    <a:pt x="39624" y="163068"/>
                  </a:lnTo>
                  <a:close/>
                </a:path>
                <a:path w="334009" h="361314">
                  <a:moveTo>
                    <a:pt x="44196" y="73152"/>
                  </a:moveTo>
                  <a:lnTo>
                    <a:pt x="42672" y="73152"/>
                  </a:lnTo>
                  <a:lnTo>
                    <a:pt x="42672" y="361188"/>
                  </a:lnTo>
                  <a:lnTo>
                    <a:pt x="44196" y="361188"/>
                  </a:lnTo>
                  <a:lnTo>
                    <a:pt x="44196" y="73152"/>
                  </a:lnTo>
                  <a:close/>
                </a:path>
                <a:path w="334009" h="361314">
                  <a:moveTo>
                    <a:pt x="50292" y="74676"/>
                  </a:moveTo>
                  <a:lnTo>
                    <a:pt x="47244" y="74676"/>
                  </a:lnTo>
                  <a:lnTo>
                    <a:pt x="47244" y="361188"/>
                  </a:lnTo>
                  <a:lnTo>
                    <a:pt x="50292" y="361188"/>
                  </a:lnTo>
                  <a:lnTo>
                    <a:pt x="50292" y="74676"/>
                  </a:lnTo>
                  <a:close/>
                </a:path>
                <a:path w="334009" h="361314">
                  <a:moveTo>
                    <a:pt x="54864" y="246888"/>
                  </a:moveTo>
                  <a:lnTo>
                    <a:pt x="51816" y="246888"/>
                  </a:lnTo>
                  <a:lnTo>
                    <a:pt x="51816" y="361188"/>
                  </a:lnTo>
                  <a:lnTo>
                    <a:pt x="54864" y="361188"/>
                  </a:lnTo>
                  <a:lnTo>
                    <a:pt x="54864" y="246888"/>
                  </a:lnTo>
                  <a:close/>
                </a:path>
                <a:path w="334009" h="361314">
                  <a:moveTo>
                    <a:pt x="59436" y="15240"/>
                  </a:moveTo>
                  <a:lnTo>
                    <a:pt x="57912" y="15240"/>
                  </a:lnTo>
                  <a:lnTo>
                    <a:pt x="57912" y="361188"/>
                  </a:lnTo>
                  <a:lnTo>
                    <a:pt x="59436" y="361188"/>
                  </a:lnTo>
                  <a:lnTo>
                    <a:pt x="59436" y="15240"/>
                  </a:lnTo>
                  <a:close/>
                </a:path>
                <a:path w="334009" h="361314">
                  <a:moveTo>
                    <a:pt x="64008" y="73152"/>
                  </a:moveTo>
                  <a:lnTo>
                    <a:pt x="62484" y="73152"/>
                  </a:lnTo>
                  <a:lnTo>
                    <a:pt x="62484" y="361188"/>
                  </a:lnTo>
                  <a:lnTo>
                    <a:pt x="64008" y="361188"/>
                  </a:lnTo>
                  <a:lnTo>
                    <a:pt x="64008" y="73152"/>
                  </a:lnTo>
                  <a:close/>
                </a:path>
                <a:path w="334009" h="361314">
                  <a:moveTo>
                    <a:pt x="68580" y="60960"/>
                  </a:moveTo>
                  <a:lnTo>
                    <a:pt x="67056" y="60960"/>
                  </a:lnTo>
                  <a:lnTo>
                    <a:pt x="67056" y="361188"/>
                  </a:lnTo>
                  <a:lnTo>
                    <a:pt x="68580" y="361188"/>
                  </a:lnTo>
                  <a:lnTo>
                    <a:pt x="68580" y="60960"/>
                  </a:lnTo>
                  <a:close/>
                </a:path>
                <a:path w="334009" h="361314">
                  <a:moveTo>
                    <a:pt x="73152" y="83820"/>
                  </a:moveTo>
                  <a:lnTo>
                    <a:pt x="71628" y="83820"/>
                  </a:lnTo>
                  <a:lnTo>
                    <a:pt x="71628" y="361188"/>
                  </a:lnTo>
                  <a:lnTo>
                    <a:pt x="73152" y="361188"/>
                  </a:lnTo>
                  <a:lnTo>
                    <a:pt x="73152" y="83820"/>
                  </a:lnTo>
                  <a:close/>
                </a:path>
                <a:path w="334009" h="361314">
                  <a:moveTo>
                    <a:pt x="77724" y="80772"/>
                  </a:moveTo>
                  <a:lnTo>
                    <a:pt x="76200" y="80772"/>
                  </a:lnTo>
                  <a:lnTo>
                    <a:pt x="76200" y="361188"/>
                  </a:lnTo>
                  <a:lnTo>
                    <a:pt x="77724" y="361188"/>
                  </a:lnTo>
                  <a:lnTo>
                    <a:pt x="77724" y="80772"/>
                  </a:lnTo>
                  <a:close/>
                </a:path>
                <a:path w="334009" h="361314">
                  <a:moveTo>
                    <a:pt x="82296" y="47256"/>
                  </a:moveTo>
                  <a:lnTo>
                    <a:pt x="80772" y="47256"/>
                  </a:lnTo>
                  <a:lnTo>
                    <a:pt x="80772" y="361188"/>
                  </a:lnTo>
                  <a:lnTo>
                    <a:pt x="82296" y="361188"/>
                  </a:lnTo>
                  <a:lnTo>
                    <a:pt x="82296" y="47256"/>
                  </a:lnTo>
                  <a:close/>
                </a:path>
                <a:path w="334009" h="361314">
                  <a:moveTo>
                    <a:pt x="86868" y="86880"/>
                  </a:moveTo>
                  <a:lnTo>
                    <a:pt x="85344" y="86880"/>
                  </a:lnTo>
                  <a:lnTo>
                    <a:pt x="85344" y="361188"/>
                  </a:lnTo>
                  <a:lnTo>
                    <a:pt x="86868" y="361188"/>
                  </a:lnTo>
                  <a:lnTo>
                    <a:pt x="86868" y="86880"/>
                  </a:lnTo>
                  <a:close/>
                </a:path>
                <a:path w="334009" h="361314">
                  <a:moveTo>
                    <a:pt x="92964" y="41148"/>
                  </a:moveTo>
                  <a:lnTo>
                    <a:pt x="89916" y="41148"/>
                  </a:lnTo>
                  <a:lnTo>
                    <a:pt x="89916" y="361188"/>
                  </a:lnTo>
                  <a:lnTo>
                    <a:pt x="92964" y="361188"/>
                  </a:lnTo>
                  <a:lnTo>
                    <a:pt x="92964" y="41148"/>
                  </a:lnTo>
                  <a:close/>
                </a:path>
                <a:path w="334009" h="361314">
                  <a:moveTo>
                    <a:pt x="97536" y="47256"/>
                  </a:moveTo>
                  <a:lnTo>
                    <a:pt x="94488" y="47256"/>
                  </a:lnTo>
                  <a:lnTo>
                    <a:pt x="94488" y="361188"/>
                  </a:lnTo>
                  <a:lnTo>
                    <a:pt x="97536" y="361188"/>
                  </a:lnTo>
                  <a:lnTo>
                    <a:pt x="97536" y="47256"/>
                  </a:lnTo>
                  <a:close/>
                </a:path>
                <a:path w="334009" h="361314">
                  <a:moveTo>
                    <a:pt x="102108" y="246888"/>
                  </a:moveTo>
                  <a:lnTo>
                    <a:pt x="100584" y="246888"/>
                  </a:lnTo>
                  <a:lnTo>
                    <a:pt x="100584" y="361188"/>
                  </a:lnTo>
                  <a:lnTo>
                    <a:pt x="102108" y="361188"/>
                  </a:lnTo>
                  <a:lnTo>
                    <a:pt x="102108" y="246888"/>
                  </a:lnTo>
                  <a:close/>
                </a:path>
                <a:path w="334009" h="361314">
                  <a:moveTo>
                    <a:pt x="106680" y="47256"/>
                  </a:moveTo>
                  <a:lnTo>
                    <a:pt x="105156" y="47256"/>
                  </a:lnTo>
                  <a:lnTo>
                    <a:pt x="105156" y="361188"/>
                  </a:lnTo>
                  <a:lnTo>
                    <a:pt x="106680" y="361188"/>
                  </a:lnTo>
                  <a:lnTo>
                    <a:pt x="106680" y="47256"/>
                  </a:lnTo>
                  <a:close/>
                </a:path>
                <a:path w="334009" h="361314">
                  <a:moveTo>
                    <a:pt x="111252" y="47256"/>
                  </a:moveTo>
                  <a:lnTo>
                    <a:pt x="109728" y="47256"/>
                  </a:lnTo>
                  <a:lnTo>
                    <a:pt x="109728" y="361188"/>
                  </a:lnTo>
                  <a:lnTo>
                    <a:pt x="111252" y="361188"/>
                  </a:lnTo>
                  <a:lnTo>
                    <a:pt x="111252" y="47256"/>
                  </a:lnTo>
                  <a:close/>
                </a:path>
                <a:path w="334009" h="361314">
                  <a:moveTo>
                    <a:pt x="115824" y="36576"/>
                  </a:moveTo>
                  <a:lnTo>
                    <a:pt x="114300" y="36576"/>
                  </a:lnTo>
                  <a:lnTo>
                    <a:pt x="114300" y="361188"/>
                  </a:lnTo>
                  <a:lnTo>
                    <a:pt x="115824" y="361188"/>
                  </a:lnTo>
                  <a:lnTo>
                    <a:pt x="115824" y="36576"/>
                  </a:lnTo>
                  <a:close/>
                </a:path>
                <a:path w="334009" h="361314">
                  <a:moveTo>
                    <a:pt x="120396" y="41148"/>
                  </a:moveTo>
                  <a:lnTo>
                    <a:pt x="118872" y="41148"/>
                  </a:lnTo>
                  <a:lnTo>
                    <a:pt x="118872" y="361188"/>
                  </a:lnTo>
                  <a:lnTo>
                    <a:pt x="120396" y="361188"/>
                  </a:lnTo>
                  <a:lnTo>
                    <a:pt x="120396" y="41148"/>
                  </a:lnTo>
                  <a:close/>
                </a:path>
                <a:path w="334009" h="361314">
                  <a:moveTo>
                    <a:pt x="124968" y="246888"/>
                  </a:moveTo>
                  <a:lnTo>
                    <a:pt x="123444" y="246888"/>
                  </a:lnTo>
                  <a:lnTo>
                    <a:pt x="123444" y="361188"/>
                  </a:lnTo>
                  <a:lnTo>
                    <a:pt x="124968" y="361188"/>
                  </a:lnTo>
                  <a:lnTo>
                    <a:pt x="124968" y="246888"/>
                  </a:lnTo>
                  <a:close/>
                </a:path>
                <a:path w="334009" h="361314">
                  <a:moveTo>
                    <a:pt x="131064" y="12192"/>
                  </a:moveTo>
                  <a:lnTo>
                    <a:pt x="128016" y="12192"/>
                  </a:lnTo>
                  <a:lnTo>
                    <a:pt x="128016" y="361188"/>
                  </a:lnTo>
                  <a:lnTo>
                    <a:pt x="131064" y="361188"/>
                  </a:lnTo>
                  <a:lnTo>
                    <a:pt x="131064" y="12192"/>
                  </a:lnTo>
                  <a:close/>
                </a:path>
                <a:path w="334009" h="361314">
                  <a:moveTo>
                    <a:pt x="135636" y="47256"/>
                  </a:moveTo>
                  <a:lnTo>
                    <a:pt x="132588" y="47256"/>
                  </a:lnTo>
                  <a:lnTo>
                    <a:pt x="132588" y="361188"/>
                  </a:lnTo>
                  <a:lnTo>
                    <a:pt x="135636" y="361188"/>
                  </a:lnTo>
                  <a:lnTo>
                    <a:pt x="135636" y="47256"/>
                  </a:lnTo>
                  <a:close/>
                </a:path>
                <a:path w="334009" h="361314">
                  <a:moveTo>
                    <a:pt x="140208" y="47256"/>
                  </a:moveTo>
                  <a:lnTo>
                    <a:pt x="137160" y="47256"/>
                  </a:lnTo>
                  <a:lnTo>
                    <a:pt x="137160" y="361188"/>
                  </a:lnTo>
                  <a:lnTo>
                    <a:pt x="140208" y="361188"/>
                  </a:lnTo>
                  <a:lnTo>
                    <a:pt x="140208" y="47256"/>
                  </a:lnTo>
                  <a:close/>
                </a:path>
                <a:path w="334009" h="361314">
                  <a:moveTo>
                    <a:pt x="144780" y="19812"/>
                  </a:moveTo>
                  <a:lnTo>
                    <a:pt x="143256" y="19812"/>
                  </a:lnTo>
                  <a:lnTo>
                    <a:pt x="143256" y="361188"/>
                  </a:lnTo>
                  <a:lnTo>
                    <a:pt x="144780" y="361188"/>
                  </a:lnTo>
                  <a:lnTo>
                    <a:pt x="144780" y="19812"/>
                  </a:lnTo>
                  <a:close/>
                </a:path>
                <a:path w="334009" h="361314">
                  <a:moveTo>
                    <a:pt x="149352" y="35052"/>
                  </a:moveTo>
                  <a:lnTo>
                    <a:pt x="147828" y="35052"/>
                  </a:lnTo>
                  <a:lnTo>
                    <a:pt x="147828" y="361188"/>
                  </a:lnTo>
                  <a:lnTo>
                    <a:pt x="149352" y="361188"/>
                  </a:lnTo>
                  <a:lnTo>
                    <a:pt x="149352" y="35052"/>
                  </a:lnTo>
                  <a:close/>
                </a:path>
                <a:path w="334009" h="361314">
                  <a:moveTo>
                    <a:pt x="153924" y="60960"/>
                  </a:moveTo>
                  <a:lnTo>
                    <a:pt x="152400" y="60960"/>
                  </a:lnTo>
                  <a:lnTo>
                    <a:pt x="152400" y="361188"/>
                  </a:lnTo>
                  <a:lnTo>
                    <a:pt x="153924" y="361188"/>
                  </a:lnTo>
                  <a:lnTo>
                    <a:pt x="153924" y="60960"/>
                  </a:lnTo>
                  <a:close/>
                </a:path>
                <a:path w="334009" h="361314">
                  <a:moveTo>
                    <a:pt x="158496" y="88404"/>
                  </a:moveTo>
                  <a:lnTo>
                    <a:pt x="156972" y="88404"/>
                  </a:lnTo>
                  <a:lnTo>
                    <a:pt x="156972" y="361188"/>
                  </a:lnTo>
                  <a:lnTo>
                    <a:pt x="158496" y="361188"/>
                  </a:lnTo>
                  <a:lnTo>
                    <a:pt x="158496" y="88404"/>
                  </a:lnTo>
                  <a:close/>
                </a:path>
                <a:path w="334009" h="361314">
                  <a:moveTo>
                    <a:pt x="163068" y="246888"/>
                  </a:moveTo>
                  <a:lnTo>
                    <a:pt x="161544" y="246888"/>
                  </a:lnTo>
                  <a:lnTo>
                    <a:pt x="161544" y="361188"/>
                  </a:lnTo>
                  <a:lnTo>
                    <a:pt x="163068" y="361188"/>
                  </a:lnTo>
                  <a:lnTo>
                    <a:pt x="163068" y="246888"/>
                  </a:lnTo>
                  <a:close/>
                </a:path>
                <a:path w="334009" h="361314">
                  <a:moveTo>
                    <a:pt x="167640" y="39624"/>
                  </a:moveTo>
                  <a:lnTo>
                    <a:pt x="166116" y="39624"/>
                  </a:lnTo>
                  <a:lnTo>
                    <a:pt x="166116" y="361188"/>
                  </a:lnTo>
                  <a:lnTo>
                    <a:pt x="167640" y="361188"/>
                  </a:lnTo>
                  <a:lnTo>
                    <a:pt x="167640" y="39624"/>
                  </a:lnTo>
                  <a:close/>
                </a:path>
                <a:path w="334009" h="361314">
                  <a:moveTo>
                    <a:pt x="173736" y="131064"/>
                  </a:moveTo>
                  <a:lnTo>
                    <a:pt x="170688" y="131064"/>
                  </a:lnTo>
                  <a:lnTo>
                    <a:pt x="170688" y="361188"/>
                  </a:lnTo>
                  <a:lnTo>
                    <a:pt x="173736" y="361188"/>
                  </a:lnTo>
                  <a:lnTo>
                    <a:pt x="173736" y="131064"/>
                  </a:lnTo>
                  <a:close/>
                </a:path>
                <a:path w="334009" h="361314">
                  <a:moveTo>
                    <a:pt x="178308" y="7620"/>
                  </a:moveTo>
                  <a:lnTo>
                    <a:pt x="175260" y="7620"/>
                  </a:lnTo>
                  <a:lnTo>
                    <a:pt x="175260" y="361188"/>
                  </a:lnTo>
                  <a:lnTo>
                    <a:pt x="178308" y="361188"/>
                  </a:lnTo>
                  <a:lnTo>
                    <a:pt x="178308" y="7620"/>
                  </a:lnTo>
                  <a:close/>
                </a:path>
                <a:path w="334009" h="361314">
                  <a:moveTo>
                    <a:pt x="182880" y="24384"/>
                  </a:moveTo>
                  <a:lnTo>
                    <a:pt x="181356" y="24384"/>
                  </a:lnTo>
                  <a:lnTo>
                    <a:pt x="181356" y="361188"/>
                  </a:lnTo>
                  <a:lnTo>
                    <a:pt x="182880" y="361188"/>
                  </a:lnTo>
                  <a:lnTo>
                    <a:pt x="182880" y="24384"/>
                  </a:lnTo>
                  <a:close/>
                </a:path>
                <a:path w="334009" h="361314">
                  <a:moveTo>
                    <a:pt x="187452" y="36576"/>
                  </a:moveTo>
                  <a:lnTo>
                    <a:pt x="185928" y="36576"/>
                  </a:lnTo>
                  <a:lnTo>
                    <a:pt x="185928" y="361188"/>
                  </a:lnTo>
                  <a:lnTo>
                    <a:pt x="187452" y="361188"/>
                  </a:lnTo>
                  <a:lnTo>
                    <a:pt x="187452" y="36576"/>
                  </a:lnTo>
                  <a:close/>
                </a:path>
                <a:path w="334009" h="361314">
                  <a:moveTo>
                    <a:pt x="192024" y="47256"/>
                  </a:moveTo>
                  <a:lnTo>
                    <a:pt x="190500" y="47256"/>
                  </a:lnTo>
                  <a:lnTo>
                    <a:pt x="190500" y="361188"/>
                  </a:lnTo>
                  <a:lnTo>
                    <a:pt x="192024" y="361188"/>
                  </a:lnTo>
                  <a:lnTo>
                    <a:pt x="192024" y="47256"/>
                  </a:lnTo>
                  <a:close/>
                </a:path>
                <a:path w="334009" h="361314">
                  <a:moveTo>
                    <a:pt x="196596" y="12192"/>
                  </a:moveTo>
                  <a:lnTo>
                    <a:pt x="195072" y="12192"/>
                  </a:lnTo>
                  <a:lnTo>
                    <a:pt x="195072" y="361188"/>
                  </a:lnTo>
                  <a:lnTo>
                    <a:pt x="196596" y="361188"/>
                  </a:lnTo>
                  <a:lnTo>
                    <a:pt x="196596" y="12192"/>
                  </a:lnTo>
                  <a:close/>
                </a:path>
                <a:path w="334009" h="361314">
                  <a:moveTo>
                    <a:pt x="201168" y="108204"/>
                  </a:moveTo>
                  <a:lnTo>
                    <a:pt x="199644" y="108204"/>
                  </a:lnTo>
                  <a:lnTo>
                    <a:pt x="199644" y="361188"/>
                  </a:lnTo>
                  <a:lnTo>
                    <a:pt x="201168" y="361188"/>
                  </a:lnTo>
                  <a:lnTo>
                    <a:pt x="201168" y="108204"/>
                  </a:lnTo>
                  <a:close/>
                </a:path>
                <a:path w="334009" h="361314">
                  <a:moveTo>
                    <a:pt x="205740" y="28968"/>
                  </a:moveTo>
                  <a:lnTo>
                    <a:pt x="204216" y="28968"/>
                  </a:lnTo>
                  <a:lnTo>
                    <a:pt x="204216" y="361188"/>
                  </a:lnTo>
                  <a:lnTo>
                    <a:pt x="205740" y="361188"/>
                  </a:lnTo>
                  <a:lnTo>
                    <a:pt x="205740" y="28968"/>
                  </a:lnTo>
                  <a:close/>
                </a:path>
                <a:path w="334009" h="361314">
                  <a:moveTo>
                    <a:pt x="210312" y="246888"/>
                  </a:moveTo>
                  <a:lnTo>
                    <a:pt x="208788" y="246888"/>
                  </a:lnTo>
                  <a:lnTo>
                    <a:pt x="208788" y="361188"/>
                  </a:lnTo>
                  <a:lnTo>
                    <a:pt x="210312" y="361188"/>
                  </a:lnTo>
                  <a:lnTo>
                    <a:pt x="210312" y="246888"/>
                  </a:lnTo>
                  <a:close/>
                </a:path>
                <a:path w="334009" h="361314">
                  <a:moveTo>
                    <a:pt x="216408" y="246888"/>
                  </a:moveTo>
                  <a:lnTo>
                    <a:pt x="213360" y="246888"/>
                  </a:lnTo>
                  <a:lnTo>
                    <a:pt x="213360" y="361188"/>
                  </a:lnTo>
                  <a:lnTo>
                    <a:pt x="216408" y="361188"/>
                  </a:lnTo>
                  <a:lnTo>
                    <a:pt x="216408" y="246888"/>
                  </a:lnTo>
                  <a:close/>
                </a:path>
                <a:path w="334009" h="361314">
                  <a:moveTo>
                    <a:pt x="220980" y="246888"/>
                  </a:moveTo>
                  <a:lnTo>
                    <a:pt x="217932" y="246888"/>
                  </a:lnTo>
                  <a:lnTo>
                    <a:pt x="217932" y="361188"/>
                  </a:lnTo>
                  <a:lnTo>
                    <a:pt x="220980" y="361188"/>
                  </a:lnTo>
                  <a:lnTo>
                    <a:pt x="220980" y="246888"/>
                  </a:lnTo>
                  <a:close/>
                </a:path>
                <a:path w="334009" h="361314">
                  <a:moveTo>
                    <a:pt x="225552" y="246888"/>
                  </a:moveTo>
                  <a:lnTo>
                    <a:pt x="224028" y="246888"/>
                  </a:lnTo>
                  <a:lnTo>
                    <a:pt x="224028" y="361188"/>
                  </a:lnTo>
                  <a:lnTo>
                    <a:pt x="225552" y="361188"/>
                  </a:lnTo>
                  <a:lnTo>
                    <a:pt x="225552" y="246888"/>
                  </a:lnTo>
                  <a:close/>
                </a:path>
                <a:path w="334009" h="361314">
                  <a:moveTo>
                    <a:pt x="230124" y="15240"/>
                  </a:moveTo>
                  <a:lnTo>
                    <a:pt x="228600" y="15240"/>
                  </a:lnTo>
                  <a:lnTo>
                    <a:pt x="228600" y="361188"/>
                  </a:lnTo>
                  <a:lnTo>
                    <a:pt x="230124" y="361188"/>
                  </a:lnTo>
                  <a:lnTo>
                    <a:pt x="230124" y="15240"/>
                  </a:lnTo>
                  <a:close/>
                </a:path>
                <a:path w="334009" h="361314">
                  <a:moveTo>
                    <a:pt x="234696" y="59436"/>
                  </a:moveTo>
                  <a:lnTo>
                    <a:pt x="233172" y="59436"/>
                  </a:lnTo>
                  <a:lnTo>
                    <a:pt x="233172" y="361188"/>
                  </a:lnTo>
                  <a:lnTo>
                    <a:pt x="234696" y="361188"/>
                  </a:lnTo>
                  <a:lnTo>
                    <a:pt x="234696" y="59436"/>
                  </a:lnTo>
                  <a:close/>
                </a:path>
                <a:path w="334009" h="361314">
                  <a:moveTo>
                    <a:pt x="239268" y="246888"/>
                  </a:moveTo>
                  <a:lnTo>
                    <a:pt x="237744" y="246888"/>
                  </a:lnTo>
                  <a:lnTo>
                    <a:pt x="237744" y="361188"/>
                  </a:lnTo>
                  <a:lnTo>
                    <a:pt x="239268" y="361188"/>
                  </a:lnTo>
                  <a:lnTo>
                    <a:pt x="239268" y="246888"/>
                  </a:lnTo>
                  <a:close/>
                </a:path>
                <a:path w="334009" h="361314">
                  <a:moveTo>
                    <a:pt x="243840" y="24384"/>
                  </a:moveTo>
                  <a:lnTo>
                    <a:pt x="242316" y="24384"/>
                  </a:lnTo>
                  <a:lnTo>
                    <a:pt x="242316" y="361188"/>
                  </a:lnTo>
                  <a:lnTo>
                    <a:pt x="243840" y="361188"/>
                  </a:lnTo>
                  <a:lnTo>
                    <a:pt x="243840" y="24384"/>
                  </a:lnTo>
                  <a:close/>
                </a:path>
                <a:path w="334009" h="361314">
                  <a:moveTo>
                    <a:pt x="248412" y="4572"/>
                  </a:moveTo>
                  <a:lnTo>
                    <a:pt x="246888" y="4572"/>
                  </a:lnTo>
                  <a:lnTo>
                    <a:pt x="246888" y="361188"/>
                  </a:lnTo>
                  <a:lnTo>
                    <a:pt x="248412" y="361188"/>
                  </a:lnTo>
                  <a:lnTo>
                    <a:pt x="248412" y="4572"/>
                  </a:lnTo>
                  <a:close/>
                </a:path>
                <a:path w="334009" h="361314">
                  <a:moveTo>
                    <a:pt x="254508" y="28968"/>
                  </a:moveTo>
                  <a:lnTo>
                    <a:pt x="251460" y="28968"/>
                  </a:lnTo>
                  <a:lnTo>
                    <a:pt x="251460" y="361188"/>
                  </a:lnTo>
                  <a:lnTo>
                    <a:pt x="254508" y="361188"/>
                  </a:lnTo>
                  <a:lnTo>
                    <a:pt x="254508" y="28968"/>
                  </a:lnTo>
                  <a:close/>
                </a:path>
                <a:path w="334009" h="361314">
                  <a:moveTo>
                    <a:pt x="259080" y="19812"/>
                  </a:moveTo>
                  <a:lnTo>
                    <a:pt x="256032" y="19812"/>
                  </a:lnTo>
                  <a:lnTo>
                    <a:pt x="256032" y="361188"/>
                  </a:lnTo>
                  <a:lnTo>
                    <a:pt x="259080" y="361188"/>
                  </a:lnTo>
                  <a:lnTo>
                    <a:pt x="259080" y="19812"/>
                  </a:lnTo>
                  <a:close/>
                </a:path>
                <a:path w="334009" h="361314">
                  <a:moveTo>
                    <a:pt x="263652" y="60960"/>
                  </a:moveTo>
                  <a:lnTo>
                    <a:pt x="260604" y="60960"/>
                  </a:lnTo>
                  <a:lnTo>
                    <a:pt x="260604" y="361188"/>
                  </a:lnTo>
                  <a:lnTo>
                    <a:pt x="263652" y="361188"/>
                  </a:lnTo>
                  <a:lnTo>
                    <a:pt x="263652" y="60960"/>
                  </a:lnTo>
                  <a:close/>
                </a:path>
                <a:path w="334009" h="361314">
                  <a:moveTo>
                    <a:pt x="268224" y="13716"/>
                  </a:moveTo>
                  <a:lnTo>
                    <a:pt x="266700" y="13716"/>
                  </a:lnTo>
                  <a:lnTo>
                    <a:pt x="266700" y="361188"/>
                  </a:lnTo>
                  <a:lnTo>
                    <a:pt x="268224" y="361188"/>
                  </a:lnTo>
                  <a:lnTo>
                    <a:pt x="268224" y="13716"/>
                  </a:lnTo>
                  <a:close/>
                </a:path>
                <a:path w="334009" h="361314">
                  <a:moveTo>
                    <a:pt x="272796" y="21336"/>
                  </a:moveTo>
                  <a:lnTo>
                    <a:pt x="271272" y="21336"/>
                  </a:lnTo>
                  <a:lnTo>
                    <a:pt x="271272" y="361188"/>
                  </a:lnTo>
                  <a:lnTo>
                    <a:pt x="272796" y="361188"/>
                  </a:lnTo>
                  <a:lnTo>
                    <a:pt x="272796" y="21336"/>
                  </a:lnTo>
                  <a:close/>
                </a:path>
                <a:path w="334009" h="361314">
                  <a:moveTo>
                    <a:pt x="277368" y="36576"/>
                  </a:moveTo>
                  <a:lnTo>
                    <a:pt x="275844" y="36576"/>
                  </a:lnTo>
                  <a:lnTo>
                    <a:pt x="275844" y="361188"/>
                  </a:lnTo>
                  <a:lnTo>
                    <a:pt x="277368" y="361188"/>
                  </a:lnTo>
                  <a:lnTo>
                    <a:pt x="277368" y="36576"/>
                  </a:lnTo>
                  <a:close/>
                </a:path>
                <a:path w="334009" h="361314">
                  <a:moveTo>
                    <a:pt x="281940" y="15240"/>
                  </a:moveTo>
                  <a:lnTo>
                    <a:pt x="280416" y="15240"/>
                  </a:lnTo>
                  <a:lnTo>
                    <a:pt x="280416" y="361188"/>
                  </a:lnTo>
                  <a:lnTo>
                    <a:pt x="281940" y="361188"/>
                  </a:lnTo>
                  <a:lnTo>
                    <a:pt x="281940" y="15240"/>
                  </a:lnTo>
                  <a:close/>
                </a:path>
                <a:path w="334009" h="361314">
                  <a:moveTo>
                    <a:pt x="286512" y="7620"/>
                  </a:moveTo>
                  <a:lnTo>
                    <a:pt x="284988" y="7620"/>
                  </a:lnTo>
                  <a:lnTo>
                    <a:pt x="284988" y="361188"/>
                  </a:lnTo>
                  <a:lnTo>
                    <a:pt x="286512" y="361188"/>
                  </a:lnTo>
                  <a:lnTo>
                    <a:pt x="286512" y="7620"/>
                  </a:lnTo>
                  <a:close/>
                </a:path>
                <a:path w="334009" h="361314">
                  <a:moveTo>
                    <a:pt x="291084" y="0"/>
                  </a:moveTo>
                  <a:lnTo>
                    <a:pt x="289560" y="0"/>
                  </a:lnTo>
                  <a:lnTo>
                    <a:pt x="289560" y="361188"/>
                  </a:lnTo>
                  <a:lnTo>
                    <a:pt x="291084" y="361188"/>
                  </a:lnTo>
                  <a:lnTo>
                    <a:pt x="291084" y="0"/>
                  </a:lnTo>
                  <a:close/>
                </a:path>
                <a:path w="334009" h="361314">
                  <a:moveTo>
                    <a:pt x="297180" y="15240"/>
                  </a:moveTo>
                  <a:lnTo>
                    <a:pt x="294132" y="15240"/>
                  </a:lnTo>
                  <a:lnTo>
                    <a:pt x="294132" y="361188"/>
                  </a:lnTo>
                  <a:lnTo>
                    <a:pt x="297180" y="361188"/>
                  </a:lnTo>
                  <a:lnTo>
                    <a:pt x="297180" y="15240"/>
                  </a:lnTo>
                  <a:close/>
                </a:path>
                <a:path w="334009" h="361314">
                  <a:moveTo>
                    <a:pt x="301752" y="15240"/>
                  </a:moveTo>
                  <a:lnTo>
                    <a:pt x="298704" y="15240"/>
                  </a:lnTo>
                  <a:lnTo>
                    <a:pt x="298704" y="361188"/>
                  </a:lnTo>
                  <a:lnTo>
                    <a:pt x="301752" y="361188"/>
                  </a:lnTo>
                  <a:lnTo>
                    <a:pt x="301752" y="15240"/>
                  </a:lnTo>
                  <a:close/>
                </a:path>
                <a:path w="334009" h="361314">
                  <a:moveTo>
                    <a:pt x="306324" y="246888"/>
                  </a:moveTo>
                  <a:lnTo>
                    <a:pt x="304800" y="246888"/>
                  </a:lnTo>
                  <a:lnTo>
                    <a:pt x="304800" y="361188"/>
                  </a:lnTo>
                  <a:lnTo>
                    <a:pt x="306324" y="361188"/>
                  </a:lnTo>
                  <a:lnTo>
                    <a:pt x="306324" y="246888"/>
                  </a:lnTo>
                  <a:close/>
                </a:path>
                <a:path w="334009" h="361314">
                  <a:moveTo>
                    <a:pt x="310896" y="73152"/>
                  </a:moveTo>
                  <a:lnTo>
                    <a:pt x="309372" y="73152"/>
                  </a:lnTo>
                  <a:lnTo>
                    <a:pt x="309372" y="361188"/>
                  </a:lnTo>
                  <a:lnTo>
                    <a:pt x="310896" y="361188"/>
                  </a:lnTo>
                  <a:lnTo>
                    <a:pt x="310896" y="73152"/>
                  </a:lnTo>
                  <a:close/>
                </a:path>
                <a:path w="334009" h="361314">
                  <a:moveTo>
                    <a:pt x="315468" y="41148"/>
                  </a:moveTo>
                  <a:lnTo>
                    <a:pt x="313944" y="41148"/>
                  </a:lnTo>
                  <a:lnTo>
                    <a:pt x="313944" y="361188"/>
                  </a:lnTo>
                  <a:lnTo>
                    <a:pt x="315468" y="361188"/>
                  </a:lnTo>
                  <a:lnTo>
                    <a:pt x="315468" y="41148"/>
                  </a:lnTo>
                  <a:close/>
                </a:path>
                <a:path w="334009" h="361314">
                  <a:moveTo>
                    <a:pt x="320040" y="21336"/>
                  </a:moveTo>
                  <a:lnTo>
                    <a:pt x="318516" y="21336"/>
                  </a:lnTo>
                  <a:lnTo>
                    <a:pt x="318516" y="361188"/>
                  </a:lnTo>
                  <a:lnTo>
                    <a:pt x="320040" y="361188"/>
                  </a:lnTo>
                  <a:lnTo>
                    <a:pt x="320040" y="21336"/>
                  </a:lnTo>
                  <a:close/>
                </a:path>
                <a:path w="334009" h="361314">
                  <a:moveTo>
                    <a:pt x="324612" y="4572"/>
                  </a:moveTo>
                  <a:lnTo>
                    <a:pt x="323088" y="4572"/>
                  </a:lnTo>
                  <a:lnTo>
                    <a:pt x="323088" y="361188"/>
                  </a:lnTo>
                  <a:lnTo>
                    <a:pt x="324612" y="361188"/>
                  </a:lnTo>
                  <a:lnTo>
                    <a:pt x="324612" y="4572"/>
                  </a:lnTo>
                  <a:close/>
                </a:path>
                <a:path w="334009" h="361314">
                  <a:moveTo>
                    <a:pt x="329184" y="4572"/>
                  </a:moveTo>
                  <a:lnTo>
                    <a:pt x="327660" y="4572"/>
                  </a:lnTo>
                  <a:lnTo>
                    <a:pt x="327660" y="361188"/>
                  </a:lnTo>
                  <a:lnTo>
                    <a:pt x="329184" y="361188"/>
                  </a:lnTo>
                  <a:lnTo>
                    <a:pt x="329184" y="4572"/>
                  </a:lnTo>
                  <a:close/>
                </a:path>
                <a:path w="334009" h="361314">
                  <a:moveTo>
                    <a:pt x="333756" y="12192"/>
                  </a:moveTo>
                  <a:lnTo>
                    <a:pt x="332232" y="12192"/>
                  </a:lnTo>
                  <a:lnTo>
                    <a:pt x="332232" y="361188"/>
                  </a:lnTo>
                  <a:lnTo>
                    <a:pt x="333756" y="361188"/>
                  </a:lnTo>
                  <a:lnTo>
                    <a:pt x="333756" y="12192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505444" y="3488435"/>
              <a:ext cx="335280" cy="375285"/>
            </a:xfrm>
            <a:custGeom>
              <a:avLst/>
              <a:gdLst/>
              <a:ahLst/>
              <a:cxnLst/>
              <a:rect l="l" t="t" r="r" b="b"/>
              <a:pathLst>
                <a:path w="335279" h="375285">
                  <a:moveTo>
                    <a:pt x="1524" y="25908"/>
                  </a:moveTo>
                  <a:lnTo>
                    <a:pt x="0" y="25908"/>
                  </a:lnTo>
                  <a:lnTo>
                    <a:pt x="0" y="374904"/>
                  </a:lnTo>
                  <a:lnTo>
                    <a:pt x="1524" y="374904"/>
                  </a:lnTo>
                  <a:lnTo>
                    <a:pt x="1524" y="25908"/>
                  </a:lnTo>
                  <a:close/>
                </a:path>
                <a:path w="335279" h="375285">
                  <a:moveTo>
                    <a:pt x="7620" y="28956"/>
                  </a:moveTo>
                  <a:lnTo>
                    <a:pt x="4572" y="28956"/>
                  </a:lnTo>
                  <a:lnTo>
                    <a:pt x="4572" y="374904"/>
                  </a:lnTo>
                  <a:lnTo>
                    <a:pt x="7620" y="374904"/>
                  </a:lnTo>
                  <a:lnTo>
                    <a:pt x="7620" y="28956"/>
                  </a:lnTo>
                  <a:close/>
                </a:path>
                <a:path w="335279" h="375285">
                  <a:moveTo>
                    <a:pt x="12192" y="38100"/>
                  </a:moveTo>
                  <a:lnTo>
                    <a:pt x="9144" y="38100"/>
                  </a:lnTo>
                  <a:lnTo>
                    <a:pt x="9144" y="374904"/>
                  </a:lnTo>
                  <a:lnTo>
                    <a:pt x="12192" y="374904"/>
                  </a:lnTo>
                  <a:lnTo>
                    <a:pt x="12192" y="38100"/>
                  </a:lnTo>
                  <a:close/>
                </a:path>
                <a:path w="335279" h="375285">
                  <a:moveTo>
                    <a:pt x="16764" y="74676"/>
                  </a:moveTo>
                  <a:lnTo>
                    <a:pt x="15240" y="74676"/>
                  </a:lnTo>
                  <a:lnTo>
                    <a:pt x="15240" y="374904"/>
                  </a:lnTo>
                  <a:lnTo>
                    <a:pt x="16764" y="374904"/>
                  </a:lnTo>
                  <a:lnTo>
                    <a:pt x="16764" y="74676"/>
                  </a:lnTo>
                  <a:close/>
                </a:path>
                <a:path w="335279" h="375285">
                  <a:moveTo>
                    <a:pt x="21336" y="10668"/>
                  </a:moveTo>
                  <a:lnTo>
                    <a:pt x="19812" y="10668"/>
                  </a:lnTo>
                  <a:lnTo>
                    <a:pt x="19812" y="374904"/>
                  </a:lnTo>
                  <a:lnTo>
                    <a:pt x="21336" y="374904"/>
                  </a:lnTo>
                  <a:lnTo>
                    <a:pt x="21336" y="10668"/>
                  </a:lnTo>
                  <a:close/>
                </a:path>
                <a:path w="335279" h="375285">
                  <a:moveTo>
                    <a:pt x="25908" y="25908"/>
                  </a:moveTo>
                  <a:lnTo>
                    <a:pt x="24384" y="25908"/>
                  </a:lnTo>
                  <a:lnTo>
                    <a:pt x="24384" y="374904"/>
                  </a:lnTo>
                  <a:lnTo>
                    <a:pt x="25908" y="374904"/>
                  </a:lnTo>
                  <a:lnTo>
                    <a:pt x="25908" y="25908"/>
                  </a:lnTo>
                  <a:close/>
                </a:path>
                <a:path w="335279" h="375285">
                  <a:moveTo>
                    <a:pt x="30480" y="35052"/>
                  </a:moveTo>
                  <a:lnTo>
                    <a:pt x="28956" y="35052"/>
                  </a:lnTo>
                  <a:lnTo>
                    <a:pt x="28956" y="374904"/>
                  </a:lnTo>
                  <a:lnTo>
                    <a:pt x="30480" y="374904"/>
                  </a:lnTo>
                  <a:lnTo>
                    <a:pt x="30480" y="35052"/>
                  </a:lnTo>
                  <a:close/>
                </a:path>
                <a:path w="335279" h="375285">
                  <a:moveTo>
                    <a:pt x="35052" y="42684"/>
                  </a:moveTo>
                  <a:lnTo>
                    <a:pt x="33528" y="42684"/>
                  </a:lnTo>
                  <a:lnTo>
                    <a:pt x="33528" y="374904"/>
                  </a:lnTo>
                  <a:lnTo>
                    <a:pt x="35052" y="374904"/>
                  </a:lnTo>
                  <a:lnTo>
                    <a:pt x="35052" y="42684"/>
                  </a:lnTo>
                  <a:close/>
                </a:path>
                <a:path w="335279" h="375285">
                  <a:moveTo>
                    <a:pt x="39624" y="80784"/>
                  </a:moveTo>
                  <a:lnTo>
                    <a:pt x="38100" y="80784"/>
                  </a:lnTo>
                  <a:lnTo>
                    <a:pt x="38100" y="374904"/>
                  </a:lnTo>
                  <a:lnTo>
                    <a:pt x="39624" y="374904"/>
                  </a:lnTo>
                  <a:lnTo>
                    <a:pt x="39624" y="80784"/>
                  </a:lnTo>
                  <a:close/>
                </a:path>
                <a:path w="335279" h="375285">
                  <a:moveTo>
                    <a:pt x="45720" y="13716"/>
                  </a:moveTo>
                  <a:lnTo>
                    <a:pt x="42672" y="13716"/>
                  </a:lnTo>
                  <a:lnTo>
                    <a:pt x="42672" y="374904"/>
                  </a:lnTo>
                  <a:lnTo>
                    <a:pt x="45720" y="374904"/>
                  </a:lnTo>
                  <a:lnTo>
                    <a:pt x="45720" y="13716"/>
                  </a:lnTo>
                  <a:close/>
                </a:path>
                <a:path w="335279" h="375285">
                  <a:moveTo>
                    <a:pt x="50292" y="54864"/>
                  </a:moveTo>
                  <a:lnTo>
                    <a:pt x="47244" y="54864"/>
                  </a:lnTo>
                  <a:lnTo>
                    <a:pt x="47244" y="374904"/>
                  </a:lnTo>
                  <a:lnTo>
                    <a:pt x="50292" y="374904"/>
                  </a:lnTo>
                  <a:lnTo>
                    <a:pt x="50292" y="54864"/>
                  </a:lnTo>
                  <a:close/>
                </a:path>
                <a:path w="335279" h="375285">
                  <a:moveTo>
                    <a:pt x="54864" y="38100"/>
                  </a:moveTo>
                  <a:lnTo>
                    <a:pt x="51816" y="38100"/>
                  </a:lnTo>
                  <a:lnTo>
                    <a:pt x="51816" y="374904"/>
                  </a:lnTo>
                  <a:lnTo>
                    <a:pt x="54864" y="374904"/>
                  </a:lnTo>
                  <a:lnTo>
                    <a:pt x="54864" y="38100"/>
                  </a:lnTo>
                  <a:close/>
                </a:path>
                <a:path w="335279" h="375285">
                  <a:moveTo>
                    <a:pt x="59436" y="28956"/>
                  </a:moveTo>
                  <a:lnTo>
                    <a:pt x="57912" y="28956"/>
                  </a:lnTo>
                  <a:lnTo>
                    <a:pt x="57912" y="374904"/>
                  </a:lnTo>
                  <a:lnTo>
                    <a:pt x="59436" y="374904"/>
                  </a:lnTo>
                  <a:lnTo>
                    <a:pt x="59436" y="28956"/>
                  </a:lnTo>
                  <a:close/>
                </a:path>
                <a:path w="335279" h="375285">
                  <a:moveTo>
                    <a:pt x="64008" y="25908"/>
                  </a:moveTo>
                  <a:lnTo>
                    <a:pt x="62484" y="25908"/>
                  </a:lnTo>
                  <a:lnTo>
                    <a:pt x="62484" y="374904"/>
                  </a:lnTo>
                  <a:lnTo>
                    <a:pt x="64008" y="374904"/>
                  </a:lnTo>
                  <a:lnTo>
                    <a:pt x="64008" y="25908"/>
                  </a:lnTo>
                  <a:close/>
                </a:path>
                <a:path w="335279" h="375285">
                  <a:moveTo>
                    <a:pt x="68580" y="42684"/>
                  </a:moveTo>
                  <a:lnTo>
                    <a:pt x="67056" y="42684"/>
                  </a:lnTo>
                  <a:lnTo>
                    <a:pt x="67056" y="374904"/>
                  </a:lnTo>
                  <a:lnTo>
                    <a:pt x="68580" y="374904"/>
                  </a:lnTo>
                  <a:lnTo>
                    <a:pt x="68580" y="42684"/>
                  </a:lnTo>
                  <a:close/>
                </a:path>
                <a:path w="335279" h="375285">
                  <a:moveTo>
                    <a:pt x="73152" y="7620"/>
                  </a:moveTo>
                  <a:lnTo>
                    <a:pt x="71628" y="7620"/>
                  </a:lnTo>
                  <a:lnTo>
                    <a:pt x="71628" y="374904"/>
                  </a:lnTo>
                  <a:lnTo>
                    <a:pt x="73152" y="374904"/>
                  </a:lnTo>
                  <a:lnTo>
                    <a:pt x="73152" y="7620"/>
                  </a:lnTo>
                  <a:close/>
                </a:path>
                <a:path w="335279" h="375285">
                  <a:moveTo>
                    <a:pt x="77724" y="28956"/>
                  </a:moveTo>
                  <a:lnTo>
                    <a:pt x="76200" y="28956"/>
                  </a:lnTo>
                  <a:lnTo>
                    <a:pt x="76200" y="374904"/>
                  </a:lnTo>
                  <a:lnTo>
                    <a:pt x="77724" y="374904"/>
                  </a:lnTo>
                  <a:lnTo>
                    <a:pt x="77724" y="28956"/>
                  </a:lnTo>
                  <a:close/>
                </a:path>
                <a:path w="335279" h="375285">
                  <a:moveTo>
                    <a:pt x="82296" y="42684"/>
                  </a:moveTo>
                  <a:lnTo>
                    <a:pt x="80772" y="42684"/>
                  </a:lnTo>
                  <a:lnTo>
                    <a:pt x="80772" y="374904"/>
                  </a:lnTo>
                  <a:lnTo>
                    <a:pt x="82296" y="374904"/>
                  </a:lnTo>
                  <a:lnTo>
                    <a:pt x="82296" y="42684"/>
                  </a:lnTo>
                  <a:close/>
                </a:path>
                <a:path w="335279" h="375285">
                  <a:moveTo>
                    <a:pt x="88392" y="25908"/>
                  </a:moveTo>
                  <a:lnTo>
                    <a:pt x="85344" y="25908"/>
                  </a:lnTo>
                  <a:lnTo>
                    <a:pt x="85344" y="374904"/>
                  </a:lnTo>
                  <a:lnTo>
                    <a:pt x="88392" y="374904"/>
                  </a:lnTo>
                  <a:lnTo>
                    <a:pt x="88392" y="25908"/>
                  </a:lnTo>
                  <a:close/>
                </a:path>
                <a:path w="335279" h="375285">
                  <a:moveTo>
                    <a:pt x="92964" y="56388"/>
                  </a:moveTo>
                  <a:lnTo>
                    <a:pt x="89916" y="56388"/>
                  </a:lnTo>
                  <a:lnTo>
                    <a:pt x="89916" y="374904"/>
                  </a:lnTo>
                  <a:lnTo>
                    <a:pt x="92964" y="374904"/>
                  </a:lnTo>
                  <a:lnTo>
                    <a:pt x="92964" y="56388"/>
                  </a:lnTo>
                  <a:close/>
                </a:path>
                <a:path w="335279" h="375285">
                  <a:moveTo>
                    <a:pt x="97536" y="10668"/>
                  </a:moveTo>
                  <a:lnTo>
                    <a:pt x="96012" y="10668"/>
                  </a:lnTo>
                  <a:lnTo>
                    <a:pt x="96012" y="374904"/>
                  </a:lnTo>
                  <a:lnTo>
                    <a:pt x="97536" y="374904"/>
                  </a:lnTo>
                  <a:lnTo>
                    <a:pt x="97536" y="10668"/>
                  </a:lnTo>
                  <a:close/>
                </a:path>
                <a:path w="335279" h="375285">
                  <a:moveTo>
                    <a:pt x="102108" y="25908"/>
                  </a:moveTo>
                  <a:lnTo>
                    <a:pt x="100584" y="25908"/>
                  </a:lnTo>
                  <a:lnTo>
                    <a:pt x="100584" y="374904"/>
                  </a:lnTo>
                  <a:lnTo>
                    <a:pt x="102108" y="374904"/>
                  </a:lnTo>
                  <a:lnTo>
                    <a:pt x="102108" y="25908"/>
                  </a:lnTo>
                  <a:close/>
                </a:path>
                <a:path w="335279" h="375285">
                  <a:moveTo>
                    <a:pt x="106680" y="91440"/>
                  </a:moveTo>
                  <a:lnTo>
                    <a:pt x="105156" y="91440"/>
                  </a:lnTo>
                  <a:lnTo>
                    <a:pt x="105156" y="374904"/>
                  </a:lnTo>
                  <a:lnTo>
                    <a:pt x="106680" y="374904"/>
                  </a:lnTo>
                  <a:lnTo>
                    <a:pt x="106680" y="91440"/>
                  </a:lnTo>
                  <a:close/>
                </a:path>
                <a:path w="335279" h="375285">
                  <a:moveTo>
                    <a:pt x="111252" y="54864"/>
                  </a:moveTo>
                  <a:lnTo>
                    <a:pt x="109728" y="54864"/>
                  </a:lnTo>
                  <a:lnTo>
                    <a:pt x="109728" y="374904"/>
                  </a:lnTo>
                  <a:lnTo>
                    <a:pt x="111252" y="374904"/>
                  </a:lnTo>
                  <a:lnTo>
                    <a:pt x="111252" y="54864"/>
                  </a:lnTo>
                  <a:close/>
                </a:path>
                <a:path w="335279" h="375285">
                  <a:moveTo>
                    <a:pt x="115824" y="25908"/>
                  </a:moveTo>
                  <a:lnTo>
                    <a:pt x="114300" y="25908"/>
                  </a:lnTo>
                  <a:lnTo>
                    <a:pt x="114300" y="374904"/>
                  </a:lnTo>
                  <a:lnTo>
                    <a:pt x="115824" y="374904"/>
                  </a:lnTo>
                  <a:lnTo>
                    <a:pt x="115824" y="25908"/>
                  </a:lnTo>
                  <a:close/>
                </a:path>
                <a:path w="335279" h="375285">
                  <a:moveTo>
                    <a:pt x="120396" y="59436"/>
                  </a:moveTo>
                  <a:lnTo>
                    <a:pt x="118872" y="59436"/>
                  </a:lnTo>
                  <a:lnTo>
                    <a:pt x="118872" y="374904"/>
                  </a:lnTo>
                  <a:lnTo>
                    <a:pt x="120396" y="374904"/>
                  </a:lnTo>
                  <a:lnTo>
                    <a:pt x="120396" y="59436"/>
                  </a:lnTo>
                  <a:close/>
                </a:path>
                <a:path w="335279" h="375285">
                  <a:moveTo>
                    <a:pt x="124968" y="13716"/>
                  </a:moveTo>
                  <a:lnTo>
                    <a:pt x="123444" y="13716"/>
                  </a:lnTo>
                  <a:lnTo>
                    <a:pt x="123444" y="374904"/>
                  </a:lnTo>
                  <a:lnTo>
                    <a:pt x="124968" y="374904"/>
                  </a:lnTo>
                  <a:lnTo>
                    <a:pt x="124968" y="13716"/>
                  </a:lnTo>
                  <a:close/>
                </a:path>
                <a:path w="335279" h="375285">
                  <a:moveTo>
                    <a:pt x="131064" y="86868"/>
                  </a:moveTo>
                  <a:lnTo>
                    <a:pt x="128016" y="86868"/>
                  </a:lnTo>
                  <a:lnTo>
                    <a:pt x="128016" y="374904"/>
                  </a:lnTo>
                  <a:lnTo>
                    <a:pt x="131064" y="374904"/>
                  </a:lnTo>
                  <a:lnTo>
                    <a:pt x="131064" y="86868"/>
                  </a:lnTo>
                  <a:close/>
                </a:path>
                <a:path w="335279" h="375285">
                  <a:moveTo>
                    <a:pt x="135636" y="25908"/>
                  </a:moveTo>
                  <a:lnTo>
                    <a:pt x="132588" y="25908"/>
                  </a:lnTo>
                  <a:lnTo>
                    <a:pt x="132588" y="374904"/>
                  </a:lnTo>
                  <a:lnTo>
                    <a:pt x="135636" y="374904"/>
                  </a:lnTo>
                  <a:lnTo>
                    <a:pt x="135636" y="25908"/>
                  </a:lnTo>
                  <a:close/>
                </a:path>
                <a:path w="335279" h="375285">
                  <a:moveTo>
                    <a:pt x="140208" y="54864"/>
                  </a:moveTo>
                  <a:lnTo>
                    <a:pt x="138684" y="54864"/>
                  </a:lnTo>
                  <a:lnTo>
                    <a:pt x="138684" y="374904"/>
                  </a:lnTo>
                  <a:lnTo>
                    <a:pt x="140208" y="374904"/>
                  </a:lnTo>
                  <a:lnTo>
                    <a:pt x="140208" y="54864"/>
                  </a:lnTo>
                  <a:close/>
                </a:path>
                <a:path w="335279" h="375285">
                  <a:moveTo>
                    <a:pt x="144780" y="74676"/>
                  </a:moveTo>
                  <a:lnTo>
                    <a:pt x="143256" y="74676"/>
                  </a:lnTo>
                  <a:lnTo>
                    <a:pt x="143256" y="374904"/>
                  </a:lnTo>
                  <a:lnTo>
                    <a:pt x="144780" y="374904"/>
                  </a:lnTo>
                  <a:lnTo>
                    <a:pt x="144780" y="74676"/>
                  </a:lnTo>
                  <a:close/>
                </a:path>
                <a:path w="335279" h="375285">
                  <a:moveTo>
                    <a:pt x="149352" y="45720"/>
                  </a:moveTo>
                  <a:lnTo>
                    <a:pt x="147828" y="45720"/>
                  </a:lnTo>
                  <a:lnTo>
                    <a:pt x="147828" y="374904"/>
                  </a:lnTo>
                  <a:lnTo>
                    <a:pt x="149352" y="374904"/>
                  </a:lnTo>
                  <a:lnTo>
                    <a:pt x="149352" y="45720"/>
                  </a:lnTo>
                  <a:close/>
                </a:path>
                <a:path w="335279" h="375285">
                  <a:moveTo>
                    <a:pt x="153924" y="50292"/>
                  </a:moveTo>
                  <a:lnTo>
                    <a:pt x="152400" y="50292"/>
                  </a:lnTo>
                  <a:lnTo>
                    <a:pt x="152400" y="374904"/>
                  </a:lnTo>
                  <a:lnTo>
                    <a:pt x="153924" y="374904"/>
                  </a:lnTo>
                  <a:lnTo>
                    <a:pt x="153924" y="50292"/>
                  </a:lnTo>
                  <a:close/>
                </a:path>
                <a:path w="335279" h="375285">
                  <a:moveTo>
                    <a:pt x="158496" y="54864"/>
                  </a:moveTo>
                  <a:lnTo>
                    <a:pt x="156972" y="54864"/>
                  </a:lnTo>
                  <a:lnTo>
                    <a:pt x="156972" y="374904"/>
                  </a:lnTo>
                  <a:lnTo>
                    <a:pt x="158496" y="374904"/>
                  </a:lnTo>
                  <a:lnTo>
                    <a:pt x="158496" y="54864"/>
                  </a:lnTo>
                  <a:close/>
                </a:path>
                <a:path w="335279" h="375285">
                  <a:moveTo>
                    <a:pt x="163068" y="60972"/>
                  </a:moveTo>
                  <a:lnTo>
                    <a:pt x="161544" y="60972"/>
                  </a:lnTo>
                  <a:lnTo>
                    <a:pt x="161544" y="374904"/>
                  </a:lnTo>
                  <a:lnTo>
                    <a:pt x="163068" y="374904"/>
                  </a:lnTo>
                  <a:lnTo>
                    <a:pt x="163068" y="60972"/>
                  </a:lnTo>
                  <a:close/>
                </a:path>
                <a:path w="335279" h="375285">
                  <a:moveTo>
                    <a:pt x="169164" y="103632"/>
                  </a:moveTo>
                  <a:lnTo>
                    <a:pt x="166116" y="103632"/>
                  </a:lnTo>
                  <a:lnTo>
                    <a:pt x="166116" y="374904"/>
                  </a:lnTo>
                  <a:lnTo>
                    <a:pt x="169164" y="374904"/>
                  </a:lnTo>
                  <a:lnTo>
                    <a:pt x="169164" y="103632"/>
                  </a:lnTo>
                  <a:close/>
                </a:path>
                <a:path w="335279" h="375285">
                  <a:moveTo>
                    <a:pt x="173736" y="42684"/>
                  </a:moveTo>
                  <a:lnTo>
                    <a:pt x="170688" y="42684"/>
                  </a:lnTo>
                  <a:lnTo>
                    <a:pt x="170688" y="374904"/>
                  </a:lnTo>
                  <a:lnTo>
                    <a:pt x="173736" y="374904"/>
                  </a:lnTo>
                  <a:lnTo>
                    <a:pt x="173736" y="42684"/>
                  </a:lnTo>
                  <a:close/>
                </a:path>
                <a:path w="335279" h="375285">
                  <a:moveTo>
                    <a:pt x="178308" y="28956"/>
                  </a:moveTo>
                  <a:lnTo>
                    <a:pt x="175260" y="28956"/>
                  </a:lnTo>
                  <a:lnTo>
                    <a:pt x="175260" y="374904"/>
                  </a:lnTo>
                  <a:lnTo>
                    <a:pt x="178308" y="374904"/>
                  </a:lnTo>
                  <a:lnTo>
                    <a:pt x="178308" y="28956"/>
                  </a:lnTo>
                  <a:close/>
                </a:path>
                <a:path w="335279" h="375285">
                  <a:moveTo>
                    <a:pt x="182880" y="41160"/>
                  </a:moveTo>
                  <a:lnTo>
                    <a:pt x="181356" y="41160"/>
                  </a:lnTo>
                  <a:lnTo>
                    <a:pt x="181356" y="374904"/>
                  </a:lnTo>
                  <a:lnTo>
                    <a:pt x="182880" y="374904"/>
                  </a:lnTo>
                  <a:lnTo>
                    <a:pt x="182880" y="41160"/>
                  </a:lnTo>
                  <a:close/>
                </a:path>
                <a:path w="335279" h="375285">
                  <a:moveTo>
                    <a:pt x="187452" y="13716"/>
                  </a:moveTo>
                  <a:lnTo>
                    <a:pt x="185928" y="13716"/>
                  </a:lnTo>
                  <a:lnTo>
                    <a:pt x="185928" y="374904"/>
                  </a:lnTo>
                  <a:lnTo>
                    <a:pt x="187452" y="374904"/>
                  </a:lnTo>
                  <a:lnTo>
                    <a:pt x="187452" y="13716"/>
                  </a:lnTo>
                  <a:close/>
                </a:path>
                <a:path w="335279" h="375285">
                  <a:moveTo>
                    <a:pt x="192024" y="24384"/>
                  </a:moveTo>
                  <a:lnTo>
                    <a:pt x="190500" y="24384"/>
                  </a:lnTo>
                  <a:lnTo>
                    <a:pt x="190500" y="374904"/>
                  </a:lnTo>
                  <a:lnTo>
                    <a:pt x="192024" y="374904"/>
                  </a:lnTo>
                  <a:lnTo>
                    <a:pt x="192024" y="24384"/>
                  </a:lnTo>
                  <a:close/>
                </a:path>
                <a:path w="335279" h="375285">
                  <a:moveTo>
                    <a:pt x="196596" y="33528"/>
                  </a:moveTo>
                  <a:lnTo>
                    <a:pt x="195072" y="33528"/>
                  </a:lnTo>
                  <a:lnTo>
                    <a:pt x="195072" y="374904"/>
                  </a:lnTo>
                  <a:lnTo>
                    <a:pt x="196596" y="374904"/>
                  </a:lnTo>
                  <a:lnTo>
                    <a:pt x="196596" y="33528"/>
                  </a:lnTo>
                  <a:close/>
                </a:path>
                <a:path w="335279" h="375285">
                  <a:moveTo>
                    <a:pt x="201168" y="39624"/>
                  </a:moveTo>
                  <a:lnTo>
                    <a:pt x="199644" y="39624"/>
                  </a:lnTo>
                  <a:lnTo>
                    <a:pt x="199644" y="374904"/>
                  </a:lnTo>
                  <a:lnTo>
                    <a:pt x="201168" y="374904"/>
                  </a:lnTo>
                  <a:lnTo>
                    <a:pt x="201168" y="39624"/>
                  </a:lnTo>
                  <a:close/>
                </a:path>
                <a:path w="335279" h="375285">
                  <a:moveTo>
                    <a:pt x="205740" y="18288"/>
                  </a:moveTo>
                  <a:lnTo>
                    <a:pt x="204216" y="18288"/>
                  </a:lnTo>
                  <a:lnTo>
                    <a:pt x="204216" y="374904"/>
                  </a:lnTo>
                  <a:lnTo>
                    <a:pt x="205740" y="374904"/>
                  </a:lnTo>
                  <a:lnTo>
                    <a:pt x="205740" y="18288"/>
                  </a:lnTo>
                  <a:close/>
                </a:path>
                <a:path w="335279" h="375285">
                  <a:moveTo>
                    <a:pt x="211836" y="54864"/>
                  </a:moveTo>
                  <a:lnTo>
                    <a:pt x="208788" y="54864"/>
                  </a:lnTo>
                  <a:lnTo>
                    <a:pt x="208788" y="374904"/>
                  </a:lnTo>
                  <a:lnTo>
                    <a:pt x="211836" y="374904"/>
                  </a:lnTo>
                  <a:lnTo>
                    <a:pt x="211836" y="54864"/>
                  </a:lnTo>
                  <a:close/>
                </a:path>
                <a:path w="335279" h="375285">
                  <a:moveTo>
                    <a:pt x="216408" y="10668"/>
                  </a:moveTo>
                  <a:lnTo>
                    <a:pt x="213360" y="10668"/>
                  </a:lnTo>
                  <a:lnTo>
                    <a:pt x="213360" y="374904"/>
                  </a:lnTo>
                  <a:lnTo>
                    <a:pt x="216408" y="374904"/>
                  </a:lnTo>
                  <a:lnTo>
                    <a:pt x="216408" y="10668"/>
                  </a:lnTo>
                  <a:close/>
                </a:path>
                <a:path w="335279" h="375285">
                  <a:moveTo>
                    <a:pt x="220980" y="28956"/>
                  </a:moveTo>
                  <a:lnTo>
                    <a:pt x="217932" y="28956"/>
                  </a:lnTo>
                  <a:lnTo>
                    <a:pt x="217932" y="374904"/>
                  </a:lnTo>
                  <a:lnTo>
                    <a:pt x="220980" y="374904"/>
                  </a:lnTo>
                  <a:lnTo>
                    <a:pt x="220980" y="28956"/>
                  </a:lnTo>
                  <a:close/>
                </a:path>
                <a:path w="335279" h="375285">
                  <a:moveTo>
                    <a:pt x="225552" y="0"/>
                  </a:moveTo>
                  <a:lnTo>
                    <a:pt x="224028" y="0"/>
                  </a:lnTo>
                  <a:lnTo>
                    <a:pt x="224028" y="374904"/>
                  </a:lnTo>
                  <a:lnTo>
                    <a:pt x="225552" y="374904"/>
                  </a:lnTo>
                  <a:lnTo>
                    <a:pt x="225552" y="0"/>
                  </a:lnTo>
                  <a:close/>
                </a:path>
                <a:path w="335279" h="375285">
                  <a:moveTo>
                    <a:pt x="230124" y="18288"/>
                  </a:moveTo>
                  <a:lnTo>
                    <a:pt x="228600" y="18288"/>
                  </a:lnTo>
                  <a:lnTo>
                    <a:pt x="228600" y="374904"/>
                  </a:lnTo>
                  <a:lnTo>
                    <a:pt x="230124" y="374904"/>
                  </a:lnTo>
                  <a:lnTo>
                    <a:pt x="230124" y="18288"/>
                  </a:lnTo>
                  <a:close/>
                </a:path>
                <a:path w="335279" h="375285">
                  <a:moveTo>
                    <a:pt x="234696" y="7620"/>
                  </a:moveTo>
                  <a:lnTo>
                    <a:pt x="233172" y="7620"/>
                  </a:lnTo>
                  <a:lnTo>
                    <a:pt x="233172" y="374904"/>
                  </a:lnTo>
                  <a:lnTo>
                    <a:pt x="234696" y="374904"/>
                  </a:lnTo>
                  <a:lnTo>
                    <a:pt x="234696" y="7620"/>
                  </a:lnTo>
                  <a:close/>
                </a:path>
                <a:path w="335279" h="375285">
                  <a:moveTo>
                    <a:pt x="239268" y="27432"/>
                  </a:moveTo>
                  <a:lnTo>
                    <a:pt x="237744" y="27432"/>
                  </a:lnTo>
                  <a:lnTo>
                    <a:pt x="237744" y="374904"/>
                  </a:lnTo>
                  <a:lnTo>
                    <a:pt x="239268" y="374904"/>
                  </a:lnTo>
                  <a:lnTo>
                    <a:pt x="239268" y="27432"/>
                  </a:lnTo>
                  <a:close/>
                </a:path>
                <a:path w="335279" h="375285">
                  <a:moveTo>
                    <a:pt x="243840" y="45720"/>
                  </a:moveTo>
                  <a:lnTo>
                    <a:pt x="242316" y="45720"/>
                  </a:lnTo>
                  <a:lnTo>
                    <a:pt x="242316" y="374904"/>
                  </a:lnTo>
                  <a:lnTo>
                    <a:pt x="243840" y="374904"/>
                  </a:lnTo>
                  <a:lnTo>
                    <a:pt x="243840" y="45720"/>
                  </a:lnTo>
                  <a:close/>
                </a:path>
                <a:path w="335279" h="375285">
                  <a:moveTo>
                    <a:pt x="248412" y="42684"/>
                  </a:moveTo>
                  <a:lnTo>
                    <a:pt x="246888" y="42684"/>
                  </a:lnTo>
                  <a:lnTo>
                    <a:pt x="246888" y="374904"/>
                  </a:lnTo>
                  <a:lnTo>
                    <a:pt x="248412" y="374904"/>
                  </a:lnTo>
                  <a:lnTo>
                    <a:pt x="248412" y="42684"/>
                  </a:lnTo>
                  <a:close/>
                </a:path>
                <a:path w="335279" h="375285">
                  <a:moveTo>
                    <a:pt x="254508" y="45720"/>
                  </a:moveTo>
                  <a:lnTo>
                    <a:pt x="251460" y="45720"/>
                  </a:lnTo>
                  <a:lnTo>
                    <a:pt x="251460" y="374904"/>
                  </a:lnTo>
                  <a:lnTo>
                    <a:pt x="254508" y="374904"/>
                  </a:lnTo>
                  <a:lnTo>
                    <a:pt x="254508" y="45720"/>
                  </a:lnTo>
                  <a:close/>
                </a:path>
                <a:path w="335279" h="375285">
                  <a:moveTo>
                    <a:pt x="259080" y="33528"/>
                  </a:moveTo>
                  <a:lnTo>
                    <a:pt x="256032" y="33528"/>
                  </a:lnTo>
                  <a:lnTo>
                    <a:pt x="256032" y="374904"/>
                  </a:lnTo>
                  <a:lnTo>
                    <a:pt x="259080" y="374904"/>
                  </a:lnTo>
                  <a:lnTo>
                    <a:pt x="259080" y="33528"/>
                  </a:lnTo>
                  <a:close/>
                </a:path>
                <a:path w="335279" h="375285">
                  <a:moveTo>
                    <a:pt x="263652" y="25908"/>
                  </a:moveTo>
                  <a:lnTo>
                    <a:pt x="262128" y="25908"/>
                  </a:lnTo>
                  <a:lnTo>
                    <a:pt x="262128" y="374904"/>
                  </a:lnTo>
                  <a:lnTo>
                    <a:pt x="263652" y="374904"/>
                  </a:lnTo>
                  <a:lnTo>
                    <a:pt x="263652" y="25908"/>
                  </a:lnTo>
                  <a:close/>
                </a:path>
                <a:path w="335279" h="375285">
                  <a:moveTo>
                    <a:pt x="268224" y="38100"/>
                  </a:moveTo>
                  <a:lnTo>
                    <a:pt x="266700" y="38100"/>
                  </a:lnTo>
                  <a:lnTo>
                    <a:pt x="266700" y="374904"/>
                  </a:lnTo>
                  <a:lnTo>
                    <a:pt x="268224" y="374904"/>
                  </a:lnTo>
                  <a:lnTo>
                    <a:pt x="268224" y="38100"/>
                  </a:lnTo>
                  <a:close/>
                </a:path>
                <a:path w="335279" h="375285">
                  <a:moveTo>
                    <a:pt x="272796" y="56388"/>
                  </a:moveTo>
                  <a:lnTo>
                    <a:pt x="271272" y="56388"/>
                  </a:lnTo>
                  <a:lnTo>
                    <a:pt x="271272" y="374904"/>
                  </a:lnTo>
                  <a:lnTo>
                    <a:pt x="272796" y="374904"/>
                  </a:lnTo>
                  <a:lnTo>
                    <a:pt x="272796" y="56388"/>
                  </a:lnTo>
                  <a:close/>
                </a:path>
                <a:path w="335279" h="375285">
                  <a:moveTo>
                    <a:pt x="277368" y="45720"/>
                  </a:moveTo>
                  <a:lnTo>
                    <a:pt x="275844" y="45720"/>
                  </a:lnTo>
                  <a:lnTo>
                    <a:pt x="275844" y="374904"/>
                  </a:lnTo>
                  <a:lnTo>
                    <a:pt x="277368" y="374904"/>
                  </a:lnTo>
                  <a:lnTo>
                    <a:pt x="277368" y="45720"/>
                  </a:lnTo>
                  <a:close/>
                </a:path>
                <a:path w="335279" h="375285">
                  <a:moveTo>
                    <a:pt x="281940" y="10668"/>
                  </a:moveTo>
                  <a:lnTo>
                    <a:pt x="280416" y="10668"/>
                  </a:lnTo>
                  <a:lnTo>
                    <a:pt x="280416" y="374904"/>
                  </a:lnTo>
                  <a:lnTo>
                    <a:pt x="281940" y="374904"/>
                  </a:lnTo>
                  <a:lnTo>
                    <a:pt x="281940" y="10668"/>
                  </a:lnTo>
                  <a:close/>
                </a:path>
                <a:path w="335279" h="375285">
                  <a:moveTo>
                    <a:pt x="286512" y="70104"/>
                  </a:moveTo>
                  <a:lnTo>
                    <a:pt x="284988" y="70104"/>
                  </a:lnTo>
                  <a:lnTo>
                    <a:pt x="284988" y="374904"/>
                  </a:lnTo>
                  <a:lnTo>
                    <a:pt x="286512" y="374904"/>
                  </a:lnTo>
                  <a:lnTo>
                    <a:pt x="286512" y="70104"/>
                  </a:lnTo>
                  <a:close/>
                </a:path>
                <a:path w="335279" h="375285">
                  <a:moveTo>
                    <a:pt x="292608" y="39624"/>
                  </a:moveTo>
                  <a:lnTo>
                    <a:pt x="289560" y="39624"/>
                  </a:lnTo>
                  <a:lnTo>
                    <a:pt x="289560" y="374904"/>
                  </a:lnTo>
                  <a:lnTo>
                    <a:pt x="292608" y="374904"/>
                  </a:lnTo>
                  <a:lnTo>
                    <a:pt x="292608" y="39624"/>
                  </a:lnTo>
                  <a:close/>
                </a:path>
                <a:path w="335279" h="375285">
                  <a:moveTo>
                    <a:pt x="297180" y="35052"/>
                  </a:moveTo>
                  <a:lnTo>
                    <a:pt x="294132" y="35052"/>
                  </a:lnTo>
                  <a:lnTo>
                    <a:pt x="294132" y="374904"/>
                  </a:lnTo>
                  <a:lnTo>
                    <a:pt x="297180" y="374904"/>
                  </a:lnTo>
                  <a:lnTo>
                    <a:pt x="297180" y="35052"/>
                  </a:lnTo>
                  <a:close/>
                </a:path>
                <a:path w="335279" h="375285">
                  <a:moveTo>
                    <a:pt x="301752" y="25908"/>
                  </a:moveTo>
                  <a:lnTo>
                    <a:pt x="298704" y="25908"/>
                  </a:lnTo>
                  <a:lnTo>
                    <a:pt x="298704" y="374904"/>
                  </a:lnTo>
                  <a:lnTo>
                    <a:pt x="301752" y="374904"/>
                  </a:lnTo>
                  <a:lnTo>
                    <a:pt x="301752" y="25908"/>
                  </a:lnTo>
                  <a:close/>
                </a:path>
                <a:path w="335279" h="375285">
                  <a:moveTo>
                    <a:pt x="306324" y="50292"/>
                  </a:moveTo>
                  <a:lnTo>
                    <a:pt x="304800" y="50292"/>
                  </a:lnTo>
                  <a:lnTo>
                    <a:pt x="304800" y="374904"/>
                  </a:lnTo>
                  <a:lnTo>
                    <a:pt x="306324" y="374904"/>
                  </a:lnTo>
                  <a:lnTo>
                    <a:pt x="306324" y="50292"/>
                  </a:lnTo>
                  <a:close/>
                </a:path>
                <a:path w="335279" h="375285">
                  <a:moveTo>
                    <a:pt x="310896" y="260604"/>
                  </a:moveTo>
                  <a:lnTo>
                    <a:pt x="309372" y="260604"/>
                  </a:lnTo>
                  <a:lnTo>
                    <a:pt x="309372" y="374904"/>
                  </a:lnTo>
                  <a:lnTo>
                    <a:pt x="310896" y="374904"/>
                  </a:lnTo>
                  <a:lnTo>
                    <a:pt x="310896" y="260604"/>
                  </a:lnTo>
                  <a:close/>
                </a:path>
                <a:path w="335279" h="375285">
                  <a:moveTo>
                    <a:pt x="315468" y="54864"/>
                  </a:moveTo>
                  <a:lnTo>
                    <a:pt x="313944" y="54864"/>
                  </a:lnTo>
                  <a:lnTo>
                    <a:pt x="313944" y="374904"/>
                  </a:lnTo>
                  <a:lnTo>
                    <a:pt x="315468" y="374904"/>
                  </a:lnTo>
                  <a:lnTo>
                    <a:pt x="315468" y="54864"/>
                  </a:lnTo>
                  <a:close/>
                </a:path>
                <a:path w="335279" h="375285">
                  <a:moveTo>
                    <a:pt x="320040" y="45720"/>
                  </a:moveTo>
                  <a:lnTo>
                    <a:pt x="318516" y="45720"/>
                  </a:lnTo>
                  <a:lnTo>
                    <a:pt x="318516" y="374904"/>
                  </a:lnTo>
                  <a:lnTo>
                    <a:pt x="320040" y="374904"/>
                  </a:lnTo>
                  <a:lnTo>
                    <a:pt x="320040" y="45720"/>
                  </a:lnTo>
                  <a:close/>
                </a:path>
                <a:path w="335279" h="375285">
                  <a:moveTo>
                    <a:pt x="324612" y="28956"/>
                  </a:moveTo>
                  <a:lnTo>
                    <a:pt x="323088" y="28956"/>
                  </a:lnTo>
                  <a:lnTo>
                    <a:pt x="323088" y="374904"/>
                  </a:lnTo>
                  <a:lnTo>
                    <a:pt x="324612" y="374904"/>
                  </a:lnTo>
                  <a:lnTo>
                    <a:pt x="324612" y="28956"/>
                  </a:lnTo>
                  <a:close/>
                </a:path>
                <a:path w="335279" h="375285">
                  <a:moveTo>
                    <a:pt x="329184" y="50292"/>
                  </a:moveTo>
                  <a:lnTo>
                    <a:pt x="327660" y="50292"/>
                  </a:lnTo>
                  <a:lnTo>
                    <a:pt x="327660" y="374904"/>
                  </a:lnTo>
                  <a:lnTo>
                    <a:pt x="329184" y="374904"/>
                  </a:lnTo>
                  <a:lnTo>
                    <a:pt x="329184" y="50292"/>
                  </a:lnTo>
                  <a:close/>
                </a:path>
                <a:path w="335279" h="375285">
                  <a:moveTo>
                    <a:pt x="335280" y="42684"/>
                  </a:moveTo>
                  <a:lnTo>
                    <a:pt x="332232" y="42684"/>
                  </a:lnTo>
                  <a:lnTo>
                    <a:pt x="332232" y="374904"/>
                  </a:lnTo>
                  <a:lnTo>
                    <a:pt x="335280" y="374904"/>
                  </a:lnTo>
                  <a:lnTo>
                    <a:pt x="335280" y="42684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837676" y="3488435"/>
              <a:ext cx="335280" cy="375285"/>
            </a:xfrm>
            <a:custGeom>
              <a:avLst/>
              <a:gdLst/>
              <a:ahLst/>
              <a:cxnLst/>
              <a:rect l="l" t="t" r="r" b="b"/>
              <a:pathLst>
                <a:path w="335279" h="375285">
                  <a:moveTo>
                    <a:pt x="3048" y="42684"/>
                  </a:moveTo>
                  <a:lnTo>
                    <a:pt x="0" y="42684"/>
                  </a:lnTo>
                  <a:lnTo>
                    <a:pt x="0" y="374904"/>
                  </a:lnTo>
                  <a:lnTo>
                    <a:pt x="3048" y="374904"/>
                  </a:lnTo>
                  <a:lnTo>
                    <a:pt x="3048" y="42684"/>
                  </a:lnTo>
                  <a:close/>
                </a:path>
                <a:path w="335279" h="375285">
                  <a:moveTo>
                    <a:pt x="7620" y="79260"/>
                  </a:moveTo>
                  <a:lnTo>
                    <a:pt x="4572" y="79260"/>
                  </a:lnTo>
                  <a:lnTo>
                    <a:pt x="4572" y="374904"/>
                  </a:lnTo>
                  <a:lnTo>
                    <a:pt x="7620" y="374904"/>
                  </a:lnTo>
                  <a:lnTo>
                    <a:pt x="7620" y="79260"/>
                  </a:lnTo>
                  <a:close/>
                </a:path>
                <a:path w="335279" h="375285">
                  <a:moveTo>
                    <a:pt x="12192" y="42684"/>
                  </a:moveTo>
                  <a:lnTo>
                    <a:pt x="9144" y="42684"/>
                  </a:lnTo>
                  <a:lnTo>
                    <a:pt x="9144" y="374904"/>
                  </a:lnTo>
                  <a:lnTo>
                    <a:pt x="12192" y="374904"/>
                  </a:lnTo>
                  <a:lnTo>
                    <a:pt x="12192" y="42684"/>
                  </a:lnTo>
                  <a:close/>
                </a:path>
                <a:path w="335279" h="375285">
                  <a:moveTo>
                    <a:pt x="16764" y="50292"/>
                  </a:moveTo>
                  <a:lnTo>
                    <a:pt x="15240" y="50292"/>
                  </a:lnTo>
                  <a:lnTo>
                    <a:pt x="15240" y="374904"/>
                  </a:lnTo>
                  <a:lnTo>
                    <a:pt x="16764" y="374904"/>
                  </a:lnTo>
                  <a:lnTo>
                    <a:pt x="16764" y="50292"/>
                  </a:lnTo>
                  <a:close/>
                </a:path>
                <a:path w="335279" h="375285">
                  <a:moveTo>
                    <a:pt x="21336" y="25908"/>
                  </a:moveTo>
                  <a:lnTo>
                    <a:pt x="19812" y="25908"/>
                  </a:lnTo>
                  <a:lnTo>
                    <a:pt x="19812" y="374904"/>
                  </a:lnTo>
                  <a:lnTo>
                    <a:pt x="21336" y="374904"/>
                  </a:lnTo>
                  <a:lnTo>
                    <a:pt x="21336" y="25908"/>
                  </a:lnTo>
                  <a:close/>
                </a:path>
                <a:path w="335279" h="375285">
                  <a:moveTo>
                    <a:pt x="25908" y="13716"/>
                  </a:moveTo>
                  <a:lnTo>
                    <a:pt x="24384" y="13716"/>
                  </a:lnTo>
                  <a:lnTo>
                    <a:pt x="24384" y="374904"/>
                  </a:lnTo>
                  <a:lnTo>
                    <a:pt x="25908" y="374904"/>
                  </a:lnTo>
                  <a:lnTo>
                    <a:pt x="25908" y="13716"/>
                  </a:lnTo>
                  <a:close/>
                </a:path>
                <a:path w="335279" h="375285">
                  <a:moveTo>
                    <a:pt x="30480" y="33528"/>
                  </a:moveTo>
                  <a:lnTo>
                    <a:pt x="28956" y="33528"/>
                  </a:lnTo>
                  <a:lnTo>
                    <a:pt x="28956" y="374904"/>
                  </a:lnTo>
                  <a:lnTo>
                    <a:pt x="30480" y="374904"/>
                  </a:lnTo>
                  <a:lnTo>
                    <a:pt x="30480" y="33528"/>
                  </a:lnTo>
                  <a:close/>
                </a:path>
                <a:path w="335279" h="375285">
                  <a:moveTo>
                    <a:pt x="35052" y="33528"/>
                  </a:moveTo>
                  <a:lnTo>
                    <a:pt x="33528" y="33528"/>
                  </a:lnTo>
                  <a:lnTo>
                    <a:pt x="33528" y="374904"/>
                  </a:lnTo>
                  <a:lnTo>
                    <a:pt x="35052" y="374904"/>
                  </a:lnTo>
                  <a:lnTo>
                    <a:pt x="35052" y="33528"/>
                  </a:lnTo>
                  <a:close/>
                </a:path>
                <a:path w="335279" h="375285">
                  <a:moveTo>
                    <a:pt x="39624" y="45720"/>
                  </a:moveTo>
                  <a:lnTo>
                    <a:pt x="38100" y="45720"/>
                  </a:lnTo>
                  <a:lnTo>
                    <a:pt x="38100" y="374904"/>
                  </a:lnTo>
                  <a:lnTo>
                    <a:pt x="39624" y="374904"/>
                  </a:lnTo>
                  <a:lnTo>
                    <a:pt x="39624" y="45720"/>
                  </a:lnTo>
                  <a:close/>
                </a:path>
                <a:path w="335279" h="375285">
                  <a:moveTo>
                    <a:pt x="45720" y="45720"/>
                  </a:moveTo>
                  <a:lnTo>
                    <a:pt x="42672" y="45720"/>
                  </a:lnTo>
                  <a:lnTo>
                    <a:pt x="42672" y="374904"/>
                  </a:lnTo>
                  <a:lnTo>
                    <a:pt x="45720" y="374904"/>
                  </a:lnTo>
                  <a:lnTo>
                    <a:pt x="45720" y="45720"/>
                  </a:lnTo>
                  <a:close/>
                </a:path>
                <a:path w="335279" h="375285">
                  <a:moveTo>
                    <a:pt x="50292" y="65532"/>
                  </a:moveTo>
                  <a:lnTo>
                    <a:pt x="47244" y="65532"/>
                  </a:lnTo>
                  <a:lnTo>
                    <a:pt x="47244" y="374904"/>
                  </a:lnTo>
                  <a:lnTo>
                    <a:pt x="50292" y="374904"/>
                  </a:lnTo>
                  <a:lnTo>
                    <a:pt x="50292" y="65532"/>
                  </a:lnTo>
                  <a:close/>
                </a:path>
                <a:path w="335279" h="375285">
                  <a:moveTo>
                    <a:pt x="54864" y="25908"/>
                  </a:moveTo>
                  <a:lnTo>
                    <a:pt x="53340" y="25908"/>
                  </a:lnTo>
                  <a:lnTo>
                    <a:pt x="53340" y="374904"/>
                  </a:lnTo>
                  <a:lnTo>
                    <a:pt x="54864" y="374904"/>
                  </a:lnTo>
                  <a:lnTo>
                    <a:pt x="54864" y="25908"/>
                  </a:lnTo>
                  <a:close/>
                </a:path>
                <a:path w="335279" h="375285">
                  <a:moveTo>
                    <a:pt x="59436" y="83820"/>
                  </a:moveTo>
                  <a:lnTo>
                    <a:pt x="57912" y="83820"/>
                  </a:lnTo>
                  <a:lnTo>
                    <a:pt x="57912" y="374904"/>
                  </a:lnTo>
                  <a:lnTo>
                    <a:pt x="59436" y="374904"/>
                  </a:lnTo>
                  <a:lnTo>
                    <a:pt x="59436" y="83820"/>
                  </a:lnTo>
                  <a:close/>
                </a:path>
                <a:path w="335279" h="375285">
                  <a:moveTo>
                    <a:pt x="64008" y="65532"/>
                  </a:moveTo>
                  <a:lnTo>
                    <a:pt x="62484" y="65532"/>
                  </a:lnTo>
                  <a:lnTo>
                    <a:pt x="62484" y="374904"/>
                  </a:lnTo>
                  <a:lnTo>
                    <a:pt x="64008" y="374904"/>
                  </a:lnTo>
                  <a:lnTo>
                    <a:pt x="64008" y="65532"/>
                  </a:lnTo>
                  <a:close/>
                </a:path>
                <a:path w="335279" h="375285">
                  <a:moveTo>
                    <a:pt x="68580" y="33528"/>
                  </a:moveTo>
                  <a:lnTo>
                    <a:pt x="67056" y="33528"/>
                  </a:lnTo>
                  <a:lnTo>
                    <a:pt x="67056" y="374904"/>
                  </a:lnTo>
                  <a:lnTo>
                    <a:pt x="68580" y="374904"/>
                  </a:lnTo>
                  <a:lnTo>
                    <a:pt x="68580" y="33528"/>
                  </a:lnTo>
                  <a:close/>
                </a:path>
                <a:path w="335279" h="375285">
                  <a:moveTo>
                    <a:pt x="73152" y="128016"/>
                  </a:moveTo>
                  <a:lnTo>
                    <a:pt x="71628" y="128016"/>
                  </a:lnTo>
                  <a:lnTo>
                    <a:pt x="71628" y="374904"/>
                  </a:lnTo>
                  <a:lnTo>
                    <a:pt x="73152" y="374904"/>
                  </a:lnTo>
                  <a:lnTo>
                    <a:pt x="73152" y="128016"/>
                  </a:lnTo>
                  <a:close/>
                </a:path>
                <a:path w="335279" h="375285">
                  <a:moveTo>
                    <a:pt x="77724" y="62496"/>
                  </a:moveTo>
                  <a:lnTo>
                    <a:pt x="76200" y="62496"/>
                  </a:lnTo>
                  <a:lnTo>
                    <a:pt x="76200" y="374904"/>
                  </a:lnTo>
                  <a:lnTo>
                    <a:pt x="77724" y="374904"/>
                  </a:lnTo>
                  <a:lnTo>
                    <a:pt x="77724" y="62496"/>
                  </a:lnTo>
                  <a:close/>
                </a:path>
                <a:path w="335279" h="375285">
                  <a:moveTo>
                    <a:pt x="83820" y="25908"/>
                  </a:moveTo>
                  <a:lnTo>
                    <a:pt x="80772" y="25908"/>
                  </a:lnTo>
                  <a:lnTo>
                    <a:pt x="80772" y="374904"/>
                  </a:lnTo>
                  <a:lnTo>
                    <a:pt x="83820" y="374904"/>
                  </a:lnTo>
                  <a:lnTo>
                    <a:pt x="83820" y="25908"/>
                  </a:lnTo>
                  <a:close/>
                </a:path>
                <a:path w="335279" h="375285">
                  <a:moveTo>
                    <a:pt x="88392" y="54864"/>
                  </a:moveTo>
                  <a:lnTo>
                    <a:pt x="85344" y="54864"/>
                  </a:lnTo>
                  <a:lnTo>
                    <a:pt x="85344" y="374904"/>
                  </a:lnTo>
                  <a:lnTo>
                    <a:pt x="88392" y="374904"/>
                  </a:lnTo>
                  <a:lnTo>
                    <a:pt x="88392" y="54864"/>
                  </a:lnTo>
                  <a:close/>
                </a:path>
                <a:path w="335279" h="375285">
                  <a:moveTo>
                    <a:pt x="92964" y="25908"/>
                  </a:moveTo>
                  <a:lnTo>
                    <a:pt x="89916" y="25908"/>
                  </a:lnTo>
                  <a:lnTo>
                    <a:pt x="89916" y="374904"/>
                  </a:lnTo>
                  <a:lnTo>
                    <a:pt x="92964" y="374904"/>
                  </a:lnTo>
                  <a:lnTo>
                    <a:pt x="92964" y="25908"/>
                  </a:lnTo>
                  <a:close/>
                </a:path>
                <a:path w="335279" h="375285">
                  <a:moveTo>
                    <a:pt x="97536" y="21336"/>
                  </a:moveTo>
                  <a:lnTo>
                    <a:pt x="96012" y="21336"/>
                  </a:lnTo>
                  <a:lnTo>
                    <a:pt x="96012" y="374904"/>
                  </a:lnTo>
                  <a:lnTo>
                    <a:pt x="97536" y="374904"/>
                  </a:lnTo>
                  <a:lnTo>
                    <a:pt x="97536" y="21336"/>
                  </a:lnTo>
                  <a:close/>
                </a:path>
                <a:path w="335279" h="375285">
                  <a:moveTo>
                    <a:pt x="102108" y="7620"/>
                  </a:moveTo>
                  <a:lnTo>
                    <a:pt x="100584" y="7620"/>
                  </a:lnTo>
                  <a:lnTo>
                    <a:pt x="100584" y="374904"/>
                  </a:lnTo>
                  <a:lnTo>
                    <a:pt x="102108" y="374904"/>
                  </a:lnTo>
                  <a:lnTo>
                    <a:pt x="102108" y="7620"/>
                  </a:lnTo>
                  <a:close/>
                </a:path>
                <a:path w="335279" h="375285">
                  <a:moveTo>
                    <a:pt x="106680" y="38100"/>
                  </a:moveTo>
                  <a:lnTo>
                    <a:pt x="105156" y="38100"/>
                  </a:lnTo>
                  <a:lnTo>
                    <a:pt x="105156" y="374904"/>
                  </a:lnTo>
                  <a:lnTo>
                    <a:pt x="106680" y="374904"/>
                  </a:lnTo>
                  <a:lnTo>
                    <a:pt x="106680" y="38100"/>
                  </a:lnTo>
                  <a:close/>
                </a:path>
                <a:path w="335279" h="375285">
                  <a:moveTo>
                    <a:pt x="111252" y="9144"/>
                  </a:moveTo>
                  <a:lnTo>
                    <a:pt x="109728" y="9144"/>
                  </a:lnTo>
                  <a:lnTo>
                    <a:pt x="109728" y="374904"/>
                  </a:lnTo>
                  <a:lnTo>
                    <a:pt x="111252" y="374904"/>
                  </a:lnTo>
                  <a:lnTo>
                    <a:pt x="111252" y="9144"/>
                  </a:lnTo>
                  <a:close/>
                </a:path>
                <a:path w="335279" h="375285">
                  <a:moveTo>
                    <a:pt x="115824" y="45720"/>
                  </a:moveTo>
                  <a:lnTo>
                    <a:pt x="114300" y="45720"/>
                  </a:lnTo>
                  <a:lnTo>
                    <a:pt x="114300" y="374904"/>
                  </a:lnTo>
                  <a:lnTo>
                    <a:pt x="115824" y="374904"/>
                  </a:lnTo>
                  <a:lnTo>
                    <a:pt x="115824" y="45720"/>
                  </a:lnTo>
                  <a:close/>
                </a:path>
                <a:path w="335279" h="375285">
                  <a:moveTo>
                    <a:pt x="120396" y="45720"/>
                  </a:moveTo>
                  <a:lnTo>
                    <a:pt x="118872" y="45720"/>
                  </a:lnTo>
                  <a:lnTo>
                    <a:pt x="118872" y="374904"/>
                  </a:lnTo>
                  <a:lnTo>
                    <a:pt x="120396" y="374904"/>
                  </a:lnTo>
                  <a:lnTo>
                    <a:pt x="120396" y="45720"/>
                  </a:lnTo>
                  <a:close/>
                </a:path>
                <a:path w="335279" h="375285">
                  <a:moveTo>
                    <a:pt x="126492" y="45720"/>
                  </a:moveTo>
                  <a:lnTo>
                    <a:pt x="123444" y="45720"/>
                  </a:lnTo>
                  <a:lnTo>
                    <a:pt x="123444" y="374904"/>
                  </a:lnTo>
                  <a:lnTo>
                    <a:pt x="126492" y="374904"/>
                  </a:lnTo>
                  <a:lnTo>
                    <a:pt x="126492" y="45720"/>
                  </a:lnTo>
                  <a:close/>
                </a:path>
                <a:path w="335279" h="375285">
                  <a:moveTo>
                    <a:pt x="131064" y="42684"/>
                  </a:moveTo>
                  <a:lnTo>
                    <a:pt x="128016" y="42684"/>
                  </a:lnTo>
                  <a:lnTo>
                    <a:pt x="128016" y="374904"/>
                  </a:lnTo>
                  <a:lnTo>
                    <a:pt x="131064" y="374904"/>
                  </a:lnTo>
                  <a:lnTo>
                    <a:pt x="131064" y="42684"/>
                  </a:lnTo>
                  <a:close/>
                </a:path>
                <a:path w="335279" h="375285">
                  <a:moveTo>
                    <a:pt x="135636" y="10668"/>
                  </a:moveTo>
                  <a:lnTo>
                    <a:pt x="132588" y="10668"/>
                  </a:lnTo>
                  <a:lnTo>
                    <a:pt x="132588" y="374904"/>
                  </a:lnTo>
                  <a:lnTo>
                    <a:pt x="135636" y="374904"/>
                  </a:lnTo>
                  <a:lnTo>
                    <a:pt x="135636" y="10668"/>
                  </a:lnTo>
                  <a:close/>
                </a:path>
                <a:path w="335279" h="375285">
                  <a:moveTo>
                    <a:pt x="140208" y="0"/>
                  </a:moveTo>
                  <a:lnTo>
                    <a:pt x="138684" y="0"/>
                  </a:lnTo>
                  <a:lnTo>
                    <a:pt x="138684" y="374904"/>
                  </a:lnTo>
                  <a:lnTo>
                    <a:pt x="140208" y="374904"/>
                  </a:lnTo>
                  <a:lnTo>
                    <a:pt x="140208" y="0"/>
                  </a:lnTo>
                  <a:close/>
                </a:path>
                <a:path w="335279" h="375285">
                  <a:moveTo>
                    <a:pt x="144780" y="45720"/>
                  </a:moveTo>
                  <a:lnTo>
                    <a:pt x="143256" y="45720"/>
                  </a:lnTo>
                  <a:lnTo>
                    <a:pt x="143256" y="374904"/>
                  </a:lnTo>
                  <a:lnTo>
                    <a:pt x="144780" y="374904"/>
                  </a:lnTo>
                  <a:lnTo>
                    <a:pt x="144780" y="45720"/>
                  </a:lnTo>
                  <a:close/>
                </a:path>
                <a:path w="335279" h="375285">
                  <a:moveTo>
                    <a:pt x="149352" y="54864"/>
                  </a:moveTo>
                  <a:lnTo>
                    <a:pt x="147828" y="54864"/>
                  </a:lnTo>
                  <a:lnTo>
                    <a:pt x="147828" y="374904"/>
                  </a:lnTo>
                  <a:lnTo>
                    <a:pt x="149352" y="374904"/>
                  </a:lnTo>
                  <a:lnTo>
                    <a:pt x="149352" y="54864"/>
                  </a:lnTo>
                  <a:close/>
                </a:path>
                <a:path w="335279" h="375285">
                  <a:moveTo>
                    <a:pt x="153924" y="111252"/>
                  </a:moveTo>
                  <a:lnTo>
                    <a:pt x="152400" y="111252"/>
                  </a:lnTo>
                  <a:lnTo>
                    <a:pt x="152400" y="374904"/>
                  </a:lnTo>
                  <a:lnTo>
                    <a:pt x="153924" y="374904"/>
                  </a:lnTo>
                  <a:lnTo>
                    <a:pt x="153924" y="111252"/>
                  </a:lnTo>
                  <a:close/>
                </a:path>
                <a:path w="335279" h="375285">
                  <a:moveTo>
                    <a:pt x="158496" y="0"/>
                  </a:moveTo>
                  <a:lnTo>
                    <a:pt x="156972" y="0"/>
                  </a:lnTo>
                  <a:lnTo>
                    <a:pt x="156972" y="374904"/>
                  </a:lnTo>
                  <a:lnTo>
                    <a:pt x="158496" y="374904"/>
                  </a:lnTo>
                  <a:lnTo>
                    <a:pt x="158496" y="0"/>
                  </a:lnTo>
                  <a:close/>
                </a:path>
                <a:path w="335279" h="375285">
                  <a:moveTo>
                    <a:pt x="163068" y="25908"/>
                  </a:moveTo>
                  <a:lnTo>
                    <a:pt x="161544" y="25908"/>
                  </a:lnTo>
                  <a:lnTo>
                    <a:pt x="161544" y="374904"/>
                  </a:lnTo>
                  <a:lnTo>
                    <a:pt x="163068" y="374904"/>
                  </a:lnTo>
                  <a:lnTo>
                    <a:pt x="163068" y="25908"/>
                  </a:lnTo>
                  <a:close/>
                </a:path>
                <a:path w="335279" h="375285">
                  <a:moveTo>
                    <a:pt x="169164" y="39624"/>
                  </a:moveTo>
                  <a:lnTo>
                    <a:pt x="166116" y="39624"/>
                  </a:lnTo>
                  <a:lnTo>
                    <a:pt x="166116" y="374904"/>
                  </a:lnTo>
                  <a:lnTo>
                    <a:pt x="169164" y="374904"/>
                  </a:lnTo>
                  <a:lnTo>
                    <a:pt x="169164" y="39624"/>
                  </a:lnTo>
                  <a:close/>
                </a:path>
                <a:path w="335279" h="375285">
                  <a:moveTo>
                    <a:pt x="173736" y="45720"/>
                  </a:moveTo>
                  <a:lnTo>
                    <a:pt x="170688" y="45720"/>
                  </a:lnTo>
                  <a:lnTo>
                    <a:pt x="170688" y="374904"/>
                  </a:lnTo>
                  <a:lnTo>
                    <a:pt x="173736" y="374904"/>
                  </a:lnTo>
                  <a:lnTo>
                    <a:pt x="173736" y="45720"/>
                  </a:lnTo>
                  <a:close/>
                </a:path>
                <a:path w="335279" h="375285">
                  <a:moveTo>
                    <a:pt x="178308" y="0"/>
                  </a:moveTo>
                  <a:lnTo>
                    <a:pt x="176784" y="0"/>
                  </a:lnTo>
                  <a:lnTo>
                    <a:pt x="176784" y="374904"/>
                  </a:lnTo>
                  <a:lnTo>
                    <a:pt x="178308" y="374904"/>
                  </a:lnTo>
                  <a:lnTo>
                    <a:pt x="178308" y="0"/>
                  </a:lnTo>
                  <a:close/>
                </a:path>
                <a:path w="335279" h="375285">
                  <a:moveTo>
                    <a:pt x="182880" y="10668"/>
                  </a:moveTo>
                  <a:lnTo>
                    <a:pt x="181356" y="10668"/>
                  </a:lnTo>
                  <a:lnTo>
                    <a:pt x="181356" y="374904"/>
                  </a:lnTo>
                  <a:lnTo>
                    <a:pt x="182880" y="374904"/>
                  </a:lnTo>
                  <a:lnTo>
                    <a:pt x="182880" y="10668"/>
                  </a:lnTo>
                  <a:close/>
                </a:path>
                <a:path w="335279" h="375285">
                  <a:moveTo>
                    <a:pt x="187452" y="42684"/>
                  </a:moveTo>
                  <a:lnTo>
                    <a:pt x="185928" y="42684"/>
                  </a:lnTo>
                  <a:lnTo>
                    <a:pt x="185928" y="374904"/>
                  </a:lnTo>
                  <a:lnTo>
                    <a:pt x="187452" y="374904"/>
                  </a:lnTo>
                  <a:lnTo>
                    <a:pt x="187452" y="42684"/>
                  </a:lnTo>
                  <a:close/>
                </a:path>
                <a:path w="335279" h="375285">
                  <a:moveTo>
                    <a:pt x="192024" y="7620"/>
                  </a:moveTo>
                  <a:lnTo>
                    <a:pt x="190500" y="7620"/>
                  </a:lnTo>
                  <a:lnTo>
                    <a:pt x="190500" y="374904"/>
                  </a:lnTo>
                  <a:lnTo>
                    <a:pt x="192024" y="374904"/>
                  </a:lnTo>
                  <a:lnTo>
                    <a:pt x="192024" y="7620"/>
                  </a:lnTo>
                  <a:close/>
                </a:path>
                <a:path w="335279" h="375285">
                  <a:moveTo>
                    <a:pt x="196596" y="30480"/>
                  </a:moveTo>
                  <a:lnTo>
                    <a:pt x="195072" y="30480"/>
                  </a:lnTo>
                  <a:lnTo>
                    <a:pt x="195072" y="374904"/>
                  </a:lnTo>
                  <a:lnTo>
                    <a:pt x="196596" y="374904"/>
                  </a:lnTo>
                  <a:lnTo>
                    <a:pt x="196596" y="30480"/>
                  </a:lnTo>
                  <a:close/>
                </a:path>
                <a:path w="335279" h="375285">
                  <a:moveTo>
                    <a:pt x="201168" y="33528"/>
                  </a:moveTo>
                  <a:lnTo>
                    <a:pt x="199644" y="33528"/>
                  </a:lnTo>
                  <a:lnTo>
                    <a:pt x="199644" y="374904"/>
                  </a:lnTo>
                  <a:lnTo>
                    <a:pt x="201168" y="374904"/>
                  </a:lnTo>
                  <a:lnTo>
                    <a:pt x="201168" y="33528"/>
                  </a:lnTo>
                  <a:close/>
                </a:path>
                <a:path w="335279" h="375285">
                  <a:moveTo>
                    <a:pt x="205740" y="18288"/>
                  </a:moveTo>
                  <a:lnTo>
                    <a:pt x="204216" y="18288"/>
                  </a:lnTo>
                  <a:lnTo>
                    <a:pt x="204216" y="374904"/>
                  </a:lnTo>
                  <a:lnTo>
                    <a:pt x="205740" y="374904"/>
                  </a:lnTo>
                  <a:lnTo>
                    <a:pt x="205740" y="18288"/>
                  </a:lnTo>
                  <a:close/>
                </a:path>
                <a:path w="335279" h="375285">
                  <a:moveTo>
                    <a:pt x="211836" y="25908"/>
                  </a:moveTo>
                  <a:lnTo>
                    <a:pt x="208788" y="25908"/>
                  </a:lnTo>
                  <a:lnTo>
                    <a:pt x="208788" y="374904"/>
                  </a:lnTo>
                  <a:lnTo>
                    <a:pt x="211836" y="374904"/>
                  </a:lnTo>
                  <a:lnTo>
                    <a:pt x="211836" y="25908"/>
                  </a:lnTo>
                  <a:close/>
                </a:path>
                <a:path w="335279" h="375285">
                  <a:moveTo>
                    <a:pt x="216408" y="33528"/>
                  </a:moveTo>
                  <a:lnTo>
                    <a:pt x="213360" y="33528"/>
                  </a:lnTo>
                  <a:lnTo>
                    <a:pt x="213360" y="374904"/>
                  </a:lnTo>
                  <a:lnTo>
                    <a:pt x="216408" y="374904"/>
                  </a:lnTo>
                  <a:lnTo>
                    <a:pt x="216408" y="33528"/>
                  </a:lnTo>
                  <a:close/>
                </a:path>
                <a:path w="335279" h="375285">
                  <a:moveTo>
                    <a:pt x="220980" y="60972"/>
                  </a:moveTo>
                  <a:lnTo>
                    <a:pt x="219456" y="60972"/>
                  </a:lnTo>
                  <a:lnTo>
                    <a:pt x="219456" y="374904"/>
                  </a:lnTo>
                  <a:lnTo>
                    <a:pt x="220980" y="374904"/>
                  </a:lnTo>
                  <a:lnTo>
                    <a:pt x="220980" y="60972"/>
                  </a:lnTo>
                  <a:close/>
                </a:path>
                <a:path w="335279" h="375285">
                  <a:moveTo>
                    <a:pt x="225552" y="21336"/>
                  </a:moveTo>
                  <a:lnTo>
                    <a:pt x="224028" y="21336"/>
                  </a:lnTo>
                  <a:lnTo>
                    <a:pt x="224028" y="374904"/>
                  </a:lnTo>
                  <a:lnTo>
                    <a:pt x="225552" y="374904"/>
                  </a:lnTo>
                  <a:lnTo>
                    <a:pt x="225552" y="21336"/>
                  </a:lnTo>
                  <a:close/>
                </a:path>
                <a:path w="335279" h="375285">
                  <a:moveTo>
                    <a:pt x="230124" y="32004"/>
                  </a:moveTo>
                  <a:lnTo>
                    <a:pt x="228600" y="32004"/>
                  </a:lnTo>
                  <a:lnTo>
                    <a:pt x="228600" y="374904"/>
                  </a:lnTo>
                  <a:lnTo>
                    <a:pt x="230124" y="374904"/>
                  </a:lnTo>
                  <a:lnTo>
                    <a:pt x="230124" y="32004"/>
                  </a:lnTo>
                  <a:close/>
                </a:path>
                <a:path w="335279" h="375285">
                  <a:moveTo>
                    <a:pt x="234696" y="41160"/>
                  </a:moveTo>
                  <a:lnTo>
                    <a:pt x="233172" y="41160"/>
                  </a:lnTo>
                  <a:lnTo>
                    <a:pt x="233172" y="374904"/>
                  </a:lnTo>
                  <a:lnTo>
                    <a:pt x="234696" y="374904"/>
                  </a:lnTo>
                  <a:lnTo>
                    <a:pt x="234696" y="41160"/>
                  </a:lnTo>
                  <a:close/>
                </a:path>
                <a:path w="335279" h="375285">
                  <a:moveTo>
                    <a:pt x="239268" y="41160"/>
                  </a:moveTo>
                  <a:lnTo>
                    <a:pt x="237744" y="41160"/>
                  </a:lnTo>
                  <a:lnTo>
                    <a:pt x="237744" y="374904"/>
                  </a:lnTo>
                  <a:lnTo>
                    <a:pt x="239268" y="374904"/>
                  </a:lnTo>
                  <a:lnTo>
                    <a:pt x="239268" y="41160"/>
                  </a:lnTo>
                  <a:close/>
                </a:path>
                <a:path w="335279" h="375285">
                  <a:moveTo>
                    <a:pt x="243840" y="35052"/>
                  </a:moveTo>
                  <a:lnTo>
                    <a:pt x="242316" y="35052"/>
                  </a:lnTo>
                  <a:lnTo>
                    <a:pt x="242316" y="374904"/>
                  </a:lnTo>
                  <a:lnTo>
                    <a:pt x="243840" y="374904"/>
                  </a:lnTo>
                  <a:lnTo>
                    <a:pt x="243840" y="35052"/>
                  </a:lnTo>
                  <a:close/>
                </a:path>
                <a:path w="335279" h="375285">
                  <a:moveTo>
                    <a:pt x="249936" y="65532"/>
                  </a:moveTo>
                  <a:lnTo>
                    <a:pt x="246888" y="65532"/>
                  </a:lnTo>
                  <a:lnTo>
                    <a:pt x="246888" y="374904"/>
                  </a:lnTo>
                  <a:lnTo>
                    <a:pt x="249936" y="374904"/>
                  </a:lnTo>
                  <a:lnTo>
                    <a:pt x="249936" y="65532"/>
                  </a:lnTo>
                  <a:close/>
                </a:path>
                <a:path w="335279" h="375285">
                  <a:moveTo>
                    <a:pt x="254508" y="0"/>
                  </a:moveTo>
                  <a:lnTo>
                    <a:pt x="251460" y="0"/>
                  </a:lnTo>
                  <a:lnTo>
                    <a:pt x="251460" y="374904"/>
                  </a:lnTo>
                  <a:lnTo>
                    <a:pt x="254508" y="374904"/>
                  </a:lnTo>
                  <a:lnTo>
                    <a:pt x="254508" y="0"/>
                  </a:lnTo>
                  <a:close/>
                </a:path>
                <a:path w="335279" h="375285">
                  <a:moveTo>
                    <a:pt x="259080" y="39624"/>
                  </a:moveTo>
                  <a:lnTo>
                    <a:pt x="256032" y="39624"/>
                  </a:lnTo>
                  <a:lnTo>
                    <a:pt x="256032" y="374904"/>
                  </a:lnTo>
                  <a:lnTo>
                    <a:pt x="259080" y="374904"/>
                  </a:lnTo>
                  <a:lnTo>
                    <a:pt x="259080" y="39624"/>
                  </a:lnTo>
                  <a:close/>
                </a:path>
                <a:path w="335279" h="375285">
                  <a:moveTo>
                    <a:pt x="263652" y="42684"/>
                  </a:moveTo>
                  <a:lnTo>
                    <a:pt x="262128" y="42684"/>
                  </a:lnTo>
                  <a:lnTo>
                    <a:pt x="262128" y="374904"/>
                  </a:lnTo>
                  <a:lnTo>
                    <a:pt x="263652" y="374904"/>
                  </a:lnTo>
                  <a:lnTo>
                    <a:pt x="263652" y="42684"/>
                  </a:lnTo>
                  <a:close/>
                </a:path>
                <a:path w="335279" h="375285">
                  <a:moveTo>
                    <a:pt x="268224" y="45720"/>
                  </a:moveTo>
                  <a:lnTo>
                    <a:pt x="266700" y="45720"/>
                  </a:lnTo>
                  <a:lnTo>
                    <a:pt x="266700" y="374904"/>
                  </a:lnTo>
                  <a:lnTo>
                    <a:pt x="268224" y="374904"/>
                  </a:lnTo>
                  <a:lnTo>
                    <a:pt x="268224" y="45720"/>
                  </a:lnTo>
                  <a:close/>
                </a:path>
                <a:path w="335279" h="375285">
                  <a:moveTo>
                    <a:pt x="272796" y="260604"/>
                  </a:moveTo>
                  <a:lnTo>
                    <a:pt x="271272" y="260604"/>
                  </a:lnTo>
                  <a:lnTo>
                    <a:pt x="271272" y="374904"/>
                  </a:lnTo>
                  <a:lnTo>
                    <a:pt x="272796" y="374904"/>
                  </a:lnTo>
                  <a:lnTo>
                    <a:pt x="272796" y="260604"/>
                  </a:lnTo>
                  <a:close/>
                </a:path>
                <a:path w="335279" h="375285">
                  <a:moveTo>
                    <a:pt x="277368" y="24384"/>
                  </a:moveTo>
                  <a:lnTo>
                    <a:pt x="275844" y="24384"/>
                  </a:lnTo>
                  <a:lnTo>
                    <a:pt x="275844" y="374904"/>
                  </a:lnTo>
                  <a:lnTo>
                    <a:pt x="277368" y="374904"/>
                  </a:lnTo>
                  <a:lnTo>
                    <a:pt x="277368" y="24384"/>
                  </a:lnTo>
                  <a:close/>
                </a:path>
                <a:path w="335279" h="375285">
                  <a:moveTo>
                    <a:pt x="281940" y="42684"/>
                  </a:moveTo>
                  <a:lnTo>
                    <a:pt x="280416" y="42684"/>
                  </a:lnTo>
                  <a:lnTo>
                    <a:pt x="280416" y="374904"/>
                  </a:lnTo>
                  <a:lnTo>
                    <a:pt x="281940" y="374904"/>
                  </a:lnTo>
                  <a:lnTo>
                    <a:pt x="281940" y="42684"/>
                  </a:lnTo>
                  <a:close/>
                </a:path>
                <a:path w="335279" h="375285">
                  <a:moveTo>
                    <a:pt x="286512" y="65532"/>
                  </a:moveTo>
                  <a:lnTo>
                    <a:pt x="284988" y="65532"/>
                  </a:lnTo>
                  <a:lnTo>
                    <a:pt x="284988" y="374904"/>
                  </a:lnTo>
                  <a:lnTo>
                    <a:pt x="286512" y="374904"/>
                  </a:lnTo>
                  <a:lnTo>
                    <a:pt x="286512" y="65532"/>
                  </a:lnTo>
                  <a:close/>
                </a:path>
                <a:path w="335279" h="375285">
                  <a:moveTo>
                    <a:pt x="292608" y="13716"/>
                  </a:moveTo>
                  <a:lnTo>
                    <a:pt x="289560" y="13716"/>
                  </a:lnTo>
                  <a:lnTo>
                    <a:pt x="289560" y="374904"/>
                  </a:lnTo>
                  <a:lnTo>
                    <a:pt x="292608" y="374904"/>
                  </a:lnTo>
                  <a:lnTo>
                    <a:pt x="292608" y="13716"/>
                  </a:lnTo>
                  <a:close/>
                </a:path>
                <a:path w="335279" h="375285">
                  <a:moveTo>
                    <a:pt x="297180" y="10668"/>
                  </a:moveTo>
                  <a:lnTo>
                    <a:pt x="294132" y="10668"/>
                  </a:lnTo>
                  <a:lnTo>
                    <a:pt x="294132" y="374904"/>
                  </a:lnTo>
                  <a:lnTo>
                    <a:pt x="297180" y="374904"/>
                  </a:lnTo>
                  <a:lnTo>
                    <a:pt x="297180" y="10668"/>
                  </a:lnTo>
                  <a:close/>
                </a:path>
                <a:path w="335279" h="375285">
                  <a:moveTo>
                    <a:pt x="301752" y="10668"/>
                  </a:moveTo>
                  <a:lnTo>
                    <a:pt x="300228" y="10668"/>
                  </a:lnTo>
                  <a:lnTo>
                    <a:pt x="300228" y="374904"/>
                  </a:lnTo>
                  <a:lnTo>
                    <a:pt x="301752" y="374904"/>
                  </a:lnTo>
                  <a:lnTo>
                    <a:pt x="301752" y="10668"/>
                  </a:lnTo>
                  <a:close/>
                </a:path>
                <a:path w="335279" h="375285">
                  <a:moveTo>
                    <a:pt x="306324" y="44208"/>
                  </a:moveTo>
                  <a:lnTo>
                    <a:pt x="304800" y="44208"/>
                  </a:lnTo>
                  <a:lnTo>
                    <a:pt x="304800" y="374904"/>
                  </a:lnTo>
                  <a:lnTo>
                    <a:pt x="306324" y="374904"/>
                  </a:lnTo>
                  <a:lnTo>
                    <a:pt x="306324" y="44208"/>
                  </a:lnTo>
                  <a:close/>
                </a:path>
                <a:path w="335279" h="375285">
                  <a:moveTo>
                    <a:pt x="310896" y="25908"/>
                  </a:moveTo>
                  <a:lnTo>
                    <a:pt x="309372" y="25908"/>
                  </a:lnTo>
                  <a:lnTo>
                    <a:pt x="309372" y="374904"/>
                  </a:lnTo>
                  <a:lnTo>
                    <a:pt x="310896" y="374904"/>
                  </a:lnTo>
                  <a:lnTo>
                    <a:pt x="310896" y="25908"/>
                  </a:lnTo>
                  <a:close/>
                </a:path>
                <a:path w="335279" h="375285">
                  <a:moveTo>
                    <a:pt x="315468" y="7620"/>
                  </a:moveTo>
                  <a:lnTo>
                    <a:pt x="313944" y="7620"/>
                  </a:lnTo>
                  <a:lnTo>
                    <a:pt x="313944" y="374904"/>
                  </a:lnTo>
                  <a:lnTo>
                    <a:pt x="315468" y="374904"/>
                  </a:lnTo>
                  <a:lnTo>
                    <a:pt x="315468" y="7620"/>
                  </a:lnTo>
                  <a:close/>
                </a:path>
                <a:path w="335279" h="375285">
                  <a:moveTo>
                    <a:pt x="320040" y="260604"/>
                  </a:moveTo>
                  <a:lnTo>
                    <a:pt x="318516" y="260604"/>
                  </a:lnTo>
                  <a:lnTo>
                    <a:pt x="318516" y="374904"/>
                  </a:lnTo>
                  <a:lnTo>
                    <a:pt x="320040" y="374904"/>
                  </a:lnTo>
                  <a:lnTo>
                    <a:pt x="320040" y="260604"/>
                  </a:lnTo>
                  <a:close/>
                </a:path>
                <a:path w="335279" h="375285">
                  <a:moveTo>
                    <a:pt x="324612" y="260604"/>
                  </a:moveTo>
                  <a:lnTo>
                    <a:pt x="323088" y="260604"/>
                  </a:lnTo>
                  <a:lnTo>
                    <a:pt x="323088" y="374904"/>
                  </a:lnTo>
                  <a:lnTo>
                    <a:pt x="324612" y="374904"/>
                  </a:lnTo>
                  <a:lnTo>
                    <a:pt x="324612" y="260604"/>
                  </a:lnTo>
                  <a:close/>
                </a:path>
                <a:path w="335279" h="375285">
                  <a:moveTo>
                    <a:pt x="329184" y="260604"/>
                  </a:moveTo>
                  <a:lnTo>
                    <a:pt x="327660" y="260604"/>
                  </a:lnTo>
                  <a:lnTo>
                    <a:pt x="327660" y="374904"/>
                  </a:lnTo>
                  <a:lnTo>
                    <a:pt x="329184" y="374904"/>
                  </a:lnTo>
                  <a:lnTo>
                    <a:pt x="329184" y="260604"/>
                  </a:lnTo>
                  <a:close/>
                </a:path>
                <a:path w="335279" h="375285">
                  <a:moveTo>
                    <a:pt x="335280" y="196596"/>
                  </a:moveTo>
                  <a:lnTo>
                    <a:pt x="332232" y="196596"/>
                  </a:lnTo>
                  <a:lnTo>
                    <a:pt x="332232" y="374904"/>
                  </a:lnTo>
                  <a:lnTo>
                    <a:pt x="335280" y="374904"/>
                  </a:lnTo>
                  <a:lnTo>
                    <a:pt x="335280" y="196596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169908" y="3685032"/>
              <a:ext cx="3175" cy="178435"/>
            </a:xfrm>
            <a:custGeom>
              <a:avLst/>
              <a:gdLst/>
              <a:ahLst/>
              <a:cxnLst/>
              <a:rect l="l" t="t" r="r" b="b"/>
              <a:pathLst>
                <a:path w="3175" h="178435">
                  <a:moveTo>
                    <a:pt x="3048" y="0"/>
                  </a:moveTo>
                  <a:lnTo>
                    <a:pt x="0" y="0"/>
                  </a:lnTo>
                  <a:lnTo>
                    <a:pt x="0" y="178307"/>
                  </a:lnTo>
                  <a:lnTo>
                    <a:pt x="3048" y="17830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31876" y="1709927"/>
              <a:ext cx="334010" cy="2153920"/>
            </a:xfrm>
            <a:custGeom>
              <a:avLst/>
              <a:gdLst/>
              <a:ahLst/>
              <a:cxnLst/>
              <a:rect l="l" t="t" r="r" b="b"/>
              <a:pathLst>
                <a:path w="334009" h="2153920">
                  <a:moveTo>
                    <a:pt x="1524" y="1275588"/>
                  </a:moveTo>
                  <a:lnTo>
                    <a:pt x="0" y="1275588"/>
                  </a:lnTo>
                  <a:lnTo>
                    <a:pt x="0" y="2153412"/>
                  </a:lnTo>
                  <a:lnTo>
                    <a:pt x="1524" y="2153412"/>
                  </a:lnTo>
                  <a:lnTo>
                    <a:pt x="1524" y="1275588"/>
                  </a:lnTo>
                  <a:close/>
                </a:path>
                <a:path w="334009" h="2153920">
                  <a:moveTo>
                    <a:pt x="6096" y="1217676"/>
                  </a:moveTo>
                  <a:lnTo>
                    <a:pt x="4572" y="1217676"/>
                  </a:lnTo>
                  <a:lnTo>
                    <a:pt x="4572" y="2153412"/>
                  </a:lnTo>
                  <a:lnTo>
                    <a:pt x="6096" y="2153412"/>
                  </a:lnTo>
                  <a:lnTo>
                    <a:pt x="6096" y="1217676"/>
                  </a:lnTo>
                  <a:close/>
                </a:path>
                <a:path w="334009" h="2153920">
                  <a:moveTo>
                    <a:pt x="10668" y="1319784"/>
                  </a:moveTo>
                  <a:lnTo>
                    <a:pt x="9144" y="1319784"/>
                  </a:lnTo>
                  <a:lnTo>
                    <a:pt x="9144" y="2153412"/>
                  </a:lnTo>
                  <a:lnTo>
                    <a:pt x="10668" y="2153412"/>
                  </a:lnTo>
                  <a:lnTo>
                    <a:pt x="10668" y="1319784"/>
                  </a:lnTo>
                  <a:close/>
                </a:path>
                <a:path w="334009" h="2153920">
                  <a:moveTo>
                    <a:pt x="16764" y="1367028"/>
                  </a:moveTo>
                  <a:lnTo>
                    <a:pt x="13716" y="1367028"/>
                  </a:lnTo>
                  <a:lnTo>
                    <a:pt x="13716" y="2153412"/>
                  </a:lnTo>
                  <a:lnTo>
                    <a:pt x="16764" y="2153412"/>
                  </a:lnTo>
                  <a:lnTo>
                    <a:pt x="16764" y="1367028"/>
                  </a:lnTo>
                  <a:close/>
                </a:path>
                <a:path w="334009" h="2153920">
                  <a:moveTo>
                    <a:pt x="21336" y="0"/>
                  </a:moveTo>
                  <a:lnTo>
                    <a:pt x="18288" y="0"/>
                  </a:lnTo>
                  <a:lnTo>
                    <a:pt x="18288" y="2153412"/>
                  </a:lnTo>
                  <a:lnTo>
                    <a:pt x="21336" y="2153412"/>
                  </a:lnTo>
                  <a:lnTo>
                    <a:pt x="21336" y="0"/>
                  </a:lnTo>
                  <a:close/>
                </a:path>
                <a:path w="334009" h="2153920">
                  <a:moveTo>
                    <a:pt x="25908" y="1434084"/>
                  </a:moveTo>
                  <a:lnTo>
                    <a:pt x="24384" y="1434084"/>
                  </a:lnTo>
                  <a:lnTo>
                    <a:pt x="24384" y="2153412"/>
                  </a:lnTo>
                  <a:lnTo>
                    <a:pt x="25908" y="2153412"/>
                  </a:lnTo>
                  <a:lnTo>
                    <a:pt x="25908" y="1434084"/>
                  </a:lnTo>
                  <a:close/>
                </a:path>
                <a:path w="334009" h="2153920">
                  <a:moveTo>
                    <a:pt x="30480" y="1018032"/>
                  </a:moveTo>
                  <a:lnTo>
                    <a:pt x="28956" y="1018032"/>
                  </a:lnTo>
                  <a:lnTo>
                    <a:pt x="28956" y="2153412"/>
                  </a:lnTo>
                  <a:lnTo>
                    <a:pt x="30480" y="2153412"/>
                  </a:lnTo>
                  <a:lnTo>
                    <a:pt x="30480" y="1018032"/>
                  </a:lnTo>
                  <a:close/>
                </a:path>
                <a:path w="334009" h="2153920">
                  <a:moveTo>
                    <a:pt x="35052" y="792480"/>
                  </a:moveTo>
                  <a:lnTo>
                    <a:pt x="33528" y="792480"/>
                  </a:lnTo>
                  <a:lnTo>
                    <a:pt x="33528" y="2153412"/>
                  </a:lnTo>
                  <a:lnTo>
                    <a:pt x="35052" y="2153412"/>
                  </a:lnTo>
                  <a:lnTo>
                    <a:pt x="35052" y="792480"/>
                  </a:lnTo>
                  <a:close/>
                </a:path>
                <a:path w="334009" h="2153920">
                  <a:moveTo>
                    <a:pt x="39624" y="1056132"/>
                  </a:moveTo>
                  <a:lnTo>
                    <a:pt x="38100" y="1056132"/>
                  </a:lnTo>
                  <a:lnTo>
                    <a:pt x="38100" y="2153412"/>
                  </a:lnTo>
                  <a:lnTo>
                    <a:pt x="39624" y="2153412"/>
                  </a:lnTo>
                  <a:lnTo>
                    <a:pt x="39624" y="1056132"/>
                  </a:lnTo>
                  <a:close/>
                </a:path>
                <a:path w="334009" h="2153920">
                  <a:moveTo>
                    <a:pt x="44196" y="1342644"/>
                  </a:moveTo>
                  <a:lnTo>
                    <a:pt x="42672" y="1342644"/>
                  </a:lnTo>
                  <a:lnTo>
                    <a:pt x="42672" y="2153412"/>
                  </a:lnTo>
                  <a:lnTo>
                    <a:pt x="44196" y="2153412"/>
                  </a:lnTo>
                  <a:lnTo>
                    <a:pt x="44196" y="1342644"/>
                  </a:lnTo>
                  <a:close/>
                </a:path>
                <a:path w="334009" h="2153920">
                  <a:moveTo>
                    <a:pt x="48768" y="1397508"/>
                  </a:moveTo>
                  <a:lnTo>
                    <a:pt x="47244" y="1397508"/>
                  </a:lnTo>
                  <a:lnTo>
                    <a:pt x="47244" y="2153412"/>
                  </a:lnTo>
                  <a:lnTo>
                    <a:pt x="48768" y="2153412"/>
                  </a:lnTo>
                  <a:lnTo>
                    <a:pt x="48768" y="1397508"/>
                  </a:lnTo>
                  <a:close/>
                </a:path>
                <a:path w="334009" h="2153920">
                  <a:moveTo>
                    <a:pt x="53340" y="1089660"/>
                  </a:moveTo>
                  <a:lnTo>
                    <a:pt x="51816" y="1089660"/>
                  </a:lnTo>
                  <a:lnTo>
                    <a:pt x="51816" y="2153412"/>
                  </a:lnTo>
                  <a:lnTo>
                    <a:pt x="53340" y="2153412"/>
                  </a:lnTo>
                  <a:lnTo>
                    <a:pt x="53340" y="1089660"/>
                  </a:lnTo>
                  <a:close/>
                </a:path>
                <a:path w="334009" h="2153920">
                  <a:moveTo>
                    <a:pt x="59436" y="1283208"/>
                  </a:moveTo>
                  <a:lnTo>
                    <a:pt x="56388" y="1283208"/>
                  </a:lnTo>
                  <a:lnTo>
                    <a:pt x="56388" y="2153412"/>
                  </a:lnTo>
                  <a:lnTo>
                    <a:pt x="59436" y="2153412"/>
                  </a:lnTo>
                  <a:lnTo>
                    <a:pt x="59436" y="1283208"/>
                  </a:lnTo>
                  <a:close/>
                </a:path>
                <a:path w="334009" h="2153920">
                  <a:moveTo>
                    <a:pt x="64008" y="1056132"/>
                  </a:moveTo>
                  <a:lnTo>
                    <a:pt x="60960" y="1056132"/>
                  </a:lnTo>
                  <a:lnTo>
                    <a:pt x="60960" y="2153412"/>
                  </a:lnTo>
                  <a:lnTo>
                    <a:pt x="64008" y="2153412"/>
                  </a:lnTo>
                  <a:lnTo>
                    <a:pt x="64008" y="1056132"/>
                  </a:lnTo>
                  <a:close/>
                </a:path>
                <a:path w="334009" h="2153920">
                  <a:moveTo>
                    <a:pt x="68580" y="894588"/>
                  </a:moveTo>
                  <a:lnTo>
                    <a:pt x="67056" y="894588"/>
                  </a:lnTo>
                  <a:lnTo>
                    <a:pt x="67056" y="2153412"/>
                  </a:lnTo>
                  <a:lnTo>
                    <a:pt x="68580" y="2153412"/>
                  </a:lnTo>
                  <a:lnTo>
                    <a:pt x="68580" y="894588"/>
                  </a:lnTo>
                  <a:close/>
                </a:path>
                <a:path w="334009" h="2153920">
                  <a:moveTo>
                    <a:pt x="73152" y="1077468"/>
                  </a:moveTo>
                  <a:lnTo>
                    <a:pt x="71628" y="1077468"/>
                  </a:lnTo>
                  <a:lnTo>
                    <a:pt x="71628" y="2153412"/>
                  </a:lnTo>
                  <a:lnTo>
                    <a:pt x="73152" y="2153412"/>
                  </a:lnTo>
                  <a:lnTo>
                    <a:pt x="73152" y="1077468"/>
                  </a:lnTo>
                  <a:close/>
                </a:path>
                <a:path w="334009" h="2153920">
                  <a:moveTo>
                    <a:pt x="77724" y="1019556"/>
                  </a:moveTo>
                  <a:lnTo>
                    <a:pt x="76200" y="1019556"/>
                  </a:lnTo>
                  <a:lnTo>
                    <a:pt x="76200" y="2153412"/>
                  </a:lnTo>
                  <a:lnTo>
                    <a:pt x="77724" y="2153412"/>
                  </a:lnTo>
                  <a:lnTo>
                    <a:pt x="77724" y="1019556"/>
                  </a:lnTo>
                  <a:close/>
                </a:path>
                <a:path w="334009" h="2153920">
                  <a:moveTo>
                    <a:pt x="82296" y="1042416"/>
                  </a:moveTo>
                  <a:lnTo>
                    <a:pt x="80772" y="1042416"/>
                  </a:lnTo>
                  <a:lnTo>
                    <a:pt x="80772" y="2153412"/>
                  </a:lnTo>
                  <a:lnTo>
                    <a:pt x="82296" y="2153412"/>
                  </a:lnTo>
                  <a:lnTo>
                    <a:pt x="82296" y="1042416"/>
                  </a:lnTo>
                  <a:close/>
                </a:path>
                <a:path w="334009" h="2153920">
                  <a:moveTo>
                    <a:pt x="86868" y="1056132"/>
                  </a:moveTo>
                  <a:lnTo>
                    <a:pt x="85344" y="1056132"/>
                  </a:lnTo>
                  <a:lnTo>
                    <a:pt x="85344" y="2153412"/>
                  </a:lnTo>
                  <a:lnTo>
                    <a:pt x="86868" y="2153412"/>
                  </a:lnTo>
                  <a:lnTo>
                    <a:pt x="86868" y="1056132"/>
                  </a:lnTo>
                  <a:close/>
                </a:path>
                <a:path w="334009" h="2153920">
                  <a:moveTo>
                    <a:pt x="91440" y="1077468"/>
                  </a:moveTo>
                  <a:lnTo>
                    <a:pt x="89916" y="1077468"/>
                  </a:lnTo>
                  <a:lnTo>
                    <a:pt x="89916" y="2153412"/>
                  </a:lnTo>
                  <a:lnTo>
                    <a:pt x="91440" y="2153412"/>
                  </a:lnTo>
                  <a:lnTo>
                    <a:pt x="91440" y="1077468"/>
                  </a:lnTo>
                  <a:close/>
                </a:path>
                <a:path w="334009" h="2153920">
                  <a:moveTo>
                    <a:pt x="97536" y="839724"/>
                  </a:moveTo>
                  <a:lnTo>
                    <a:pt x="94488" y="839724"/>
                  </a:lnTo>
                  <a:lnTo>
                    <a:pt x="94488" y="2153412"/>
                  </a:lnTo>
                  <a:lnTo>
                    <a:pt x="97536" y="2153412"/>
                  </a:lnTo>
                  <a:lnTo>
                    <a:pt x="97536" y="839724"/>
                  </a:lnTo>
                  <a:close/>
                </a:path>
                <a:path w="334009" h="2153920">
                  <a:moveTo>
                    <a:pt x="102108" y="839724"/>
                  </a:moveTo>
                  <a:lnTo>
                    <a:pt x="99060" y="839724"/>
                  </a:lnTo>
                  <a:lnTo>
                    <a:pt x="99060" y="2153412"/>
                  </a:lnTo>
                  <a:lnTo>
                    <a:pt x="102108" y="2153412"/>
                  </a:lnTo>
                  <a:lnTo>
                    <a:pt x="102108" y="839724"/>
                  </a:lnTo>
                  <a:close/>
                </a:path>
                <a:path w="334009" h="2153920">
                  <a:moveTo>
                    <a:pt x="106680" y="941832"/>
                  </a:moveTo>
                  <a:lnTo>
                    <a:pt x="103632" y="941832"/>
                  </a:lnTo>
                  <a:lnTo>
                    <a:pt x="103632" y="2153412"/>
                  </a:lnTo>
                  <a:lnTo>
                    <a:pt x="106680" y="2153412"/>
                  </a:lnTo>
                  <a:lnTo>
                    <a:pt x="106680" y="941832"/>
                  </a:lnTo>
                  <a:close/>
                </a:path>
                <a:path w="334009" h="2153920">
                  <a:moveTo>
                    <a:pt x="111252" y="839724"/>
                  </a:moveTo>
                  <a:lnTo>
                    <a:pt x="109728" y="839724"/>
                  </a:lnTo>
                  <a:lnTo>
                    <a:pt x="109728" y="2153412"/>
                  </a:lnTo>
                  <a:lnTo>
                    <a:pt x="111252" y="2153412"/>
                  </a:lnTo>
                  <a:lnTo>
                    <a:pt x="111252" y="839724"/>
                  </a:lnTo>
                  <a:close/>
                </a:path>
                <a:path w="334009" h="2153920">
                  <a:moveTo>
                    <a:pt x="115824" y="755904"/>
                  </a:moveTo>
                  <a:lnTo>
                    <a:pt x="114300" y="755904"/>
                  </a:lnTo>
                  <a:lnTo>
                    <a:pt x="114300" y="2153412"/>
                  </a:lnTo>
                  <a:lnTo>
                    <a:pt x="115824" y="2153412"/>
                  </a:lnTo>
                  <a:lnTo>
                    <a:pt x="115824" y="755904"/>
                  </a:lnTo>
                  <a:close/>
                </a:path>
                <a:path w="334009" h="2153920">
                  <a:moveTo>
                    <a:pt x="120396" y="839724"/>
                  </a:moveTo>
                  <a:lnTo>
                    <a:pt x="118872" y="839724"/>
                  </a:lnTo>
                  <a:lnTo>
                    <a:pt x="118872" y="2153412"/>
                  </a:lnTo>
                  <a:lnTo>
                    <a:pt x="120396" y="2153412"/>
                  </a:lnTo>
                  <a:lnTo>
                    <a:pt x="120396" y="839724"/>
                  </a:lnTo>
                  <a:close/>
                </a:path>
                <a:path w="334009" h="2153920">
                  <a:moveTo>
                    <a:pt x="124968" y="941832"/>
                  </a:moveTo>
                  <a:lnTo>
                    <a:pt x="123444" y="941832"/>
                  </a:lnTo>
                  <a:lnTo>
                    <a:pt x="123444" y="2153412"/>
                  </a:lnTo>
                  <a:lnTo>
                    <a:pt x="124968" y="2153412"/>
                  </a:lnTo>
                  <a:lnTo>
                    <a:pt x="124968" y="941832"/>
                  </a:lnTo>
                  <a:close/>
                </a:path>
                <a:path w="334009" h="2153920">
                  <a:moveTo>
                    <a:pt x="129540" y="911352"/>
                  </a:moveTo>
                  <a:lnTo>
                    <a:pt x="128016" y="911352"/>
                  </a:lnTo>
                  <a:lnTo>
                    <a:pt x="128016" y="2153412"/>
                  </a:lnTo>
                  <a:lnTo>
                    <a:pt x="129540" y="2153412"/>
                  </a:lnTo>
                  <a:lnTo>
                    <a:pt x="129540" y="911352"/>
                  </a:lnTo>
                  <a:close/>
                </a:path>
                <a:path w="334009" h="2153920">
                  <a:moveTo>
                    <a:pt x="134112" y="790956"/>
                  </a:moveTo>
                  <a:lnTo>
                    <a:pt x="132588" y="790956"/>
                  </a:lnTo>
                  <a:lnTo>
                    <a:pt x="132588" y="2153412"/>
                  </a:lnTo>
                  <a:lnTo>
                    <a:pt x="134112" y="2153412"/>
                  </a:lnTo>
                  <a:lnTo>
                    <a:pt x="134112" y="790956"/>
                  </a:lnTo>
                  <a:close/>
                </a:path>
                <a:path w="334009" h="2153920">
                  <a:moveTo>
                    <a:pt x="140208" y="966216"/>
                  </a:moveTo>
                  <a:lnTo>
                    <a:pt x="137160" y="966216"/>
                  </a:lnTo>
                  <a:lnTo>
                    <a:pt x="137160" y="2153412"/>
                  </a:lnTo>
                  <a:lnTo>
                    <a:pt x="140208" y="2153412"/>
                  </a:lnTo>
                  <a:lnTo>
                    <a:pt x="140208" y="966216"/>
                  </a:lnTo>
                  <a:close/>
                </a:path>
                <a:path w="334009" h="2153920">
                  <a:moveTo>
                    <a:pt x="144780" y="809244"/>
                  </a:moveTo>
                  <a:lnTo>
                    <a:pt x="141732" y="809244"/>
                  </a:lnTo>
                  <a:lnTo>
                    <a:pt x="141732" y="2153412"/>
                  </a:lnTo>
                  <a:lnTo>
                    <a:pt x="144780" y="2153412"/>
                  </a:lnTo>
                  <a:lnTo>
                    <a:pt x="144780" y="809244"/>
                  </a:lnTo>
                  <a:close/>
                </a:path>
                <a:path w="334009" h="2153920">
                  <a:moveTo>
                    <a:pt x="149352" y="1481328"/>
                  </a:moveTo>
                  <a:lnTo>
                    <a:pt x="147828" y="1481328"/>
                  </a:lnTo>
                  <a:lnTo>
                    <a:pt x="147828" y="2153412"/>
                  </a:lnTo>
                  <a:lnTo>
                    <a:pt x="149352" y="2153412"/>
                  </a:lnTo>
                  <a:lnTo>
                    <a:pt x="149352" y="1481328"/>
                  </a:lnTo>
                  <a:close/>
                </a:path>
                <a:path w="334009" h="2153920">
                  <a:moveTo>
                    <a:pt x="153924" y="1141476"/>
                  </a:moveTo>
                  <a:lnTo>
                    <a:pt x="152400" y="1141476"/>
                  </a:lnTo>
                  <a:lnTo>
                    <a:pt x="152400" y="2153412"/>
                  </a:lnTo>
                  <a:lnTo>
                    <a:pt x="153924" y="2153412"/>
                  </a:lnTo>
                  <a:lnTo>
                    <a:pt x="153924" y="1141476"/>
                  </a:lnTo>
                  <a:close/>
                </a:path>
                <a:path w="334009" h="2153920">
                  <a:moveTo>
                    <a:pt x="158496" y="792480"/>
                  </a:moveTo>
                  <a:lnTo>
                    <a:pt x="156972" y="792480"/>
                  </a:lnTo>
                  <a:lnTo>
                    <a:pt x="156972" y="2153412"/>
                  </a:lnTo>
                  <a:lnTo>
                    <a:pt x="158496" y="2153412"/>
                  </a:lnTo>
                  <a:lnTo>
                    <a:pt x="158496" y="792480"/>
                  </a:lnTo>
                  <a:close/>
                </a:path>
                <a:path w="334009" h="2153920">
                  <a:moveTo>
                    <a:pt x="163068" y="1103376"/>
                  </a:moveTo>
                  <a:lnTo>
                    <a:pt x="161544" y="1103376"/>
                  </a:lnTo>
                  <a:lnTo>
                    <a:pt x="161544" y="2153412"/>
                  </a:lnTo>
                  <a:lnTo>
                    <a:pt x="163068" y="2153412"/>
                  </a:lnTo>
                  <a:lnTo>
                    <a:pt x="163068" y="1103376"/>
                  </a:lnTo>
                  <a:close/>
                </a:path>
                <a:path w="334009" h="2153920">
                  <a:moveTo>
                    <a:pt x="167640" y="1133856"/>
                  </a:moveTo>
                  <a:lnTo>
                    <a:pt x="166116" y="1133856"/>
                  </a:lnTo>
                  <a:lnTo>
                    <a:pt x="166116" y="2153412"/>
                  </a:lnTo>
                  <a:lnTo>
                    <a:pt x="167640" y="2153412"/>
                  </a:lnTo>
                  <a:lnTo>
                    <a:pt x="167640" y="1133856"/>
                  </a:lnTo>
                  <a:close/>
                </a:path>
                <a:path w="334009" h="2153920">
                  <a:moveTo>
                    <a:pt x="172212" y="1072896"/>
                  </a:moveTo>
                  <a:lnTo>
                    <a:pt x="170688" y="1072896"/>
                  </a:lnTo>
                  <a:lnTo>
                    <a:pt x="170688" y="2153412"/>
                  </a:lnTo>
                  <a:lnTo>
                    <a:pt x="172212" y="2153412"/>
                  </a:lnTo>
                  <a:lnTo>
                    <a:pt x="172212" y="1072896"/>
                  </a:lnTo>
                  <a:close/>
                </a:path>
                <a:path w="334009" h="2153920">
                  <a:moveTo>
                    <a:pt x="176784" y="1455420"/>
                  </a:moveTo>
                  <a:lnTo>
                    <a:pt x="175260" y="1455420"/>
                  </a:lnTo>
                  <a:lnTo>
                    <a:pt x="175260" y="2153412"/>
                  </a:lnTo>
                  <a:lnTo>
                    <a:pt x="176784" y="2153412"/>
                  </a:lnTo>
                  <a:lnTo>
                    <a:pt x="176784" y="1455420"/>
                  </a:lnTo>
                  <a:close/>
                </a:path>
                <a:path w="334009" h="2153920">
                  <a:moveTo>
                    <a:pt x="182880" y="1434084"/>
                  </a:moveTo>
                  <a:lnTo>
                    <a:pt x="179832" y="1434084"/>
                  </a:lnTo>
                  <a:lnTo>
                    <a:pt x="179832" y="2153412"/>
                  </a:lnTo>
                  <a:lnTo>
                    <a:pt x="182880" y="2153412"/>
                  </a:lnTo>
                  <a:lnTo>
                    <a:pt x="182880" y="1434084"/>
                  </a:lnTo>
                  <a:close/>
                </a:path>
                <a:path w="334009" h="2153920">
                  <a:moveTo>
                    <a:pt x="187452" y="1434084"/>
                  </a:moveTo>
                  <a:lnTo>
                    <a:pt x="184404" y="1434084"/>
                  </a:lnTo>
                  <a:lnTo>
                    <a:pt x="184404" y="2153412"/>
                  </a:lnTo>
                  <a:lnTo>
                    <a:pt x="187452" y="2153412"/>
                  </a:lnTo>
                  <a:lnTo>
                    <a:pt x="187452" y="1434084"/>
                  </a:lnTo>
                  <a:close/>
                </a:path>
                <a:path w="334009" h="2153920">
                  <a:moveTo>
                    <a:pt x="192024" y="905256"/>
                  </a:moveTo>
                  <a:lnTo>
                    <a:pt x="190500" y="905256"/>
                  </a:lnTo>
                  <a:lnTo>
                    <a:pt x="190500" y="2153412"/>
                  </a:lnTo>
                  <a:lnTo>
                    <a:pt x="192024" y="2153412"/>
                  </a:lnTo>
                  <a:lnTo>
                    <a:pt x="192024" y="905256"/>
                  </a:lnTo>
                  <a:close/>
                </a:path>
                <a:path w="334009" h="2153920">
                  <a:moveTo>
                    <a:pt x="196596" y="1511808"/>
                  </a:moveTo>
                  <a:lnTo>
                    <a:pt x="195072" y="1511808"/>
                  </a:lnTo>
                  <a:lnTo>
                    <a:pt x="195072" y="2153412"/>
                  </a:lnTo>
                  <a:lnTo>
                    <a:pt x="196596" y="2153412"/>
                  </a:lnTo>
                  <a:lnTo>
                    <a:pt x="196596" y="1511808"/>
                  </a:lnTo>
                  <a:close/>
                </a:path>
                <a:path w="334009" h="2153920">
                  <a:moveTo>
                    <a:pt x="201168" y="0"/>
                  </a:moveTo>
                  <a:lnTo>
                    <a:pt x="199644" y="0"/>
                  </a:lnTo>
                  <a:lnTo>
                    <a:pt x="199644" y="2153412"/>
                  </a:lnTo>
                  <a:lnTo>
                    <a:pt x="201168" y="2153412"/>
                  </a:lnTo>
                  <a:lnTo>
                    <a:pt x="201168" y="0"/>
                  </a:lnTo>
                  <a:close/>
                </a:path>
                <a:path w="334009" h="2153920">
                  <a:moveTo>
                    <a:pt x="205740" y="941832"/>
                  </a:moveTo>
                  <a:lnTo>
                    <a:pt x="204216" y="941832"/>
                  </a:lnTo>
                  <a:lnTo>
                    <a:pt x="204216" y="2153412"/>
                  </a:lnTo>
                  <a:lnTo>
                    <a:pt x="205740" y="2153412"/>
                  </a:lnTo>
                  <a:lnTo>
                    <a:pt x="205740" y="941832"/>
                  </a:lnTo>
                  <a:close/>
                </a:path>
                <a:path w="334009" h="2153920">
                  <a:moveTo>
                    <a:pt x="210312" y="984504"/>
                  </a:moveTo>
                  <a:lnTo>
                    <a:pt x="208788" y="984504"/>
                  </a:lnTo>
                  <a:lnTo>
                    <a:pt x="208788" y="2153412"/>
                  </a:lnTo>
                  <a:lnTo>
                    <a:pt x="210312" y="2153412"/>
                  </a:lnTo>
                  <a:lnTo>
                    <a:pt x="210312" y="984504"/>
                  </a:lnTo>
                  <a:close/>
                </a:path>
                <a:path w="334009" h="2153920">
                  <a:moveTo>
                    <a:pt x="214884" y="36576"/>
                  </a:moveTo>
                  <a:lnTo>
                    <a:pt x="213360" y="36576"/>
                  </a:lnTo>
                  <a:lnTo>
                    <a:pt x="213360" y="2153412"/>
                  </a:lnTo>
                  <a:lnTo>
                    <a:pt x="214884" y="2153412"/>
                  </a:lnTo>
                  <a:lnTo>
                    <a:pt x="214884" y="36576"/>
                  </a:lnTo>
                  <a:close/>
                </a:path>
                <a:path w="334009" h="2153920">
                  <a:moveTo>
                    <a:pt x="220980" y="1098804"/>
                  </a:moveTo>
                  <a:lnTo>
                    <a:pt x="217932" y="1098804"/>
                  </a:lnTo>
                  <a:lnTo>
                    <a:pt x="217932" y="2153412"/>
                  </a:lnTo>
                  <a:lnTo>
                    <a:pt x="220980" y="2153412"/>
                  </a:lnTo>
                  <a:lnTo>
                    <a:pt x="220980" y="1098804"/>
                  </a:lnTo>
                  <a:close/>
                </a:path>
                <a:path w="334009" h="2153920">
                  <a:moveTo>
                    <a:pt x="225552" y="1019556"/>
                  </a:moveTo>
                  <a:lnTo>
                    <a:pt x="222504" y="1019556"/>
                  </a:lnTo>
                  <a:lnTo>
                    <a:pt x="222504" y="2153412"/>
                  </a:lnTo>
                  <a:lnTo>
                    <a:pt x="225552" y="2153412"/>
                  </a:lnTo>
                  <a:lnTo>
                    <a:pt x="225552" y="1019556"/>
                  </a:lnTo>
                  <a:close/>
                </a:path>
                <a:path w="334009" h="2153920">
                  <a:moveTo>
                    <a:pt x="230124" y="1077468"/>
                  </a:moveTo>
                  <a:lnTo>
                    <a:pt x="227076" y="1077468"/>
                  </a:lnTo>
                  <a:lnTo>
                    <a:pt x="227076" y="2153412"/>
                  </a:lnTo>
                  <a:lnTo>
                    <a:pt x="230124" y="2153412"/>
                  </a:lnTo>
                  <a:lnTo>
                    <a:pt x="230124" y="1077468"/>
                  </a:lnTo>
                  <a:close/>
                </a:path>
                <a:path w="334009" h="2153920">
                  <a:moveTo>
                    <a:pt x="234696" y="1086612"/>
                  </a:moveTo>
                  <a:lnTo>
                    <a:pt x="233172" y="1086612"/>
                  </a:lnTo>
                  <a:lnTo>
                    <a:pt x="233172" y="2153412"/>
                  </a:lnTo>
                  <a:lnTo>
                    <a:pt x="234696" y="2153412"/>
                  </a:lnTo>
                  <a:lnTo>
                    <a:pt x="234696" y="1086612"/>
                  </a:lnTo>
                  <a:close/>
                </a:path>
                <a:path w="334009" h="2153920">
                  <a:moveTo>
                    <a:pt x="239268" y="1036320"/>
                  </a:moveTo>
                  <a:lnTo>
                    <a:pt x="237744" y="1036320"/>
                  </a:lnTo>
                  <a:lnTo>
                    <a:pt x="237744" y="2153412"/>
                  </a:lnTo>
                  <a:lnTo>
                    <a:pt x="239268" y="2153412"/>
                  </a:lnTo>
                  <a:lnTo>
                    <a:pt x="239268" y="1036320"/>
                  </a:lnTo>
                  <a:close/>
                </a:path>
                <a:path w="334009" h="2153920">
                  <a:moveTo>
                    <a:pt x="243840" y="1056132"/>
                  </a:moveTo>
                  <a:lnTo>
                    <a:pt x="242316" y="1056132"/>
                  </a:lnTo>
                  <a:lnTo>
                    <a:pt x="242316" y="2153412"/>
                  </a:lnTo>
                  <a:lnTo>
                    <a:pt x="243840" y="2153412"/>
                  </a:lnTo>
                  <a:lnTo>
                    <a:pt x="243840" y="1056132"/>
                  </a:lnTo>
                  <a:close/>
                </a:path>
                <a:path w="334009" h="2153920">
                  <a:moveTo>
                    <a:pt x="248412" y="1170432"/>
                  </a:moveTo>
                  <a:lnTo>
                    <a:pt x="246888" y="1170432"/>
                  </a:lnTo>
                  <a:lnTo>
                    <a:pt x="246888" y="2153412"/>
                  </a:lnTo>
                  <a:lnTo>
                    <a:pt x="248412" y="2153412"/>
                  </a:lnTo>
                  <a:lnTo>
                    <a:pt x="248412" y="1170432"/>
                  </a:lnTo>
                  <a:close/>
                </a:path>
                <a:path w="334009" h="2153920">
                  <a:moveTo>
                    <a:pt x="252984" y="1103376"/>
                  </a:moveTo>
                  <a:lnTo>
                    <a:pt x="251460" y="1103376"/>
                  </a:lnTo>
                  <a:lnTo>
                    <a:pt x="251460" y="2153412"/>
                  </a:lnTo>
                  <a:lnTo>
                    <a:pt x="252984" y="2153412"/>
                  </a:lnTo>
                  <a:lnTo>
                    <a:pt x="252984" y="1103376"/>
                  </a:lnTo>
                  <a:close/>
                </a:path>
                <a:path w="334009" h="2153920">
                  <a:moveTo>
                    <a:pt x="257556" y="964692"/>
                  </a:moveTo>
                  <a:lnTo>
                    <a:pt x="256032" y="964692"/>
                  </a:lnTo>
                  <a:lnTo>
                    <a:pt x="256032" y="2153412"/>
                  </a:lnTo>
                  <a:lnTo>
                    <a:pt x="257556" y="2153412"/>
                  </a:lnTo>
                  <a:lnTo>
                    <a:pt x="257556" y="964692"/>
                  </a:lnTo>
                  <a:close/>
                </a:path>
                <a:path w="334009" h="2153920">
                  <a:moveTo>
                    <a:pt x="263652" y="1106424"/>
                  </a:moveTo>
                  <a:lnTo>
                    <a:pt x="260604" y="1106424"/>
                  </a:lnTo>
                  <a:lnTo>
                    <a:pt x="260604" y="2153412"/>
                  </a:lnTo>
                  <a:lnTo>
                    <a:pt x="263652" y="2153412"/>
                  </a:lnTo>
                  <a:lnTo>
                    <a:pt x="263652" y="1106424"/>
                  </a:lnTo>
                  <a:close/>
                </a:path>
                <a:path w="334009" h="2153920">
                  <a:moveTo>
                    <a:pt x="268224" y="1103376"/>
                  </a:moveTo>
                  <a:lnTo>
                    <a:pt x="265176" y="1103376"/>
                  </a:lnTo>
                  <a:lnTo>
                    <a:pt x="265176" y="2153412"/>
                  </a:lnTo>
                  <a:lnTo>
                    <a:pt x="268224" y="2153412"/>
                  </a:lnTo>
                  <a:lnTo>
                    <a:pt x="268224" y="1103376"/>
                  </a:lnTo>
                  <a:close/>
                </a:path>
                <a:path w="334009" h="2153920">
                  <a:moveTo>
                    <a:pt x="272796" y="1133856"/>
                  </a:moveTo>
                  <a:lnTo>
                    <a:pt x="271272" y="1133856"/>
                  </a:lnTo>
                  <a:lnTo>
                    <a:pt x="271272" y="2153412"/>
                  </a:lnTo>
                  <a:lnTo>
                    <a:pt x="272796" y="2153412"/>
                  </a:lnTo>
                  <a:lnTo>
                    <a:pt x="272796" y="1133856"/>
                  </a:lnTo>
                  <a:close/>
                </a:path>
                <a:path w="334009" h="2153920">
                  <a:moveTo>
                    <a:pt x="277368" y="1056132"/>
                  </a:moveTo>
                  <a:lnTo>
                    <a:pt x="275844" y="1056132"/>
                  </a:lnTo>
                  <a:lnTo>
                    <a:pt x="275844" y="2153412"/>
                  </a:lnTo>
                  <a:lnTo>
                    <a:pt x="277368" y="2153412"/>
                  </a:lnTo>
                  <a:lnTo>
                    <a:pt x="277368" y="1056132"/>
                  </a:lnTo>
                  <a:close/>
                </a:path>
                <a:path w="334009" h="2153920">
                  <a:moveTo>
                    <a:pt x="281940" y="1208532"/>
                  </a:moveTo>
                  <a:lnTo>
                    <a:pt x="280416" y="1208532"/>
                  </a:lnTo>
                  <a:lnTo>
                    <a:pt x="280416" y="2153412"/>
                  </a:lnTo>
                  <a:lnTo>
                    <a:pt x="281940" y="2153412"/>
                  </a:lnTo>
                  <a:lnTo>
                    <a:pt x="281940" y="1208532"/>
                  </a:lnTo>
                  <a:close/>
                </a:path>
                <a:path w="334009" h="2153920">
                  <a:moveTo>
                    <a:pt x="286512" y="1077468"/>
                  </a:moveTo>
                  <a:lnTo>
                    <a:pt x="284975" y="1077468"/>
                  </a:lnTo>
                  <a:lnTo>
                    <a:pt x="284975" y="2153412"/>
                  </a:lnTo>
                  <a:lnTo>
                    <a:pt x="286512" y="2153412"/>
                  </a:lnTo>
                  <a:lnTo>
                    <a:pt x="286512" y="1077468"/>
                  </a:lnTo>
                  <a:close/>
                </a:path>
                <a:path w="334009" h="2153920">
                  <a:moveTo>
                    <a:pt x="291084" y="1103376"/>
                  </a:moveTo>
                  <a:lnTo>
                    <a:pt x="289560" y="1103376"/>
                  </a:lnTo>
                  <a:lnTo>
                    <a:pt x="289560" y="2153412"/>
                  </a:lnTo>
                  <a:lnTo>
                    <a:pt x="291084" y="2153412"/>
                  </a:lnTo>
                  <a:lnTo>
                    <a:pt x="291084" y="1103376"/>
                  </a:lnTo>
                  <a:close/>
                </a:path>
                <a:path w="334009" h="2153920">
                  <a:moveTo>
                    <a:pt x="295656" y="1056132"/>
                  </a:moveTo>
                  <a:lnTo>
                    <a:pt x="294132" y="1056132"/>
                  </a:lnTo>
                  <a:lnTo>
                    <a:pt x="294132" y="2153412"/>
                  </a:lnTo>
                  <a:lnTo>
                    <a:pt x="295656" y="2153412"/>
                  </a:lnTo>
                  <a:lnTo>
                    <a:pt x="295656" y="1056132"/>
                  </a:lnTo>
                  <a:close/>
                </a:path>
                <a:path w="334009" h="2153920">
                  <a:moveTo>
                    <a:pt x="300215" y="1144524"/>
                  </a:moveTo>
                  <a:lnTo>
                    <a:pt x="298704" y="1144524"/>
                  </a:lnTo>
                  <a:lnTo>
                    <a:pt x="298704" y="2153412"/>
                  </a:lnTo>
                  <a:lnTo>
                    <a:pt x="300215" y="2153412"/>
                  </a:lnTo>
                  <a:lnTo>
                    <a:pt x="300215" y="1144524"/>
                  </a:lnTo>
                  <a:close/>
                </a:path>
                <a:path w="334009" h="2153920">
                  <a:moveTo>
                    <a:pt x="306324" y="1144524"/>
                  </a:moveTo>
                  <a:lnTo>
                    <a:pt x="303276" y="1144524"/>
                  </a:lnTo>
                  <a:lnTo>
                    <a:pt x="303276" y="2153412"/>
                  </a:lnTo>
                  <a:lnTo>
                    <a:pt x="306324" y="2153412"/>
                  </a:lnTo>
                  <a:lnTo>
                    <a:pt x="306324" y="1144524"/>
                  </a:lnTo>
                  <a:close/>
                </a:path>
                <a:path w="334009" h="2153920">
                  <a:moveTo>
                    <a:pt x="310896" y="989076"/>
                  </a:moveTo>
                  <a:lnTo>
                    <a:pt x="307848" y="989076"/>
                  </a:lnTo>
                  <a:lnTo>
                    <a:pt x="307848" y="2153412"/>
                  </a:lnTo>
                  <a:lnTo>
                    <a:pt x="310896" y="2153412"/>
                  </a:lnTo>
                  <a:lnTo>
                    <a:pt x="310896" y="989076"/>
                  </a:lnTo>
                  <a:close/>
                </a:path>
                <a:path w="334009" h="2153920">
                  <a:moveTo>
                    <a:pt x="315468" y="1133856"/>
                  </a:moveTo>
                  <a:lnTo>
                    <a:pt x="313944" y="1133856"/>
                  </a:lnTo>
                  <a:lnTo>
                    <a:pt x="313944" y="2153412"/>
                  </a:lnTo>
                  <a:lnTo>
                    <a:pt x="315468" y="2153412"/>
                  </a:lnTo>
                  <a:lnTo>
                    <a:pt x="315468" y="1133856"/>
                  </a:lnTo>
                  <a:close/>
                </a:path>
                <a:path w="334009" h="2153920">
                  <a:moveTo>
                    <a:pt x="320040" y="1103376"/>
                  </a:moveTo>
                  <a:lnTo>
                    <a:pt x="318516" y="1103376"/>
                  </a:lnTo>
                  <a:lnTo>
                    <a:pt x="318516" y="2153412"/>
                  </a:lnTo>
                  <a:lnTo>
                    <a:pt x="320040" y="2153412"/>
                  </a:lnTo>
                  <a:lnTo>
                    <a:pt x="320040" y="1103376"/>
                  </a:lnTo>
                  <a:close/>
                </a:path>
                <a:path w="334009" h="2153920">
                  <a:moveTo>
                    <a:pt x="324612" y="1019556"/>
                  </a:moveTo>
                  <a:lnTo>
                    <a:pt x="323088" y="1019556"/>
                  </a:lnTo>
                  <a:lnTo>
                    <a:pt x="323088" y="2153412"/>
                  </a:lnTo>
                  <a:lnTo>
                    <a:pt x="324612" y="2153412"/>
                  </a:lnTo>
                  <a:lnTo>
                    <a:pt x="324612" y="1019556"/>
                  </a:lnTo>
                  <a:close/>
                </a:path>
                <a:path w="334009" h="2153920">
                  <a:moveTo>
                    <a:pt x="329184" y="1217676"/>
                  </a:moveTo>
                  <a:lnTo>
                    <a:pt x="327660" y="1217676"/>
                  </a:lnTo>
                  <a:lnTo>
                    <a:pt x="327660" y="2153412"/>
                  </a:lnTo>
                  <a:lnTo>
                    <a:pt x="329184" y="2153412"/>
                  </a:lnTo>
                  <a:lnTo>
                    <a:pt x="329184" y="1217676"/>
                  </a:lnTo>
                  <a:close/>
                </a:path>
                <a:path w="334009" h="2153920">
                  <a:moveTo>
                    <a:pt x="333756" y="1127760"/>
                  </a:moveTo>
                  <a:lnTo>
                    <a:pt x="332232" y="1127760"/>
                  </a:lnTo>
                  <a:lnTo>
                    <a:pt x="332232" y="2153412"/>
                  </a:lnTo>
                  <a:lnTo>
                    <a:pt x="333756" y="2153412"/>
                  </a:lnTo>
                  <a:lnTo>
                    <a:pt x="333756" y="112776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64108" y="1859279"/>
              <a:ext cx="334010" cy="2004060"/>
            </a:xfrm>
            <a:custGeom>
              <a:avLst/>
              <a:gdLst/>
              <a:ahLst/>
              <a:cxnLst/>
              <a:rect l="l" t="t" r="r" b="b"/>
              <a:pathLst>
                <a:path w="334009" h="2004060">
                  <a:moveTo>
                    <a:pt x="1524" y="978408"/>
                  </a:moveTo>
                  <a:lnTo>
                    <a:pt x="0" y="978408"/>
                  </a:lnTo>
                  <a:lnTo>
                    <a:pt x="0" y="2004060"/>
                  </a:lnTo>
                  <a:lnTo>
                    <a:pt x="1524" y="2004060"/>
                  </a:lnTo>
                  <a:lnTo>
                    <a:pt x="1524" y="978408"/>
                  </a:lnTo>
                  <a:close/>
                </a:path>
                <a:path w="334009" h="2004060">
                  <a:moveTo>
                    <a:pt x="6096" y="726948"/>
                  </a:moveTo>
                  <a:lnTo>
                    <a:pt x="4572" y="726948"/>
                  </a:lnTo>
                  <a:lnTo>
                    <a:pt x="4572" y="2004060"/>
                  </a:lnTo>
                  <a:lnTo>
                    <a:pt x="6096" y="2004060"/>
                  </a:lnTo>
                  <a:lnTo>
                    <a:pt x="6096" y="726948"/>
                  </a:lnTo>
                  <a:close/>
                </a:path>
                <a:path w="334009" h="2004060">
                  <a:moveTo>
                    <a:pt x="12192" y="1021080"/>
                  </a:moveTo>
                  <a:lnTo>
                    <a:pt x="9144" y="1021080"/>
                  </a:lnTo>
                  <a:lnTo>
                    <a:pt x="9144" y="2004060"/>
                  </a:lnTo>
                  <a:lnTo>
                    <a:pt x="12192" y="2004060"/>
                  </a:lnTo>
                  <a:lnTo>
                    <a:pt x="12192" y="1021080"/>
                  </a:lnTo>
                  <a:close/>
                </a:path>
                <a:path w="334009" h="2004060">
                  <a:moveTo>
                    <a:pt x="16764" y="1007364"/>
                  </a:moveTo>
                  <a:lnTo>
                    <a:pt x="13716" y="1007364"/>
                  </a:lnTo>
                  <a:lnTo>
                    <a:pt x="13716" y="2004060"/>
                  </a:lnTo>
                  <a:lnTo>
                    <a:pt x="16764" y="2004060"/>
                  </a:lnTo>
                  <a:lnTo>
                    <a:pt x="16764" y="1007364"/>
                  </a:lnTo>
                  <a:close/>
                </a:path>
                <a:path w="334009" h="2004060">
                  <a:moveTo>
                    <a:pt x="21336" y="1097280"/>
                  </a:moveTo>
                  <a:lnTo>
                    <a:pt x="18288" y="1097280"/>
                  </a:lnTo>
                  <a:lnTo>
                    <a:pt x="18288" y="2004060"/>
                  </a:lnTo>
                  <a:lnTo>
                    <a:pt x="21336" y="2004060"/>
                  </a:lnTo>
                  <a:lnTo>
                    <a:pt x="21336" y="1097280"/>
                  </a:lnTo>
                  <a:close/>
                </a:path>
                <a:path w="334009" h="2004060">
                  <a:moveTo>
                    <a:pt x="25908" y="1066800"/>
                  </a:moveTo>
                  <a:lnTo>
                    <a:pt x="24384" y="1066800"/>
                  </a:lnTo>
                  <a:lnTo>
                    <a:pt x="24384" y="2004060"/>
                  </a:lnTo>
                  <a:lnTo>
                    <a:pt x="25908" y="2004060"/>
                  </a:lnTo>
                  <a:lnTo>
                    <a:pt x="25908" y="1066800"/>
                  </a:lnTo>
                  <a:close/>
                </a:path>
                <a:path w="334009" h="2004060">
                  <a:moveTo>
                    <a:pt x="30480" y="1193292"/>
                  </a:moveTo>
                  <a:lnTo>
                    <a:pt x="28956" y="1193292"/>
                  </a:lnTo>
                  <a:lnTo>
                    <a:pt x="28956" y="2004060"/>
                  </a:lnTo>
                  <a:lnTo>
                    <a:pt x="30480" y="2004060"/>
                  </a:lnTo>
                  <a:lnTo>
                    <a:pt x="30480" y="1193292"/>
                  </a:lnTo>
                  <a:close/>
                </a:path>
                <a:path w="334009" h="2004060">
                  <a:moveTo>
                    <a:pt x="35052" y="1232916"/>
                  </a:moveTo>
                  <a:lnTo>
                    <a:pt x="33528" y="1232916"/>
                  </a:lnTo>
                  <a:lnTo>
                    <a:pt x="33528" y="2004060"/>
                  </a:lnTo>
                  <a:lnTo>
                    <a:pt x="35052" y="2004060"/>
                  </a:lnTo>
                  <a:lnTo>
                    <a:pt x="35052" y="1232916"/>
                  </a:lnTo>
                  <a:close/>
                </a:path>
                <a:path w="334009" h="2004060">
                  <a:moveTo>
                    <a:pt x="39624" y="1232916"/>
                  </a:moveTo>
                  <a:lnTo>
                    <a:pt x="38100" y="1232916"/>
                  </a:lnTo>
                  <a:lnTo>
                    <a:pt x="38100" y="2004060"/>
                  </a:lnTo>
                  <a:lnTo>
                    <a:pt x="39624" y="2004060"/>
                  </a:lnTo>
                  <a:lnTo>
                    <a:pt x="39624" y="1232916"/>
                  </a:lnTo>
                  <a:close/>
                </a:path>
                <a:path w="334009" h="2004060">
                  <a:moveTo>
                    <a:pt x="44196" y="984504"/>
                  </a:moveTo>
                  <a:lnTo>
                    <a:pt x="42672" y="984504"/>
                  </a:lnTo>
                  <a:lnTo>
                    <a:pt x="42672" y="2004060"/>
                  </a:lnTo>
                  <a:lnTo>
                    <a:pt x="44196" y="2004060"/>
                  </a:lnTo>
                  <a:lnTo>
                    <a:pt x="44196" y="984504"/>
                  </a:lnTo>
                  <a:close/>
                </a:path>
                <a:path w="334009" h="2004060">
                  <a:moveTo>
                    <a:pt x="48768" y="752856"/>
                  </a:moveTo>
                  <a:lnTo>
                    <a:pt x="47244" y="752856"/>
                  </a:lnTo>
                  <a:lnTo>
                    <a:pt x="47244" y="2004060"/>
                  </a:lnTo>
                  <a:lnTo>
                    <a:pt x="48768" y="2004060"/>
                  </a:lnTo>
                  <a:lnTo>
                    <a:pt x="48768" y="752856"/>
                  </a:lnTo>
                  <a:close/>
                </a:path>
                <a:path w="334009" h="2004060">
                  <a:moveTo>
                    <a:pt x="54864" y="1078992"/>
                  </a:moveTo>
                  <a:lnTo>
                    <a:pt x="51816" y="1078992"/>
                  </a:lnTo>
                  <a:lnTo>
                    <a:pt x="51816" y="2004060"/>
                  </a:lnTo>
                  <a:lnTo>
                    <a:pt x="54864" y="2004060"/>
                  </a:lnTo>
                  <a:lnTo>
                    <a:pt x="54864" y="1078992"/>
                  </a:lnTo>
                  <a:close/>
                </a:path>
                <a:path w="334009" h="2004060">
                  <a:moveTo>
                    <a:pt x="59436" y="606552"/>
                  </a:moveTo>
                  <a:lnTo>
                    <a:pt x="56388" y="606552"/>
                  </a:lnTo>
                  <a:lnTo>
                    <a:pt x="56388" y="2004060"/>
                  </a:lnTo>
                  <a:lnTo>
                    <a:pt x="59436" y="2004060"/>
                  </a:lnTo>
                  <a:lnTo>
                    <a:pt x="59436" y="606552"/>
                  </a:lnTo>
                  <a:close/>
                </a:path>
                <a:path w="334009" h="2004060">
                  <a:moveTo>
                    <a:pt x="64008" y="1077468"/>
                  </a:moveTo>
                  <a:lnTo>
                    <a:pt x="62484" y="1077468"/>
                  </a:lnTo>
                  <a:lnTo>
                    <a:pt x="62484" y="2004060"/>
                  </a:lnTo>
                  <a:lnTo>
                    <a:pt x="64008" y="2004060"/>
                  </a:lnTo>
                  <a:lnTo>
                    <a:pt x="64008" y="1077468"/>
                  </a:lnTo>
                  <a:close/>
                </a:path>
                <a:path w="334009" h="2004060">
                  <a:moveTo>
                    <a:pt x="68580" y="509016"/>
                  </a:moveTo>
                  <a:lnTo>
                    <a:pt x="67056" y="509016"/>
                  </a:lnTo>
                  <a:lnTo>
                    <a:pt x="67056" y="2004060"/>
                  </a:lnTo>
                  <a:lnTo>
                    <a:pt x="68580" y="2004060"/>
                  </a:lnTo>
                  <a:lnTo>
                    <a:pt x="68580" y="509016"/>
                  </a:lnTo>
                  <a:close/>
                </a:path>
                <a:path w="334009" h="2004060">
                  <a:moveTo>
                    <a:pt x="73152" y="1362456"/>
                  </a:moveTo>
                  <a:lnTo>
                    <a:pt x="71628" y="1362456"/>
                  </a:lnTo>
                  <a:lnTo>
                    <a:pt x="71628" y="2004060"/>
                  </a:lnTo>
                  <a:lnTo>
                    <a:pt x="73152" y="2004060"/>
                  </a:lnTo>
                  <a:lnTo>
                    <a:pt x="73152" y="1362456"/>
                  </a:lnTo>
                  <a:close/>
                </a:path>
                <a:path w="334009" h="2004060">
                  <a:moveTo>
                    <a:pt x="77724" y="1362456"/>
                  </a:moveTo>
                  <a:lnTo>
                    <a:pt x="76200" y="1362456"/>
                  </a:lnTo>
                  <a:lnTo>
                    <a:pt x="76200" y="2004060"/>
                  </a:lnTo>
                  <a:lnTo>
                    <a:pt x="77724" y="2004060"/>
                  </a:lnTo>
                  <a:lnTo>
                    <a:pt x="77724" y="1362456"/>
                  </a:lnTo>
                  <a:close/>
                </a:path>
                <a:path w="334009" h="2004060">
                  <a:moveTo>
                    <a:pt x="82296" y="928116"/>
                  </a:moveTo>
                  <a:lnTo>
                    <a:pt x="80772" y="928116"/>
                  </a:lnTo>
                  <a:lnTo>
                    <a:pt x="80772" y="2004060"/>
                  </a:lnTo>
                  <a:lnTo>
                    <a:pt x="82296" y="2004060"/>
                  </a:lnTo>
                  <a:lnTo>
                    <a:pt x="82296" y="928116"/>
                  </a:lnTo>
                  <a:close/>
                </a:path>
                <a:path w="334009" h="2004060">
                  <a:moveTo>
                    <a:pt x="86868" y="1021080"/>
                  </a:moveTo>
                  <a:lnTo>
                    <a:pt x="85344" y="1021080"/>
                  </a:lnTo>
                  <a:lnTo>
                    <a:pt x="85344" y="2004060"/>
                  </a:lnTo>
                  <a:lnTo>
                    <a:pt x="86868" y="2004060"/>
                  </a:lnTo>
                  <a:lnTo>
                    <a:pt x="86868" y="1021080"/>
                  </a:lnTo>
                  <a:close/>
                </a:path>
                <a:path w="334009" h="2004060">
                  <a:moveTo>
                    <a:pt x="91440" y="954024"/>
                  </a:moveTo>
                  <a:lnTo>
                    <a:pt x="89916" y="954024"/>
                  </a:lnTo>
                  <a:lnTo>
                    <a:pt x="89916" y="2004060"/>
                  </a:lnTo>
                  <a:lnTo>
                    <a:pt x="91440" y="2004060"/>
                  </a:lnTo>
                  <a:lnTo>
                    <a:pt x="91440" y="954024"/>
                  </a:lnTo>
                  <a:close/>
                </a:path>
                <a:path w="334009" h="2004060">
                  <a:moveTo>
                    <a:pt x="97536" y="954024"/>
                  </a:moveTo>
                  <a:lnTo>
                    <a:pt x="94488" y="954024"/>
                  </a:lnTo>
                  <a:lnTo>
                    <a:pt x="94488" y="2004060"/>
                  </a:lnTo>
                  <a:lnTo>
                    <a:pt x="97536" y="2004060"/>
                  </a:lnTo>
                  <a:lnTo>
                    <a:pt x="97536" y="954024"/>
                  </a:lnTo>
                  <a:close/>
                </a:path>
                <a:path w="334009" h="2004060">
                  <a:moveTo>
                    <a:pt x="102108" y="701040"/>
                  </a:moveTo>
                  <a:lnTo>
                    <a:pt x="99060" y="701040"/>
                  </a:lnTo>
                  <a:lnTo>
                    <a:pt x="99060" y="2004060"/>
                  </a:lnTo>
                  <a:lnTo>
                    <a:pt x="102108" y="2004060"/>
                  </a:lnTo>
                  <a:lnTo>
                    <a:pt x="102108" y="701040"/>
                  </a:lnTo>
                  <a:close/>
                </a:path>
                <a:path w="334009" h="2004060">
                  <a:moveTo>
                    <a:pt x="106680" y="1068324"/>
                  </a:moveTo>
                  <a:lnTo>
                    <a:pt x="105156" y="1068324"/>
                  </a:lnTo>
                  <a:lnTo>
                    <a:pt x="105156" y="2004060"/>
                  </a:lnTo>
                  <a:lnTo>
                    <a:pt x="106680" y="2004060"/>
                  </a:lnTo>
                  <a:lnTo>
                    <a:pt x="106680" y="1068324"/>
                  </a:lnTo>
                  <a:close/>
                </a:path>
                <a:path w="334009" h="2004060">
                  <a:moveTo>
                    <a:pt x="111252" y="870204"/>
                  </a:moveTo>
                  <a:lnTo>
                    <a:pt x="109728" y="870204"/>
                  </a:lnTo>
                  <a:lnTo>
                    <a:pt x="109728" y="2004060"/>
                  </a:lnTo>
                  <a:lnTo>
                    <a:pt x="111252" y="2004060"/>
                  </a:lnTo>
                  <a:lnTo>
                    <a:pt x="111252" y="870204"/>
                  </a:lnTo>
                  <a:close/>
                </a:path>
                <a:path w="334009" h="2004060">
                  <a:moveTo>
                    <a:pt x="115824" y="954024"/>
                  </a:moveTo>
                  <a:lnTo>
                    <a:pt x="114300" y="954024"/>
                  </a:lnTo>
                  <a:lnTo>
                    <a:pt x="114300" y="2004060"/>
                  </a:lnTo>
                  <a:lnTo>
                    <a:pt x="115824" y="2004060"/>
                  </a:lnTo>
                  <a:lnTo>
                    <a:pt x="115824" y="954024"/>
                  </a:lnTo>
                  <a:close/>
                </a:path>
                <a:path w="334009" h="2004060">
                  <a:moveTo>
                    <a:pt x="120396" y="984504"/>
                  </a:moveTo>
                  <a:lnTo>
                    <a:pt x="118872" y="984504"/>
                  </a:lnTo>
                  <a:lnTo>
                    <a:pt x="118872" y="2004060"/>
                  </a:lnTo>
                  <a:lnTo>
                    <a:pt x="120396" y="2004060"/>
                  </a:lnTo>
                  <a:lnTo>
                    <a:pt x="120396" y="984504"/>
                  </a:lnTo>
                  <a:close/>
                </a:path>
                <a:path w="334009" h="2004060">
                  <a:moveTo>
                    <a:pt x="124968" y="870204"/>
                  </a:moveTo>
                  <a:lnTo>
                    <a:pt x="123444" y="870204"/>
                  </a:lnTo>
                  <a:lnTo>
                    <a:pt x="123444" y="2004060"/>
                  </a:lnTo>
                  <a:lnTo>
                    <a:pt x="124968" y="2004060"/>
                  </a:lnTo>
                  <a:lnTo>
                    <a:pt x="124968" y="870204"/>
                  </a:lnTo>
                  <a:close/>
                </a:path>
                <a:path w="334009" h="2004060">
                  <a:moveTo>
                    <a:pt x="129540" y="928116"/>
                  </a:moveTo>
                  <a:lnTo>
                    <a:pt x="128016" y="928116"/>
                  </a:lnTo>
                  <a:lnTo>
                    <a:pt x="128016" y="2004060"/>
                  </a:lnTo>
                  <a:lnTo>
                    <a:pt x="129540" y="2004060"/>
                  </a:lnTo>
                  <a:lnTo>
                    <a:pt x="129540" y="928116"/>
                  </a:lnTo>
                  <a:close/>
                </a:path>
                <a:path w="334009" h="2004060">
                  <a:moveTo>
                    <a:pt x="135636" y="886968"/>
                  </a:moveTo>
                  <a:lnTo>
                    <a:pt x="132588" y="886968"/>
                  </a:lnTo>
                  <a:lnTo>
                    <a:pt x="132588" y="2004060"/>
                  </a:lnTo>
                  <a:lnTo>
                    <a:pt x="135636" y="2004060"/>
                  </a:lnTo>
                  <a:lnTo>
                    <a:pt x="135636" y="886968"/>
                  </a:lnTo>
                  <a:close/>
                </a:path>
                <a:path w="334009" h="2004060">
                  <a:moveTo>
                    <a:pt x="140208" y="917448"/>
                  </a:moveTo>
                  <a:lnTo>
                    <a:pt x="137160" y="917448"/>
                  </a:lnTo>
                  <a:lnTo>
                    <a:pt x="137160" y="2004060"/>
                  </a:lnTo>
                  <a:lnTo>
                    <a:pt x="140208" y="2004060"/>
                  </a:lnTo>
                  <a:lnTo>
                    <a:pt x="140208" y="917448"/>
                  </a:lnTo>
                  <a:close/>
                </a:path>
                <a:path w="334009" h="2004060">
                  <a:moveTo>
                    <a:pt x="144780" y="906780"/>
                  </a:moveTo>
                  <a:lnTo>
                    <a:pt x="141732" y="906780"/>
                  </a:lnTo>
                  <a:lnTo>
                    <a:pt x="141732" y="2004060"/>
                  </a:lnTo>
                  <a:lnTo>
                    <a:pt x="144780" y="2004060"/>
                  </a:lnTo>
                  <a:lnTo>
                    <a:pt x="144780" y="906780"/>
                  </a:lnTo>
                  <a:close/>
                </a:path>
                <a:path w="334009" h="2004060">
                  <a:moveTo>
                    <a:pt x="149352" y="836676"/>
                  </a:moveTo>
                  <a:lnTo>
                    <a:pt x="147828" y="836676"/>
                  </a:lnTo>
                  <a:lnTo>
                    <a:pt x="147828" y="2004060"/>
                  </a:lnTo>
                  <a:lnTo>
                    <a:pt x="149352" y="2004060"/>
                  </a:lnTo>
                  <a:lnTo>
                    <a:pt x="149352" y="836676"/>
                  </a:lnTo>
                  <a:close/>
                </a:path>
                <a:path w="334009" h="2004060">
                  <a:moveTo>
                    <a:pt x="153924" y="885444"/>
                  </a:moveTo>
                  <a:lnTo>
                    <a:pt x="152400" y="885444"/>
                  </a:lnTo>
                  <a:lnTo>
                    <a:pt x="152400" y="2004060"/>
                  </a:lnTo>
                  <a:lnTo>
                    <a:pt x="153924" y="2004060"/>
                  </a:lnTo>
                  <a:lnTo>
                    <a:pt x="153924" y="885444"/>
                  </a:lnTo>
                  <a:close/>
                </a:path>
                <a:path w="334009" h="2004060">
                  <a:moveTo>
                    <a:pt x="158496" y="886968"/>
                  </a:moveTo>
                  <a:lnTo>
                    <a:pt x="156972" y="886968"/>
                  </a:lnTo>
                  <a:lnTo>
                    <a:pt x="156972" y="2004060"/>
                  </a:lnTo>
                  <a:lnTo>
                    <a:pt x="158496" y="2004060"/>
                  </a:lnTo>
                  <a:lnTo>
                    <a:pt x="158496" y="886968"/>
                  </a:lnTo>
                  <a:close/>
                </a:path>
                <a:path w="334009" h="2004060">
                  <a:moveTo>
                    <a:pt x="163068" y="755904"/>
                  </a:moveTo>
                  <a:lnTo>
                    <a:pt x="161544" y="755904"/>
                  </a:lnTo>
                  <a:lnTo>
                    <a:pt x="161544" y="2004060"/>
                  </a:lnTo>
                  <a:lnTo>
                    <a:pt x="163068" y="2004060"/>
                  </a:lnTo>
                  <a:lnTo>
                    <a:pt x="163068" y="755904"/>
                  </a:lnTo>
                  <a:close/>
                </a:path>
                <a:path w="334009" h="2004060">
                  <a:moveTo>
                    <a:pt x="167640" y="870204"/>
                  </a:moveTo>
                  <a:lnTo>
                    <a:pt x="166116" y="870204"/>
                  </a:lnTo>
                  <a:lnTo>
                    <a:pt x="166116" y="2004060"/>
                  </a:lnTo>
                  <a:lnTo>
                    <a:pt x="167640" y="2004060"/>
                  </a:lnTo>
                  <a:lnTo>
                    <a:pt x="167640" y="870204"/>
                  </a:lnTo>
                  <a:close/>
                </a:path>
                <a:path w="334009" h="2004060">
                  <a:moveTo>
                    <a:pt x="172212" y="984504"/>
                  </a:moveTo>
                  <a:lnTo>
                    <a:pt x="170688" y="984504"/>
                  </a:lnTo>
                  <a:lnTo>
                    <a:pt x="170688" y="2004060"/>
                  </a:lnTo>
                  <a:lnTo>
                    <a:pt x="172212" y="2004060"/>
                  </a:lnTo>
                  <a:lnTo>
                    <a:pt x="172212" y="984504"/>
                  </a:lnTo>
                  <a:close/>
                </a:path>
                <a:path w="334009" h="2004060">
                  <a:moveTo>
                    <a:pt x="178308" y="886968"/>
                  </a:moveTo>
                  <a:lnTo>
                    <a:pt x="175260" y="886968"/>
                  </a:lnTo>
                  <a:lnTo>
                    <a:pt x="175260" y="2004060"/>
                  </a:lnTo>
                  <a:lnTo>
                    <a:pt x="178308" y="2004060"/>
                  </a:lnTo>
                  <a:lnTo>
                    <a:pt x="178308" y="886968"/>
                  </a:lnTo>
                  <a:close/>
                </a:path>
                <a:path w="334009" h="2004060">
                  <a:moveTo>
                    <a:pt x="182880" y="944880"/>
                  </a:moveTo>
                  <a:lnTo>
                    <a:pt x="179832" y="944880"/>
                  </a:lnTo>
                  <a:lnTo>
                    <a:pt x="179832" y="2004060"/>
                  </a:lnTo>
                  <a:lnTo>
                    <a:pt x="182880" y="2004060"/>
                  </a:lnTo>
                  <a:lnTo>
                    <a:pt x="182880" y="944880"/>
                  </a:lnTo>
                  <a:close/>
                </a:path>
                <a:path w="334009" h="2004060">
                  <a:moveTo>
                    <a:pt x="187452" y="1021080"/>
                  </a:moveTo>
                  <a:lnTo>
                    <a:pt x="185928" y="1021080"/>
                  </a:lnTo>
                  <a:lnTo>
                    <a:pt x="185928" y="2004060"/>
                  </a:lnTo>
                  <a:lnTo>
                    <a:pt x="187452" y="2004060"/>
                  </a:lnTo>
                  <a:lnTo>
                    <a:pt x="187452" y="1021080"/>
                  </a:lnTo>
                  <a:close/>
                </a:path>
                <a:path w="334009" h="2004060">
                  <a:moveTo>
                    <a:pt x="192024" y="854964"/>
                  </a:moveTo>
                  <a:lnTo>
                    <a:pt x="190500" y="854964"/>
                  </a:lnTo>
                  <a:lnTo>
                    <a:pt x="190500" y="2004060"/>
                  </a:lnTo>
                  <a:lnTo>
                    <a:pt x="192024" y="2004060"/>
                  </a:lnTo>
                  <a:lnTo>
                    <a:pt x="192024" y="854964"/>
                  </a:lnTo>
                  <a:close/>
                </a:path>
                <a:path w="334009" h="2004060">
                  <a:moveTo>
                    <a:pt x="196596" y="906780"/>
                  </a:moveTo>
                  <a:lnTo>
                    <a:pt x="195072" y="906780"/>
                  </a:lnTo>
                  <a:lnTo>
                    <a:pt x="195072" y="2004060"/>
                  </a:lnTo>
                  <a:lnTo>
                    <a:pt x="196596" y="2004060"/>
                  </a:lnTo>
                  <a:lnTo>
                    <a:pt x="196596" y="906780"/>
                  </a:lnTo>
                  <a:close/>
                </a:path>
                <a:path w="334009" h="2004060">
                  <a:moveTo>
                    <a:pt x="201168" y="934212"/>
                  </a:moveTo>
                  <a:lnTo>
                    <a:pt x="199644" y="934212"/>
                  </a:lnTo>
                  <a:lnTo>
                    <a:pt x="199644" y="2004060"/>
                  </a:lnTo>
                  <a:lnTo>
                    <a:pt x="201168" y="2004060"/>
                  </a:lnTo>
                  <a:lnTo>
                    <a:pt x="201168" y="934212"/>
                  </a:lnTo>
                  <a:close/>
                </a:path>
                <a:path w="334009" h="2004060">
                  <a:moveTo>
                    <a:pt x="205740" y="886968"/>
                  </a:moveTo>
                  <a:lnTo>
                    <a:pt x="204216" y="886968"/>
                  </a:lnTo>
                  <a:lnTo>
                    <a:pt x="204216" y="2004060"/>
                  </a:lnTo>
                  <a:lnTo>
                    <a:pt x="205740" y="2004060"/>
                  </a:lnTo>
                  <a:lnTo>
                    <a:pt x="205740" y="886968"/>
                  </a:lnTo>
                  <a:close/>
                </a:path>
                <a:path w="334009" h="2004060">
                  <a:moveTo>
                    <a:pt x="210312" y="1021080"/>
                  </a:moveTo>
                  <a:lnTo>
                    <a:pt x="208788" y="1021080"/>
                  </a:lnTo>
                  <a:lnTo>
                    <a:pt x="208788" y="2004060"/>
                  </a:lnTo>
                  <a:lnTo>
                    <a:pt x="210312" y="2004060"/>
                  </a:lnTo>
                  <a:lnTo>
                    <a:pt x="210312" y="1021080"/>
                  </a:lnTo>
                  <a:close/>
                </a:path>
                <a:path w="334009" h="2004060">
                  <a:moveTo>
                    <a:pt x="214884" y="1021080"/>
                  </a:moveTo>
                  <a:lnTo>
                    <a:pt x="213360" y="1021080"/>
                  </a:lnTo>
                  <a:lnTo>
                    <a:pt x="213360" y="2004060"/>
                  </a:lnTo>
                  <a:lnTo>
                    <a:pt x="214884" y="2004060"/>
                  </a:lnTo>
                  <a:lnTo>
                    <a:pt x="214884" y="1021080"/>
                  </a:lnTo>
                  <a:close/>
                </a:path>
                <a:path w="334009" h="2004060">
                  <a:moveTo>
                    <a:pt x="220980" y="963168"/>
                  </a:moveTo>
                  <a:lnTo>
                    <a:pt x="217932" y="963168"/>
                  </a:lnTo>
                  <a:lnTo>
                    <a:pt x="217932" y="2004060"/>
                  </a:lnTo>
                  <a:lnTo>
                    <a:pt x="220980" y="2004060"/>
                  </a:lnTo>
                  <a:lnTo>
                    <a:pt x="220980" y="963168"/>
                  </a:lnTo>
                  <a:close/>
                </a:path>
                <a:path w="334009" h="2004060">
                  <a:moveTo>
                    <a:pt x="225552" y="839724"/>
                  </a:moveTo>
                  <a:lnTo>
                    <a:pt x="222504" y="839724"/>
                  </a:lnTo>
                  <a:lnTo>
                    <a:pt x="222504" y="2004060"/>
                  </a:lnTo>
                  <a:lnTo>
                    <a:pt x="225552" y="2004060"/>
                  </a:lnTo>
                  <a:lnTo>
                    <a:pt x="225552" y="839724"/>
                  </a:lnTo>
                  <a:close/>
                </a:path>
                <a:path w="334009" h="2004060">
                  <a:moveTo>
                    <a:pt x="230124" y="839724"/>
                  </a:moveTo>
                  <a:lnTo>
                    <a:pt x="228600" y="839724"/>
                  </a:lnTo>
                  <a:lnTo>
                    <a:pt x="228600" y="2004060"/>
                  </a:lnTo>
                  <a:lnTo>
                    <a:pt x="230124" y="2004060"/>
                  </a:lnTo>
                  <a:lnTo>
                    <a:pt x="230124" y="839724"/>
                  </a:lnTo>
                  <a:close/>
                </a:path>
                <a:path w="334009" h="2004060">
                  <a:moveTo>
                    <a:pt x="234696" y="946404"/>
                  </a:moveTo>
                  <a:lnTo>
                    <a:pt x="233172" y="946404"/>
                  </a:lnTo>
                  <a:lnTo>
                    <a:pt x="233172" y="2004060"/>
                  </a:lnTo>
                  <a:lnTo>
                    <a:pt x="234696" y="2004060"/>
                  </a:lnTo>
                  <a:lnTo>
                    <a:pt x="234696" y="946404"/>
                  </a:lnTo>
                  <a:close/>
                </a:path>
                <a:path w="334009" h="2004060">
                  <a:moveTo>
                    <a:pt x="239268" y="839724"/>
                  </a:moveTo>
                  <a:lnTo>
                    <a:pt x="237744" y="839724"/>
                  </a:lnTo>
                  <a:lnTo>
                    <a:pt x="237744" y="2004060"/>
                  </a:lnTo>
                  <a:lnTo>
                    <a:pt x="239268" y="2004060"/>
                  </a:lnTo>
                  <a:lnTo>
                    <a:pt x="239268" y="839724"/>
                  </a:lnTo>
                  <a:close/>
                </a:path>
                <a:path w="334009" h="2004060">
                  <a:moveTo>
                    <a:pt x="243840" y="839724"/>
                  </a:moveTo>
                  <a:lnTo>
                    <a:pt x="242316" y="839724"/>
                  </a:lnTo>
                  <a:lnTo>
                    <a:pt x="242316" y="2004060"/>
                  </a:lnTo>
                  <a:lnTo>
                    <a:pt x="243840" y="2004060"/>
                  </a:lnTo>
                  <a:lnTo>
                    <a:pt x="243840" y="839724"/>
                  </a:lnTo>
                  <a:close/>
                </a:path>
                <a:path w="334009" h="2004060">
                  <a:moveTo>
                    <a:pt x="248412" y="792480"/>
                  </a:moveTo>
                  <a:lnTo>
                    <a:pt x="246888" y="792480"/>
                  </a:lnTo>
                  <a:lnTo>
                    <a:pt x="246888" y="2004060"/>
                  </a:lnTo>
                  <a:lnTo>
                    <a:pt x="248412" y="2004060"/>
                  </a:lnTo>
                  <a:lnTo>
                    <a:pt x="248412" y="792480"/>
                  </a:lnTo>
                  <a:close/>
                </a:path>
                <a:path w="334009" h="2004060">
                  <a:moveTo>
                    <a:pt x="252984" y="920496"/>
                  </a:moveTo>
                  <a:lnTo>
                    <a:pt x="251460" y="920496"/>
                  </a:lnTo>
                  <a:lnTo>
                    <a:pt x="251460" y="2004060"/>
                  </a:lnTo>
                  <a:lnTo>
                    <a:pt x="252984" y="2004060"/>
                  </a:lnTo>
                  <a:lnTo>
                    <a:pt x="252984" y="920496"/>
                  </a:lnTo>
                  <a:close/>
                </a:path>
                <a:path w="334009" h="2004060">
                  <a:moveTo>
                    <a:pt x="259080" y="1021080"/>
                  </a:moveTo>
                  <a:lnTo>
                    <a:pt x="256032" y="1021080"/>
                  </a:lnTo>
                  <a:lnTo>
                    <a:pt x="256032" y="2004060"/>
                  </a:lnTo>
                  <a:lnTo>
                    <a:pt x="259080" y="2004060"/>
                  </a:lnTo>
                  <a:lnTo>
                    <a:pt x="259080" y="1021080"/>
                  </a:lnTo>
                  <a:close/>
                </a:path>
                <a:path w="334009" h="2004060">
                  <a:moveTo>
                    <a:pt x="263652" y="931164"/>
                  </a:moveTo>
                  <a:lnTo>
                    <a:pt x="260604" y="931164"/>
                  </a:lnTo>
                  <a:lnTo>
                    <a:pt x="260604" y="2004060"/>
                  </a:lnTo>
                  <a:lnTo>
                    <a:pt x="263652" y="2004060"/>
                  </a:lnTo>
                  <a:lnTo>
                    <a:pt x="263652" y="931164"/>
                  </a:lnTo>
                  <a:close/>
                </a:path>
                <a:path w="334009" h="2004060">
                  <a:moveTo>
                    <a:pt x="268224" y="539496"/>
                  </a:moveTo>
                  <a:lnTo>
                    <a:pt x="265176" y="539496"/>
                  </a:lnTo>
                  <a:lnTo>
                    <a:pt x="265176" y="2004060"/>
                  </a:lnTo>
                  <a:lnTo>
                    <a:pt x="268224" y="2004060"/>
                  </a:lnTo>
                  <a:lnTo>
                    <a:pt x="268224" y="539496"/>
                  </a:lnTo>
                  <a:close/>
                </a:path>
                <a:path w="334009" h="2004060">
                  <a:moveTo>
                    <a:pt x="272796" y="1331976"/>
                  </a:moveTo>
                  <a:lnTo>
                    <a:pt x="271272" y="1331976"/>
                  </a:lnTo>
                  <a:lnTo>
                    <a:pt x="271272" y="2004060"/>
                  </a:lnTo>
                  <a:lnTo>
                    <a:pt x="272796" y="2004060"/>
                  </a:lnTo>
                  <a:lnTo>
                    <a:pt x="272796" y="1331976"/>
                  </a:lnTo>
                  <a:close/>
                </a:path>
                <a:path w="334009" h="2004060">
                  <a:moveTo>
                    <a:pt x="277368" y="1217676"/>
                  </a:moveTo>
                  <a:lnTo>
                    <a:pt x="275844" y="1217676"/>
                  </a:lnTo>
                  <a:lnTo>
                    <a:pt x="275844" y="2004060"/>
                  </a:lnTo>
                  <a:lnTo>
                    <a:pt x="277368" y="2004060"/>
                  </a:lnTo>
                  <a:lnTo>
                    <a:pt x="277368" y="1217676"/>
                  </a:lnTo>
                  <a:close/>
                </a:path>
                <a:path w="334009" h="2004060">
                  <a:moveTo>
                    <a:pt x="281940" y="0"/>
                  </a:moveTo>
                  <a:lnTo>
                    <a:pt x="280416" y="0"/>
                  </a:lnTo>
                  <a:lnTo>
                    <a:pt x="280416" y="2004060"/>
                  </a:lnTo>
                  <a:lnTo>
                    <a:pt x="281940" y="2004060"/>
                  </a:lnTo>
                  <a:lnTo>
                    <a:pt x="281940" y="0"/>
                  </a:lnTo>
                  <a:close/>
                </a:path>
                <a:path w="334009" h="2004060">
                  <a:moveTo>
                    <a:pt x="286512" y="1284732"/>
                  </a:moveTo>
                  <a:lnTo>
                    <a:pt x="284988" y="1284732"/>
                  </a:lnTo>
                  <a:lnTo>
                    <a:pt x="284988" y="2004060"/>
                  </a:lnTo>
                  <a:lnTo>
                    <a:pt x="286512" y="2004060"/>
                  </a:lnTo>
                  <a:lnTo>
                    <a:pt x="286512" y="1284732"/>
                  </a:lnTo>
                  <a:close/>
                </a:path>
                <a:path w="334009" h="2004060">
                  <a:moveTo>
                    <a:pt x="291084" y="1284732"/>
                  </a:moveTo>
                  <a:lnTo>
                    <a:pt x="289560" y="1284732"/>
                  </a:lnTo>
                  <a:lnTo>
                    <a:pt x="289560" y="2004060"/>
                  </a:lnTo>
                  <a:lnTo>
                    <a:pt x="291084" y="2004060"/>
                  </a:lnTo>
                  <a:lnTo>
                    <a:pt x="291084" y="1284732"/>
                  </a:lnTo>
                  <a:close/>
                </a:path>
                <a:path w="334009" h="2004060">
                  <a:moveTo>
                    <a:pt x="295656" y="1284732"/>
                  </a:moveTo>
                  <a:lnTo>
                    <a:pt x="294132" y="1284732"/>
                  </a:lnTo>
                  <a:lnTo>
                    <a:pt x="294132" y="2004060"/>
                  </a:lnTo>
                  <a:lnTo>
                    <a:pt x="295656" y="2004060"/>
                  </a:lnTo>
                  <a:lnTo>
                    <a:pt x="295656" y="1284732"/>
                  </a:lnTo>
                  <a:close/>
                </a:path>
                <a:path w="334009" h="2004060">
                  <a:moveTo>
                    <a:pt x="301752" y="1284732"/>
                  </a:moveTo>
                  <a:lnTo>
                    <a:pt x="298704" y="1284732"/>
                  </a:lnTo>
                  <a:lnTo>
                    <a:pt x="298704" y="2004060"/>
                  </a:lnTo>
                  <a:lnTo>
                    <a:pt x="301752" y="2004060"/>
                  </a:lnTo>
                  <a:lnTo>
                    <a:pt x="301752" y="1284732"/>
                  </a:lnTo>
                  <a:close/>
                </a:path>
                <a:path w="334009" h="2004060">
                  <a:moveTo>
                    <a:pt x="306324" y="1284732"/>
                  </a:moveTo>
                  <a:lnTo>
                    <a:pt x="303276" y="1284732"/>
                  </a:lnTo>
                  <a:lnTo>
                    <a:pt x="303276" y="2004060"/>
                  </a:lnTo>
                  <a:lnTo>
                    <a:pt x="306324" y="2004060"/>
                  </a:lnTo>
                  <a:lnTo>
                    <a:pt x="306324" y="1284732"/>
                  </a:lnTo>
                  <a:close/>
                </a:path>
                <a:path w="334009" h="2004060">
                  <a:moveTo>
                    <a:pt x="310896" y="690372"/>
                  </a:moveTo>
                  <a:lnTo>
                    <a:pt x="309372" y="690372"/>
                  </a:lnTo>
                  <a:lnTo>
                    <a:pt x="309372" y="2004060"/>
                  </a:lnTo>
                  <a:lnTo>
                    <a:pt x="310896" y="2004060"/>
                  </a:lnTo>
                  <a:lnTo>
                    <a:pt x="310896" y="690372"/>
                  </a:lnTo>
                  <a:close/>
                </a:path>
                <a:path w="334009" h="2004060">
                  <a:moveTo>
                    <a:pt x="315468" y="644652"/>
                  </a:moveTo>
                  <a:lnTo>
                    <a:pt x="313944" y="644652"/>
                  </a:lnTo>
                  <a:lnTo>
                    <a:pt x="313944" y="2004060"/>
                  </a:lnTo>
                  <a:lnTo>
                    <a:pt x="315468" y="2004060"/>
                  </a:lnTo>
                  <a:lnTo>
                    <a:pt x="315468" y="644652"/>
                  </a:lnTo>
                  <a:close/>
                </a:path>
                <a:path w="334009" h="2004060">
                  <a:moveTo>
                    <a:pt x="320040" y="906780"/>
                  </a:moveTo>
                  <a:lnTo>
                    <a:pt x="318516" y="906780"/>
                  </a:lnTo>
                  <a:lnTo>
                    <a:pt x="318516" y="2004060"/>
                  </a:lnTo>
                  <a:lnTo>
                    <a:pt x="320040" y="2004060"/>
                  </a:lnTo>
                  <a:lnTo>
                    <a:pt x="320040" y="906780"/>
                  </a:lnTo>
                  <a:close/>
                </a:path>
                <a:path w="334009" h="2004060">
                  <a:moveTo>
                    <a:pt x="324612" y="643128"/>
                  </a:moveTo>
                  <a:lnTo>
                    <a:pt x="323088" y="643128"/>
                  </a:lnTo>
                  <a:lnTo>
                    <a:pt x="323088" y="2004060"/>
                  </a:lnTo>
                  <a:lnTo>
                    <a:pt x="324612" y="2004060"/>
                  </a:lnTo>
                  <a:lnTo>
                    <a:pt x="324612" y="643128"/>
                  </a:lnTo>
                  <a:close/>
                </a:path>
                <a:path w="334009" h="2004060">
                  <a:moveTo>
                    <a:pt x="329184" y="1152144"/>
                  </a:moveTo>
                  <a:lnTo>
                    <a:pt x="327660" y="1152144"/>
                  </a:lnTo>
                  <a:lnTo>
                    <a:pt x="327660" y="2004060"/>
                  </a:lnTo>
                  <a:lnTo>
                    <a:pt x="329184" y="2004060"/>
                  </a:lnTo>
                  <a:lnTo>
                    <a:pt x="329184" y="1152144"/>
                  </a:lnTo>
                  <a:close/>
                </a:path>
                <a:path w="334009" h="2004060">
                  <a:moveTo>
                    <a:pt x="333756" y="848868"/>
                  </a:moveTo>
                  <a:lnTo>
                    <a:pt x="332232" y="848868"/>
                  </a:lnTo>
                  <a:lnTo>
                    <a:pt x="332232" y="2004060"/>
                  </a:lnTo>
                  <a:lnTo>
                    <a:pt x="333756" y="2004060"/>
                  </a:lnTo>
                  <a:lnTo>
                    <a:pt x="333756" y="848868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196340" y="1709927"/>
              <a:ext cx="334010" cy="2153920"/>
            </a:xfrm>
            <a:custGeom>
              <a:avLst/>
              <a:gdLst/>
              <a:ahLst/>
              <a:cxnLst/>
              <a:rect l="l" t="t" r="r" b="b"/>
              <a:pathLst>
                <a:path w="334009" h="2153920">
                  <a:moveTo>
                    <a:pt x="1524" y="998220"/>
                  </a:moveTo>
                  <a:lnTo>
                    <a:pt x="0" y="998220"/>
                  </a:lnTo>
                  <a:lnTo>
                    <a:pt x="0" y="2153412"/>
                  </a:lnTo>
                  <a:lnTo>
                    <a:pt x="1524" y="2153412"/>
                  </a:lnTo>
                  <a:lnTo>
                    <a:pt x="1524" y="998220"/>
                  </a:lnTo>
                  <a:close/>
                </a:path>
                <a:path w="334009" h="2153920">
                  <a:moveTo>
                    <a:pt x="6096" y="650748"/>
                  </a:moveTo>
                  <a:lnTo>
                    <a:pt x="4572" y="650748"/>
                  </a:lnTo>
                  <a:lnTo>
                    <a:pt x="4572" y="2153412"/>
                  </a:lnTo>
                  <a:lnTo>
                    <a:pt x="6096" y="2153412"/>
                  </a:lnTo>
                  <a:lnTo>
                    <a:pt x="6096" y="650748"/>
                  </a:lnTo>
                  <a:close/>
                </a:path>
                <a:path w="334009" h="2153920">
                  <a:moveTo>
                    <a:pt x="12192" y="941832"/>
                  </a:moveTo>
                  <a:lnTo>
                    <a:pt x="9144" y="941832"/>
                  </a:lnTo>
                  <a:lnTo>
                    <a:pt x="9144" y="2153412"/>
                  </a:lnTo>
                  <a:lnTo>
                    <a:pt x="12192" y="2153412"/>
                  </a:lnTo>
                  <a:lnTo>
                    <a:pt x="12192" y="941832"/>
                  </a:lnTo>
                  <a:close/>
                </a:path>
                <a:path w="334009" h="2153920">
                  <a:moveTo>
                    <a:pt x="16764" y="792480"/>
                  </a:moveTo>
                  <a:lnTo>
                    <a:pt x="13716" y="792480"/>
                  </a:lnTo>
                  <a:lnTo>
                    <a:pt x="13716" y="2153412"/>
                  </a:lnTo>
                  <a:lnTo>
                    <a:pt x="16764" y="2153412"/>
                  </a:lnTo>
                  <a:lnTo>
                    <a:pt x="16764" y="792480"/>
                  </a:lnTo>
                  <a:close/>
                </a:path>
                <a:path w="334009" h="2153920">
                  <a:moveTo>
                    <a:pt x="21336" y="839724"/>
                  </a:moveTo>
                  <a:lnTo>
                    <a:pt x="19812" y="839724"/>
                  </a:lnTo>
                  <a:lnTo>
                    <a:pt x="19812" y="2153412"/>
                  </a:lnTo>
                  <a:lnTo>
                    <a:pt x="21336" y="2153412"/>
                  </a:lnTo>
                  <a:lnTo>
                    <a:pt x="21336" y="839724"/>
                  </a:lnTo>
                  <a:close/>
                </a:path>
                <a:path w="334009" h="2153920">
                  <a:moveTo>
                    <a:pt x="25908" y="839724"/>
                  </a:moveTo>
                  <a:lnTo>
                    <a:pt x="24384" y="839724"/>
                  </a:lnTo>
                  <a:lnTo>
                    <a:pt x="24384" y="2153412"/>
                  </a:lnTo>
                  <a:lnTo>
                    <a:pt x="25908" y="2153412"/>
                  </a:lnTo>
                  <a:lnTo>
                    <a:pt x="25908" y="839724"/>
                  </a:lnTo>
                  <a:close/>
                </a:path>
                <a:path w="334009" h="2153920">
                  <a:moveTo>
                    <a:pt x="30480" y="809244"/>
                  </a:moveTo>
                  <a:lnTo>
                    <a:pt x="28956" y="809244"/>
                  </a:lnTo>
                  <a:lnTo>
                    <a:pt x="28956" y="2153412"/>
                  </a:lnTo>
                  <a:lnTo>
                    <a:pt x="30480" y="2153412"/>
                  </a:lnTo>
                  <a:lnTo>
                    <a:pt x="30480" y="809244"/>
                  </a:lnTo>
                  <a:close/>
                </a:path>
                <a:path w="334009" h="2153920">
                  <a:moveTo>
                    <a:pt x="35052" y="905256"/>
                  </a:moveTo>
                  <a:lnTo>
                    <a:pt x="33528" y="905256"/>
                  </a:lnTo>
                  <a:lnTo>
                    <a:pt x="33528" y="2153412"/>
                  </a:lnTo>
                  <a:lnTo>
                    <a:pt x="35052" y="2153412"/>
                  </a:lnTo>
                  <a:lnTo>
                    <a:pt x="35052" y="905256"/>
                  </a:lnTo>
                  <a:close/>
                </a:path>
                <a:path w="334009" h="2153920">
                  <a:moveTo>
                    <a:pt x="39624" y="876300"/>
                  </a:moveTo>
                  <a:lnTo>
                    <a:pt x="38100" y="876300"/>
                  </a:lnTo>
                  <a:lnTo>
                    <a:pt x="38100" y="2153412"/>
                  </a:lnTo>
                  <a:lnTo>
                    <a:pt x="39624" y="2153412"/>
                  </a:lnTo>
                  <a:lnTo>
                    <a:pt x="39624" y="876300"/>
                  </a:lnTo>
                  <a:close/>
                </a:path>
                <a:path w="334009" h="2153920">
                  <a:moveTo>
                    <a:pt x="44196" y="678180"/>
                  </a:moveTo>
                  <a:lnTo>
                    <a:pt x="42672" y="678180"/>
                  </a:lnTo>
                  <a:lnTo>
                    <a:pt x="42672" y="2153412"/>
                  </a:lnTo>
                  <a:lnTo>
                    <a:pt x="44196" y="2153412"/>
                  </a:lnTo>
                  <a:lnTo>
                    <a:pt x="44196" y="678180"/>
                  </a:lnTo>
                  <a:close/>
                </a:path>
                <a:path w="334009" h="2153920">
                  <a:moveTo>
                    <a:pt x="50292" y="941832"/>
                  </a:moveTo>
                  <a:lnTo>
                    <a:pt x="47244" y="941832"/>
                  </a:lnTo>
                  <a:lnTo>
                    <a:pt x="47244" y="2153412"/>
                  </a:lnTo>
                  <a:lnTo>
                    <a:pt x="50292" y="2153412"/>
                  </a:lnTo>
                  <a:lnTo>
                    <a:pt x="50292" y="941832"/>
                  </a:lnTo>
                  <a:close/>
                </a:path>
                <a:path w="334009" h="2153920">
                  <a:moveTo>
                    <a:pt x="54864" y="1228344"/>
                  </a:moveTo>
                  <a:lnTo>
                    <a:pt x="51816" y="1228344"/>
                  </a:lnTo>
                  <a:lnTo>
                    <a:pt x="51816" y="2153412"/>
                  </a:lnTo>
                  <a:lnTo>
                    <a:pt x="54864" y="2153412"/>
                  </a:lnTo>
                  <a:lnTo>
                    <a:pt x="54864" y="1228344"/>
                  </a:lnTo>
                  <a:close/>
                </a:path>
                <a:path w="334009" h="2153920">
                  <a:moveTo>
                    <a:pt x="59436" y="1019556"/>
                  </a:moveTo>
                  <a:lnTo>
                    <a:pt x="56388" y="1019556"/>
                  </a:lnTo>
                  <a:lnTo>
                    <a:pt x="56388" y="2153412"/>
                  </a:lnTo>
                  <a:lnTo>
                    <a:pt x="59436" y="2153412"/>
                  </a:lnTo>
                  <a:lnTo>
                    <a:pt x="59436" y="1019556"/>
                  </a:lnTo>
                  <a:close/>
                </a:path>
                <a:path w="334009" h="2153920">
                  <a:moveTo>
                    <a:pt x="64008" y="678180"/>
                  </a:moveTo>
                  <a:lnTo>
                    <a:pt x="62484" y="678180"/>
                  </a:lnTo>
                  <a:lnTo>
                    <a:pt x="62484" y="2153412"/>
                  </a:lnTo>
                  <a:lnTo>
                    <a:pt x="64008" y="2153412"/>
                  </a:lnTo>
                  <a:lnTo>
                    <a:pt x="64008" y="678180"/>
                  </a:lnTo>
                  <a:close/>
                </a:path>
                <a:path w="334009" h="2153920">
                  <a:moveTo>
                    <a:pt x="68580" y="725424"/>
                  </a:moveTo>
                  <a:lnTo>
                    <a:pt x="67056" y="725424"/>
                  </a:lnTo>
                  <a:lnTo>
                    <a:pt x="67056" y="2153412"/>
                  </a:lnTo>
                  <a:lnTo>
                    <a:pt x="68580" y="2153412"/>
                  </a:lnTo>
                  <a:lnTo>
                    <a:pt x="68580" y="725424"/>
                  </a:lnTo>
                  <a:close/>
                </a:path>
                <a:path w="334009" h="2153920">
                  <a:moveTo>
                    <a:pt x="73152" y="1156716"/>
                  </a:moveTo>
                  <a:lnTo>
                    <a:pt x="71628" y="1156716"/>
                  </a:lnTo>
                  <a:lnTo>
                    <a:pt x="71628" y="2153412"/>
                  </a:lnTo>
                  <a:lnTo>
                    <a:pt x="73152" y="2153412"/>
                  </a:lnTo>
                  <a:lnTo>
                    <a:pt x="73152" y="1156716"/>
                  </a:lnTo>
                  <a:close/>
                </a:path>
                <a:path w="334009" h="2153920">
                  <a:moveTo>
                    <a:pt x="77724" y="1036320"/>
                  </a:moveTo>
                  <a:lnTo>
                    <a:pt x="76200" y="1036320"/>
                  </a:lnTo>
                  <a:lnTo>
                    <a:pt x="76200" y="2153412"/>
                  </a:lnTo>
                  <a:lnTo>
                    <a:pt x="77724" y="2153412"/>
                  </a:lnTo>
                  <a:lnTo>
                    <a:pt x="77724" y="1036320"/>
                  </a:lnTo>
                  <a:close/>
                </a:path>
                <a:path w="334009" h="2153920">
                  <a:moveTo>
                    <a:pt x="82296" y="981456"/>
                  </a:moveTo>
                  <a:lnTo>
                    <a:pt x="80772" y="981456"/>
                  </a:lnTo>
                  <a:lnTo>
                    <a:pt x="80772" y="2153412"/>
                  </a:lnTo>
                  <a:lnTo>
                    <a:pt x="82296" y="2153412"/>
                  </a:lnTo>
                  <a:lnTo>
                    <a:pt x="82296" y="981456"/>
                  </a:lnTo>
                  <a:close/>
                </a:path>
                <a:path w="334009" h="2153920">
                  <a:moveTo>
                    <a:pt x="86868" y="1414272"/>
                  </a:moveTo>
                  <a:lnTo>
                    <a:pt x="85344" y="1414272"/>
                  </a:lnTo>
                  <a:lnTo>
                    <a:pt x="85344" y="2153412"/>
                  </a:lnTo>
                  <a:lnTo>
                    <a:pt x="86868" y="2153412"/>
                  </a:lnTo>
                  <a:lnTo>
                    <a:pt x="86868" y="1414272"/>
                  </a:lnTo>
                  <a:close/>
                </a:path>
                <a:path w="334009" h="2153920">
                  <a:moveTo>
                    <a:pt x="92964" y="1511808"/>
                  </a:moveTo>
                  <a:lnTo>
                    <a:pt x="89916" y="1511808"/>
                  </a:lnTo>
                  <a:lnTo>
                    <a:pt x="89916" y="2153412"/>
                  </a:lnTo>
                  <a:lnTo>
                    <a:pt x="92964" y="2153412"/>
                  </a:lnTo>
                  <a:lnTo>
                    <a:pt x="92964" y="1511808"/>
                  </a:lnTo>
                  <a:close/>
                </a:path>
                <a:path w="334009" h="2153920">
                  <a:moveTo>
                    <a:pt x="97536" y="1434084"/>
                  </a:moveTo>
                  <a:lnTo>
                    <a:pt x="94488" y="1434084"/>
                  </a:lnTo>
                  <a:lnTo>
                    <a:pt x="94488" y="2153412"/>
                  </a:lnTo>
                  <a:lnTo>
                    <a:pt x="97536" y="2153412"/>
                  </a:lnTo>
                  <a:lnTo>
                    <a:pt x="97536" y="1434084"/>
                  </a:lnTo>
                  <a:close/>
                </a:path>
                <a:path w="334009" h="2153920">
                  <a:moveTo>
                    <a:pt x="102108" y="1467612"/>
                  </a:moveTo>
                  <a:lnTo>
                    <a:pt x="99060" y="1467612"/>
                  </a:lnTo>
                  <a:lnTo>
                    <a:pt x="99060" y="2153412"/>
                  </a:lnTo>
                  <a:lnTo>
                    <a:pt x="102108" y="2153412"/>
                  </a:lnTo>
                  <a:lnTo>
                    <a:pt x="102108" y="1467612"/>
                  </a:lnTo>
                  <a:close/>
                </a:path>
                <a:path w="334009" h="2153920">
                  <a:moveTo>
                    <a:pt x="106680" y="1661160"/>
                  </a:moveTo>
                  <a:lnTo>
                    <a:pt x="105156" y="1661160"/>
                  </a:lnTo>
                  <a:lnTo>
                    <a:pt x="105156" y="2153412"/>
                  </a:lnTo>
                  <a:lnTo>
                    <a:pt x="106680" y="2153412"/>
                  </a:lnTo>
                  <a:lnTo>
                    <a:pt x="106680" y="1661160"/>
                  </a:lnTo>
                  <a:close/>
                </a:path>
                <a:path w="334009" h="2153920">
                  <a:moveTo>
                    <a:pt x="111252" y="1056132"/>
                  </a:moveTo>
                  <a:lnTo>
                    <a:pt x="109728" y="1056132"/>
                  </a:lnTo>
                  <a:lnTo>
                    <a:pt x="109728" y="2153412"/>
                  </a:lnTo>
                  <a:lnTo>
                    <a:pt x="111252" y="2153412"/>
                  </a:lnTo>
                  <a:lnTo>
                    <a:pt x="111252" y="1056132"/>
                  </a:lnTo>
                  <a:close/>
                </a:path>
                <a:path w="334009" h="2153920">
                  <a:moveTo>
                    <a:pt x="115824" y="1019556"/>
                  </a:moveTo>
                  <a:lnTo>
                    <a:pt x="114300" y="1019556"/>
                  </a:lnTo>
                  <a:lnTo>
                    <a:pt x="114300" y="2153412"/>
                  </a:lnTo>
                  <a:lnTo>
                    <a:pt x="115824" y="2153412"/>
                  </a:lnTo>
                  <a:lnTo>
                    <a:pt x="115824" y="1019556"/>
                  </a:lnTo>
                  <a:close/>
                </a:path>
                <a:path w="334009" h="2153920">
                  <a:moveTo>
                    <a:pt x="120396" y="1330452"/>
                  </a:moveTo>
                  <a:lnTo>
                    <a:pt x="118872" y="1330452"/>
                  </a:lnTo>
                  <a:lnTo>
                    <a:pt x="118872" y="2153412"/>
                  </a:lnTo>
                  <a:lnTo>
                    <a:pt x="120396" y="2153412"/>
                  </a:lnTo>
                  <a:lnTo>
                    <a:pt x="120396" y="1330452"/>
                  </a:lnTo>
                  <a:close/>
                </a:path>
                <a:path w="334009" h="2153920">
                  <a:moveTo>
                    <a:pt x="124968" y="1319784"/>
                  </a:moveTo>
                  <a:lnTo>
                    <a:pt x="123444" y="1319784"/>
                  </a:lnTo>
                  <a:lnTo>
                    <a:pt x="123444" y="2153412"/>
                  </a:lnTo>
                  <a:lnTo>
                    <a:pt x="124968" y="2153412"/>
                  </a:lnTo>
                  <a:lnTo>
                    <a:pt x="124968" y="1319784"/>
                  </a:lnTo>
                  <a:close/>
                </a:path>
                <a:path w="334009" h="2153920">
                  <a:moveTo>
                    <a:pt x="129540" y="1283208"/>
                  </a:moveTo>
                  <a:lnTo>
                    <a:pt x="128016" y="1283208"/>
                  </a:lnTo>
                  <a:lnTo>
                    <a:pt x="128016" y="2153412"/>
                  </a:lnTo>
                  <a:lnTo>
                    <a:pt x="129540" y="2153412"/>
                  </a:lnTo>
                  <a:lnTo>
                    <a:pt x="129540" y="1283208"/>
                  </a:lnTo>
                  <a:close/>
                </a:path>
                <a:path w="334009" h="2153920">
                  <a:moveTo>
                    <a:pt x="135636" y="1103376"/>
                  </a:moveTo>
                  <a:lnTo>
                    <a:pt x="132588" y="1103376"/>
                  </a:lnTo>
                  <a:lnTo>
                    <a:pt x="132588" y="2153412"/>
                  </a:lnTo>
                  <a:lnTo>
                    <a:pt x="135636" y="2153412"/>
                  </a:lnTo>
                  <a:lnTo>
                    <a:pt x="135636" y="1103376"/>
                  </a:lnTo>
                  <a:close/>
                </a:path>
                <a:path w="334009" h="2153920">
                  <a:moveTo>
                    <a:pt x="140208" y="1077468"/>
                  </a:moveTo>
                  <a:lnTo>
                    <a:pt x="137160" y="1077468"/>
                  </a:lnTo>
                  <a:lnTo>
                    <a:pt x="137160" y="2153412"/>
                  </a:lnTo>
                  <a:lnTo>
                    <a:pt x="140208" y="2153412"/>
                  </a:lnTo>
                  <a:lnTo>
                    <a:pt x="140208" y="1077468"/>
                  </a:lnTo>
                  <a:close/>
                </a:path>
                <a:path w="334009" h="2153920">
                  <a:moveTo>
                    <a:pt x="144780" y="976884"/>
                  </a:moveTo>
                  <a:lnTo>
                    <a:pt x="143256" y="976884"/>
                  </a:lnTo>
                  <a:lnTo>
                    <a:pt x="143256" y="2153412"/>
                  </a:lnTo>
                  <a:lnTo>
                    <a:pt x="144780" y="2153412"/>
                  </a:lnTo>
                  <a:lnTo>
                    <a:pt x="144780" y="976884"/>
                  </a:lnTo>
                  <a:close/>
                </a:path>
                <a:path w="334009" h="2153920">
                  <a:moveTo>
                    <a:pt x="149352" y="1056132"/>
                  </a:moveTo>
                  <a:lnTo>
                    <a:pt x="147828" y="1056132"/>
                  </a:lnTo>
                  <a:lnTo>
                    <a:pt x="147828" y="2153412"/>
                  </a:lnTo>
                  <a:lnTo>
                    <a:pt x="149352" y="2153412"/>
                  </a:lnTo>
                  <a:lnTo>
                    <a:pt x="149352" y="1056132"/>
                  </a:lnTo>
                  <a:close/>
                </a:path>
                <a:path w="334009" h="2153920">
                  <a:moveTo>
                    <a:pt x="153924" y="1050036"/>
                  </a:moveTo>
                  <a:lnTo>
                    <a:pt x="152400" y="1050036"/>
                  </a:lnTo>
                  <a:lnTo>
                    <a:pt x="152400" y="2153412"/>
                  </a:lnTo>
                  <a:lnTo>
                    <a:pt x="153924" y="2153412"/>
                  </a:lnTo>
                  <a:lnTo>
                    <a:pt x="153924" y="1050036"/>
                  </a:lnTo>
                  <a:close/>
                </a:path>
                <a:path w="334009" h="2153920">
                  <a:moveTo>
                    <a:pt x="158496" y="1191768"/>
                  </a:moveTo>
                  <a:lnTo>
                    <a:pt x="156972" y="1191768"/>
                  </a:lnTo>
                  <a:lnTo>
                    <a:pt x="156972" y="2153412"/>
                  </a:lnTo>
                  <a:lnTo>
                    <a:pt x="158496" y="2153412"/>
                  </a:lnTo>
                  <a:lnTo>
                    <a:pt x="158496" y="1191768"/>
                  </a:lnTo>
                  <a:close/>
                </a:path>
                <a:path w="334009" h="2153920">
                  <a:moveTo>
                    <a:pt x="163068" y="1074420"/>
                  </a:moveTo>
                  <a:lnTo>
                    <a:pt x="161544" y="1074420"/>
                  </a:lnTo>
                  <a:lnTo>
                    <a:pt x="161544" y="2153412"/>
                  </a:lnTo>
                  <a:lnTo>
                    <a:pt x="163068" y="2153412"/>
                  </a:lnTo>
                  <a:lnTo>
                    <a:pt x="163068" y="1074420"/>
                  </a:lnTo>
                  <a:close/>
                </a:path>
                <a:path w="334009" h="2153920">
                  <a:moveTo>
                    <a:pt x="167640" y="1094232"/>
                  </a:moveTo>
                  <a:lnTo>
                    <a:pt x="166116" y="1094232"/>
                  </a:lnTo>
                  <a:lnTo>
                    <a:pt x="166116" y="2153412"/>
                  </a:lnTo>
                  <a:lnTo>
                    <a:pt x="167640" y="2153412"/>
                  </a:lnTo>
                  <a:lnTo>
                    <a:pt x="167640" y="1094232"/>
                  </a:lnTo>
                  <a:close/>
                </a:path>
                <a:path w="334009" h="2153920">
                  <a:moveTo>
                    <a:pt x="173736" y="1434084"/>
                  </a:moveTo>
                  <a:lnTo>
                    <a:pt x="170688" y="1434084"/>
                  </a:lnTo>
                  <a:lnTo>
                    <a:pt x="170688" y="2153412"/>
                  </a:lnTo>
                  <a:lnTo>
                    <a:pt x="173736" y="2153412"/>
                  </a:lnTo>
                  <a:lnTo>
                    <a:pt x="173736" y="1434084"/>
                  </a:lnTo>
                  <a:close/>
                </a:path>
                <a:path w="334009" h="2153920">
                  <a:moveTo>
                    <a:pt x="178308" y="1056132"/>
                  </a:moveTo>
                  <a:lnTo>
                    <a:pt x="175260" y="1056132"/>
                  </a:lnTo>
                  <a:lnTo>
                    <a:pt x="175260" y="2153412"/>
                  </a:lnTo>
                  <a:lnTo>
                    <a:pt x="178308" y="2153412"/>
                  </a:lnTo>
                  <a:lnTo>
                    <a:pt x="178308" y="1056132"/>
                  </a:lnTo>
                  <a:close/>
                </a:path>
                <a:path w="334009" h="2153920">
                  <a:moveTo>
                    <a:pt x="182880" y="941832"/>
                  </a:moveTo>
                  <a:lnTo>
                    <a:pt x="179832" y="941832"/>
                  </a:lnTo>
                  <a:lnTo>
                    <a:pt x="179832" y="2153412"/>
                  </a:lnTo>
                  <a:lnTo>
                    <a:pt x="182880" y="2153412"/>
                  </a:lnTo>
                  <a:lnTo>
                    <a:pt x="182880" y="941832"/>
                  </a:lnTo>
                  <a:close/>
                </a:path>
                <a:path w="334009" h="2153920">
                  <a:moveTo>
                    <a:pt x="187452" y="918972"/>
                  </a:moveTo>
                  <a:lnTo>
                    <a:pt x="185928" y="918972"/>
                  </a:lnTo>
                  <a:lnTo>
                    <a:pt x="185928" y="2153412"/>
                  </a:lnTo>
                  <a:lnTo>
                    <a:pt x="187452" y="2153412"/>
                  </a:lnTo>
                  <a:lnTo>
                    <a:pt x="187452" y="918972"/>
                  </a:lnTo>
                  <a:close/>
                </a:path>
                <a:path w="334009" h="2153920">
                  <a:moveTo>
                    <a:pt x="192024" y="1434084"/>
                  </a:moveTo>
                  <a:lnTo>
                    <a:pt x="190500" y="1434084"/>
                  </a:lnTo>
                  <a:lnTo>
                    <a:pt x="190500" y="2153412"/>
                  </a:lnTo>
                  <a:lnTo>
                    <a:pt x="192024" y="2153412"/>
                  </a:lnTo>
                  <a:lnTo>
                    <a:pt x="192024" y="1434084"/>
                  </a:lnTo>
                  <a:close/>
                </a:path>
                <a:path w="334009" h="2153920">
                  <a:moveTo>
                    <a:pt x="196596" y="850392"/>
                  </a:moveTo>
                  <a:lnTo>
                    <a:pt x="195072" y="850392"/>
                  </a:lnTo>
                  <a:lnTo>
                    <a:pt x="195072" y="2153412"/>
                  </a:lnTo>
                  <a:lnTo>
                    <a:pt x="196596" y="2153412"/>
                  </a:lnTo>
                  <a:lnTo>
                    <a:pt x="196596" y="850392"/>
                  </a:lnTo>
                  <a:close/>
                </a:path>
                <a:path w="334009" h="2153920">
                  <a:moveTo>
                    <a:pt x="201168" y="876300"/>
                  </a:moveTo>
                  <a:lnTo>
                    <a:pt x="199644" y="876300"/>
                  </a:lnTo>
                  <a:lnTo>
                    <a:pt x="199644" y="2153412"/>
                  </a:lnTo>
                  <a:lnTo>
                    <a:pt x="201168" y="2153412"/>
                  </a:lnTo>
                  <a:lnTo>
                    <a:pt x="201168" y="876300"/>
                  </a:lnTo>
                  <a:close/>
                </a:path>
                <a:path w="334009" h="2153920">
                  <a:moveTo>
                    <a:pt x="205740" y="1342644"/>
                  </a:moveTo>
                  <a:lnTo>
                    <a:pt x="204216" y="1342644"/>
                  </a:lnTo>
                  <a:lnTo>
                    <a:pt x="204216" y="2153412"/>
                  </a:lnTo>
                  <a:lnTo>
                    <a:pt x="205740" y="2153412"/>
                  </a:lnTo>
                  <a:lnTo>
                    <a:pt x="205740" y="1342644"/>
                  </a:lnTo>
                  <a:close/>
                </a:path>
                <a:path w="334009" h="2153920">
                  <a:moveTo>
                    <a:pt x="210312" y="1511808"/>
                  </a:moveTo>
                  <a:lnTo>
                    <a:pt x="208788" y="1511808"/>
                  </a:lnTo>
                  <a:lnTo>
                    <a:pt x="208788" y="2153412"/>
                  </a:lnTo>
                  <a:lnTo>
                    <a:pt x="210312" y="2153412"/>
                  </a:lnTo>
                  <a:lnTo>
                    <a:pt x="210312" y="1511808"/>
                  </a:lnTo>
                  <a:close/>
                </a:path>
                <a:path w="334009" h="2153920">
                  <a:moveTo>
                    <a:pt x="216408" y="1556004"/>
                  </a:moveTo>
                  <a:lnTo>
                    <a:pt x="213360" y="1556004"/>
                  </a:lnTo>
                  <a:lnTo>
                    <a:pt x="213360" y="2153412"/>
                  </a:lnTo>
                  <a:lnTo>
                    <a:pt x="216408" y="2153412"/>
                  </a:lnTo>
                  <a:lnTo>
                    <a:pt x="216408" y="1556004"/>
                  </a:lnTo>
                  <a:close/>
                </a:path>
                <a:path w="334009" h="2153920">
                  <a:moveTo>
                    <a:pt x="220980" y="699516"/>
                  </a:moveTo>
                  <a:lnTo>
                    <a:pt x="217932" y="699516"/>
                  </a:lnTo>
                  <a:lnTo>
                    <a:pt x="217932" y="2153412"/>
                  </a:lnTo>
                  <a:lnTo>
                    <a:pt x="220980" y="2153412"/>
                  </a:lnTo>
                  <a:lnTo>
                    <a:pt x="220980" y="699516"/>
                  </a:lnTo>
                  <a:close/>
                </a:path>
                <a:path w="334009" h="2153920">
                  <a:moveTo>
                    <a:pt x="225552" y="964692"/>
                  </a:moveTo>
                  <a:lnTo>
                    <a:pt x="222504" y="964692"/>
                  </a:lnTo>
                  <a:lnTo>
                    <a:pt x="222504" y="2153412"/>
                  </a:lnTo>
                  <a:lnTo>
                    <a:pt x="225552" y="2153412"/>
                  </a:lnTo>
                  <a:lnTo>
                    <a:pt x="225552" y="964692"/>
                  </a:lnTo>
                  <a:close/>
                </a:path>
                <a:path w="334009" h="2153920">
                  <a:moveTo>
                    <a:pt x="230124" y="1170432"/>
                  </a:moveTo>
                  <a:lnTo>
                    <a:pt x="228600" y="1170432"/>
                  </a:lnTo>
                  <a:lnTo>
                    <a:pt x="228600" y="2153412"/>
                  </a:lnTo>
                  <a:lnTo>
                    <a:pt x="230124" y="2153412"/>
                  </a:lnTo>
                  <a:lnTo>
                    <a:pt x="230124" y="1170432"/>
                  </a:lnTo>
                  <a:close/>
                </a:path>
                <a:path w="334009" h="2153920">
                  <a:moveTo>
                    <a:pt x="234696" y="905256"/>
                  </a:moveTo>
                  <a:lnTo>
                    <a:pt x="233172" y="905256"/>
                  </a:lnTo>
                  <a:lnTo>
                    <a:pt x="233172" y="2153412"/>
                  </a:lnTo>
                  <a:lnTo>
                    <a:pt x="234696" y="2153412"/>
                  </a:lnTo>
                  <a:lnTo>
                    <a:pt x="234696" y="905256"/>
                  </a:lnTo>
                  <a:close/>
                </a:path>
                <a:path w="334009" h="2153920">
                  <a:moveTo>
                    <a:pt x="239268" y="1019556"/>
                  </a:moveTo>
                  <a:lnTo>
                    <a:pt x="237744" y="1019556"/>
                  </a:lnTo>
                  <a:lnTo>
                    <a:pt x="237744" y="2153412"/>
                  </a:lnTo>
                  <a:lnTo>
                    <a:pt x="239268" y="2153412"/>
                  </a:lnTo>
                  <a:lnTo>
                    <a:pt x="239268" y="1019556"/>
                  </a:lnTo>
                  <a:close/>
                </a:path>
                <a:path w="334009" h="2153920">
                  <a:moveTo>
                    <a:pt x="243840" y="850392"/>
                  </a:moveTo>
                  <a:lnTo>
                    <a:pt x="242316" y="850392"/>
                  </a:lnTo>
                  <a:lnTo>
                    <a:pt x="242316" y="2153412"/>
                  </a:lnTo>
                  <a:lnTo>
                    <a:pt x="243840" y="2153412"/>
                  </a:lnTo>
                  <a:lnTo>
                    <a:pt x="243840" y="850392"/>
                  </a:lnTo>
                  <a:close/>
                </a:path>
                <a:path w="334009" h="2153920">
                  <a:moveTo>
                    <a:pt x="248412" y="923544"/>
                  </a:moveTo>
                  <a:lnTo>
                    <a:pt x="246888" y="923544"/>
                  </a:lnTo>
                  <a:lnTo>
                    <a:pt x="246888" y="2153412"/>
                  </a:lnTo>
                  <a:lnTo>
                    <a:pt x="248412" y="2153412"/>
                  </a:lnTo>
                  <a:lnTo>
                    <a:pt x="248412" y="923544"/>
                  </a:lnTo>
                  <a:close/>
                </a:path>
                <a:path w="334009" h="2153920">
                  <a:moveTo>
                    <a:pt x="252984" y="926592"/>
                  </a:moveTo>
                  <a:lnTo>
                    <a:pt x="251460" y="926592"/>
                  </a:lnTo>
                  <a:lnTo>
                    <a:pt x="251460" y="2153412"/>
                  </a:lnTo>
                  <a:lnTo>
                    <a:pt x="252984" y="2153412"/>
                  </a:lnTo>
                  <a:lnTo>
                    <a:pt x="252984" y="926592"/>
                  </a:lnTo>
                  <a:close/>
                </a:path>
                <a:path w="334009" h="2153920">
                  <a:moveTo>
                    <a:pt x="259080" y="1133856"/>
                  </a:moveTo>
                  <a:lnTo>
                    <a:pt x="256032" y="1133856"/>
                  </a:lnTo>
                  <a:lnTo>
                    <a:pt x="256032" y="2153412"/>
                  </a:lnTo>
                  <a:lnTo>
                    <a:pt x="259080" y="2153412"/>
                  </a:lnTo>
                  <a:lnTo>
                    <a:pt x="259080" y="1133856"/>
                  </a:lnTo>
                  <a:close/>
                </a:path>
                <a:path w="334009" h="2153920">
                  <a:moveTo>
                    <a:pt x="263652" y="1106424"/>
                  </a:moveTo>
                  <a:lnTo>
                    <a:pt x="260604" y="1106424"/>
                  </a:lnTo>
                  <a:lnTo>
                    <a:pt x="260604" y="2153412"/>
                  </a:lnTo>
                  <a:lnTo>
                    <a:pt x="263652" y="2153412"/>
                  </a:lnTo>
                  <a:lnTo>
                    <a:pt x="263652" y="1106424"/>
                  </a:lnTo>
                  <a:close/>
                </a:path>
                <a:path w="334009" h="2153920">
                  <a:moveTo>
                    <a:pt x="268224" y="1019556"/>
                  </a:moveTo>
                  <a:lnTo>
                    <a:pt x="266700" y="1019556"/>
                  </a:lnTo>
                  <a:lnTo>
                    <a:pt x="266700" y="2153412"/>
                  </a:lnTo>
                  <a:lnTo>
                    <a:pt x="268224" y="2153412"/>
                  </a:lnTo>
                  <a:lnTo>
                    <a:pt x="268224" y="1019556"/>
                  </a:lnTo>
                  <a:close/>
                </a:path>
                <a:path w="334009" h="2153920">
                  <a:moveTo>
                    <a:pt x="272796" y="1170432"/>
                  </a:moveTo>
                  <a:lnTo>
                    <a:pt x="271272" y="1170432"/>
                  </a:lnTo>
                  <a:lnTo>
                    <a:pt x="271272" y="2153412"/>
                  </a:lnTo>
                  <a:lnTo>
                    <a:pt x="272796" y="2153412"/>
                  </a:lnTo>
                  <a:lnTo>
                    <a:pt x="272796" y="1170432"/>
                  </a:lnTo>
                  <a:close/>
                </a:path>
                <a:path w="334009" h="2153920">
                  <a:moveTo>
                    <a:pt x="277368" y="981456"/>
                  </a:moveTo>
                  <a:lnTo>
                    <a:pt x="275844" y="981456"/>
                  </a:lnTo>
                  <a:lnTo>
                    <a:pt x="275844" y="2153412"/>
                  </a:lnTo>
                  <a:lnTo>
                    <a:pt x="277368" y="2153412"/>
                  </a:lnTo>
                  <a:lnTo>
                    <a:pt x="277368" y="981456"/>
                  </a:lnTo>
                  <a:close/>
                </a:path>
                <a:path w="334009" h="2153920">
                  <a:moveTo>
                    <a:pt x="281940" y="1019556"/>
                  </a:moveTo>
                  <a:lnTo>
                    <a:pt x="280416" y="1019556"/>
                  </a:lnTo>
                  <a:lnTo>
                    <a:pt x="280416" y="2153412"/>
                  </a:lnTo>
                  <a:lnTo>
                    <a:pt x="281940" y="2153412"/>
                  </a:lnTo>
                  <a:lnTo>
                    <a:pt x="281940" y="1019556"/>
                  </a:lnTo>
                  <a:close/>
                </a:path>
                <a:path w="334009" h="2153920">
                  <a:moveTo>
                    <a:pt x="286512" y="1103376"/>
                  </a:moveTo>
                  <a:lnTo>
                    <a:pt x="284988" y="1103376"/>
                  </a:lnTo>
                  <a:lnTo>
                    <a:pt x="284988" y="2153412"/>
                  </a:lnTo>
                  <a:lnTo>
                    <a:pt x="286512" y="2153412"/>
                  </a:lnTo>
                  <a:lnTo>
                    <a:pt x="286512" y="1103376"/>
                  </a:lnTo>
                  <a:close/>
                </a:path>
                <a:path w="334009" h="2153920">
                  <a:moveTo>
                    <a:pt x="291084" y="964692"/>
                  </a:moveTo>
                  <a:lnTo>
                    <a:pt x="289560" y="964692"/>
                  </a:lnTo>
                  <a:lnTo>
                    <a:pt x="289560" y="2153412"/>
                  </a:lnTo>
                  <a:lnTo>
                    <a:pt x="291084" y="2153412"/>
                  </a:lnTo>
                  <a:lnTo>
                    <a:pt x="291084" y="964692"/>
                  </a:lnTo>
                  <a:close/>
                </a:path>
                <a:path w="334009" h="2153920">
                  <a:moveTo>
                    <a:pt x="297180" y="989076"/>
                  </a:moveTo>
                  <a:lnTo>
                    <a:pt x="294132" y="989076"/>
                  </a:lnTo>
                  <a:lnTo>
                    <a:pt x="294132" y="2153412"/>
                  </a:lnTo>
                  <a:lnTo>
                    <a:pt x="297180" y="2153412"/>
                  </a:lnTo>
                  <a:lnTo>
                    <a:pt x="297180" y="989076"/>
                  </a:lnTo>
                  <a:close/>
                </a:path>
                <a:path w="334009" h="2153920">
                  <a:moveTo>
                    <a:pt x="301752" y="1133856"/>
                  </a:moveTo>
                  <a:lnTo>
                    <a:pt x="298704" y="1133856"/>
                  </a:lnTo>
                  <a:lnTo>
                    <a:pt x="298704" y="2153412"/>
                  </a:lnTo>
                  <a:lnTo>
                    <a:pt x="301752" y="2153412"/>
                  </a:lnTo>
                  <a:lnTo>
                    <a:pt x="301752" y="1133856"/>
                  </a:lnTo>
                  <a:close/>
                </a:path>
                <a:path w="334009" h="2153920">
                  <a:moveTo>
                    <a:pt x="306324" y="1511808"/>
                  </a:moveTo>
                  <a:lnTo>
                    <a:pt x="303276" y="1511808"/>
                  </a:lnTo>
                  <a:lnTo>
                    <a:pt x="303276" y="2153412"/>
                  </a:lnTo>
                  <a:lnTo>
                    <a:pt x="306324" y="2153412"/>
                  </a:lnTo>
                  <a:lnTo>
                    <a:pt x="306324" y="1511808"/>
                  </a:lnTo>
                  <a:close/>
                </a:path>
                <a:path w="334009" h="2153920">
                  <a:moveTo>
                    <a:pt x="310896" y="1528572"/>
                  </a:moveTo>
                  <a:lnTo>
                    <a:pt x="309372" y="1528572"/>
                  </a:lnTo>
                  <a:lnTo>
                    <a:pt x="309372" y="2153412"/>
                  </a:lnTo>
                  <a:lnTo>
                    <a:pt x="310896" y="2153412"/>
                  </a:lnTo>
                  <a:lnTo>
                    <a:pt x="310896" y="1528572"/>
                  </a:lnTo>
                  <a:close/>
                </a:path>
                <a:path w="334009" h="2153920">
                  <a:moveTo>
                    <a:pt x="315468" y="1045464"/>
                  </a:moveTo>
                  <a:lnTo>
                    <a:pt x="313944" y="1045464"/>
                  </a:lnTo>
                  <a:lnTo>
                    <a:pt x="313944" y="2153412"/>
                  </a:lnTo>
                  <a:lnTo>
                    <a:pt x="315468" y="2153412"/>
                  </a:lnTo>
                  <a:lnTo>
                    <a:pt x="315468" y="1045464"/>
                  </a:lnTo>
                  <a:close/>
                </a:path>
                <a:path w="334009" h="2153920">
                  <a:moveTo>
                    <a:pt x="320040" y="1283208"/>
                  </a:moveTo>
                  <a:lnTo>
                    <a:pt x="318516" y="1283208"/>
                  </a:lnTo>
                  <a:lnTo>
                    <a:pt x="318516" y="2153412"/>
                  </a:lnTo>
                  <a:lnTo>
                    <a:pt x="320040" y="2153412"/>
                  </a:lnTo>
                  <a:lnTo>
                    <a:pt x="320040" y="1283208"/>
                  </a:lnTo>
                  <a:close/>
                </a:path>
                <a:path w="334009" h="2153920">
                  <a:moveTo>
                    <a:pt x="324612" y="876300"/>
                  </a:moveTo>
                  <a:lnTo>
                    <a:pt x="323088" y="876300"/>
                  </a:lnTo>
                  <a:lnTo>
                    <a:pt x="323088" y="2153412"/>
                  </a:lnTo>
                  <a:lnTo>
                    <a:pt x="324612" y="2153412"/>
                  </a:lnTo>
                  <a:lnTo>
                    <a:pt x="324612" y="876300"/>
                  </a:lnTo>
                  <a:close/>
                </a:path>
                <a:path w="334009" h="2153920">
                  <a:moveTo>
                    <a:pt x="329184" y="0"/>
                  </a:moveTo>
                  <a:lnTo>
                    <a:pt x="327660" y="0"/>
                  </a:lnTo>
                  <a:lnTo>
                    <a:pt x="327660" y="2153412"/>
                  </a:lnTo>
                  <a:lnTo>
                    <a:pt x="329184" y="2153412"/>
                  </a:lnTo>
                  <a:lnTo>
                    <a:pt x="329184" y="0"/>
                  </a:lnTo>
                  <a:close/>
                </a:path>
                <a:path w="334009" h="2153920">
                  <a:moveTo>
                    <a:pt x="333756" y="1397508"/>
                  </a:moveTo>
                  <a:lnTo>
                    <a:pt x="332232" y="1397508"/>
                  </a:lnTo>
                  <a:lnTo>
                    <a:pt x="332232" y="2153412"/>
                  </a:lnTo>
                  <a:lnTo>
                    <a:pt x="333756" y="2153412"/>
                  </a:lnTo>
                  <a:lnTo>
                    <a:pt x="333756" y="1397508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528572" y="2549651"/>
              <a:ext cx="334010" cy="1313815"/>
            </a:xfrm>
            <a:custGeom>
              <a:avLst/>
              <a:gdLst/>
              <a:ahLst/>
              <a:cxnLst/>
              <a:rect l="l" t="t" r="r" b="b"/>
              <a:pathLst>
                <a:path w="334010" h="1313814">
                  <a:moveTo>
                    <a:pt x="1524" y="557784"/>
                  </a:moveTo>
                  <a:lnTo>
                    <a:pt x="0" y="557784"/>
                  </a:lnTo>
                  <a:lnTo>
                    <a:pt x="0" y="1313688"/>
                  </a:lnTo>
                  <a:lnTo>
                    <a:pt x="1524" y="1313688"/>
                  </a:lnTo>
                  <a:lnTo>
                    <a:pt x="1524" y="557784"/>
                  </a:lnTo>
                  <a:close/>
                </a:path>
                <a:path w="334010" h="1313814">
                  <a:moveTo>
                    <a:pt x="7620" y="36576"/>
                  </a:moveTo>
                  <a:lnTo>
                    <a:pt x="4572" y="36576"/>
                  </a:lnTo>
                  <a:lnTo>
                    <a:pt x="4572" y="1313688"/>
                  </a:lnTo>
                  <a:lnTo>
                    <a:pt x="7620" y="1313688"/>
                  </a:lnTo>
                  <a:lnTo>
                    <a:pt x="7620" y="36576"/>
                  </a:lnTo>
                  <a:close/>
                </a:path>
                <a:path w="334010" h="1313814">
                  <a:moveTo>
                    <a:pt x="12192" y="22860"/>
                  </a:moveTo>
                  <a:lnTo>
                    <a:pt x="9144" y="22860"/>
                  </a:lnTo>
                  <a:lnTo>
                    <a:pt x="9144" y="1313688"/>
                  </a:lnTo>
                  <a:lnTo>
                    <a:pt x="12192" y="1313688"/>
                  </a:lnTo>
                  <a:lnTo>
                    <a:pt x="12192" y="22860"/>
                  </a:lnTo>
                  <a:close/>
                </a:path>
                <a:path w="334010" h="1313814">
                  <a:moveTo>
                    <a:pt x="16764" y="65532"/>
                  </a:moveTo>
                  <a:lnTo>
                    <a:pt x="13716" y="65532"/>
                  </a:lnTo>
                  <a:lnTo>
                    <a:pt x="13716" y="1313688"/>
                  </a:lnTo>
                  <a:lnTo>
                    <a:pt x="16764" y="1313688"/>
                  </a:lnTo>
                  <a:lnTo>
                    <a:pt x="16764" y="65532"/>
                  </a:lnTo>
                  <a:close/>
                </a:path>
                <a:path w="334010" h="1313814">
                  <a:moveTo>
                    <a:pt x="21336" y="480060"/>
                  </a:moveTo>
                  <a:lnTo>
                    <a:pt x="19812" y="480060"/>
                  </a:lnTo>
                  <a:lnTo>
                    <a:pt x="19812" y="1313688"/>
                  </a:lnTo>
                  <a:lnTo>
                    <a:pt x="21336" y="1313688"/>
                  </a:lnTo>
                  <a:lnTo>
                    <a:pt x="21336" y="480060"/>
                  </a:lnTo>
                  <a:close/>
                </a:path>
                <a:path w="334010" h="1313814">
                  <a:moveTo>
                    <a:pt x="25908" y="615696"/>
                  </a:moveTo>
                  <a:lnTo>
                    <a:pt x="24384" y="615696"/>
                  </a:lnTo>
                  <a:lnTo>
                    <a:pt x="24384" y="1313688"/>
                  </a:lnTo>
                  <a:lnTo>
                    <a:pt x="25908" y="1313688"/>
                  </a:lnTo>
                  <a:lnTo>
                    <a:pt x="25908" y="615696"/>
                  </a:lnTo>
                  <a:close/>
                </a:path>
                <a:path w="334010" h="1313814">
                  <a:moveTo>
                    <a:pt x="30480" y="496824"/>
                  </a:moveTo>
                  <a:lnTo>
                    <a:pt x="28956" y="496824"/>
                  </a:lnTo>
                  <a:lnTo>
                    <a:pt x="28956" y="1313688"/>
                  </a:lnTo>
                  <a:lnTo>
                    <a:pt x="30480" y="1313688"/>
                  </a:lnTo>
                  <a:lnTo>
                    <a:pt x="30480" y="496824"/>
                  </a:lnTo>
                  <a:close/>
                </a:path>
                <a:path w="334010" h="1313814">
                  <a:moveTo>
                    <a:pt x="35052" y="461772"/>
                  </a:moveTo>
                  <a:lnTo>
                    <a:pt x="33528" y="461772"/>
                  </a:lnTo>
                  <a:lnTo>
                    <a:pt x="33528" y="1313688"/>
                  </a:lnTo>
                  <a:lnTo>
                    <a:pt x="35052" y="1313688"/>
                  </a:lnTo>
                  <a:lnTo>
                    <a:pt x="35052" y="461772"/>
                  </a:lnTo>
                  <a:close/>
                </a:path>
                <a:path w="334010" h="1313814">
                  <a:moveTo>
                    <a:pt x="39624" y="557784"/>
                  </a:moveTo>
                  <a:lnTo>
                    <a:pt x="38100" y="557784"/>
                  </a:lnTo>
                  <a:lnTo>
                    <a:pt x="38100" y="1313688"/>
                  </a:lnTo>
                  <a:lnTo>
                    <a:pt x="39624" y="1313688"/>
                  </a:lnTo>
                  <a:lnTo>
                    <a:pt x="39624" y="557784"/>
                  </a:lnTo>
                  <a:close/>
                </a:path>
                <a:path w="334010" h="1313814">
                  <a:moveTo>
                    <a:pt x="44196" y="406908"/>
                  </a:moveTo>
                  <a:lnTo>
                    <a:pt x="42672" y="406908"/>
                  </a:lnTo>
                  <a:lnTo>
                    <a:pt x="42672" y="1313688"/>
                  </a:lnTo>
                  <a:lnTo>
                    <a:pt x="44196" y="1313688"/>
                  </a:lnTo>
                  <a:lnTo>
                    <a:pt x="44196" y="406908"/>
                  </a:lnTo>
                  <a:close/>
                </a:path>
                <a:path w="334010" h="1313814">
                  <a:moveTo>
                    <a:pt x="50292" y="172212"/>
                  </a:moveTo>
                  <a:lnTo>
                    <a:pt x="47244" y="172212"/>
                  </a:lnTo>
                  <a:lnTo>
                    <a:pt x="47244" y="1313688"/>
                  </a:lnTo>
                  <a:lnTo>
                    <a:pt x="50292" y="1313688"/>
                  </a:lnTo>
                  <a:lnTo>
                    <a:pt x="50292" y="172212"/>
                  </a:lnTo>
                  <a:close/>
                </a:path>
                <a:path w="334010" h="1313814">
                  <a:moveTo>
                    <a:pt x="54864" y="149352"/>
                  </a:moveTo>
                  <a:lnTo>
                    <a:pt x="51816" y="149352"/>
                  </a:lnTo>
                  <a:lnTo>
                    <a:pt x="51816" y="1313688"/>
                  </a:lnTo>
                  <a:lnTo>
                    <a:pt x="54864" y="1313688"/>
                  </a:lnTo>
                  <a:lnTo>
                    <a:pt x="54864" y="149352"/>
                  </a:lnTo>
                  <a:close/>
                </a:path>
                <a:path w="334010" h="1313814">
                  <a:moveTo>
                    <a:pt x="59436" y="102108"/>
                  </a:moveTo>
                  <a:lnTo>
                    <a:pt x="57912" y="102108"/>
                  </a:lnTo>
                  <a:lnTo>
                    <a:pt x="57912" y="1313688"/>
                  </a:lnTo>
                  <a:lnTo>
                    <a:pt x="59436" y="1313688"/>
                  </a:lnTo>
                  <a:lnTo>
                    <a:pt x="59436" y="102108"/>
                  </a:lnTo>
                  <a:close/>
                </a:path>
                <a:path w="334010" h="1313814">
                  <a:moveTo>
                    <a:pt x="64008" y="13716"/>
                  </a:moveTo>
                  <a:lnTo>
                    <a:pt x="62484" y="13716"/>
                  </a:lnTo>
                  <a:lnTo>
                    <a:pt x="62484" y="1313688"/>
                  </a:lnTo>
                  <a:lnTo>
                    <a:pt x="64008" y="1313688"/>
                  </a:lnTo>
                  <a:lnTo>
                    <a:pt x="64008" y="13716"/>
                  </a:lnTo>
                  <a:close/>
                </a:path>
                <a:path w="334010" h="1313814">
                  <a:moveTo>
                    <a:pt x="68580" y="216408"/>
                  </a:moveTo>
                  <a:lnTo>
                    <a:pt x="67056" y="216408"/>
                  </a:lnTo>
                  <a:lnTo>
                    <a:pt x="67056" y="1313688"/>
                  </a:lnTo>
                  <a:lnTo>
                    <a:pt x="68580" y="1313688"/>
                  </a:lnTo>
                  <a:lnTo>
                    <a:pt x="68580" y="216408"/>
                  </a:lnTo>
                  <a:close/>
                </a:path>
                <a:path w="334010" h="1313814">
                  <a:moveTo>
                    <a:pt x="73152" y="179832"/>
                  </a:moveTo>
                  <a:lnTo>
                    <a:pt x="71628" y="179832"/>
                  </a:lnTo>
                  <a:lnTo>
                    <a:pt x="71628" y="1313688"/>
                  </a:lnTo>
                  <a:lnTo>
                    <a:pt x="73152" y="1313688"/>
                  </a:lnTo>
                  <a:lnTo>
                    <a:pt x="73152" y="179832"/>
                  </a:lnTo>
                  <a:close/>
                </a:path>
                <a:path w="334010" h="1313814">
                  <a:moveTo>
                    <a:pt x="77724" y="149352"/>
                  </a:moveTo>
                  <a:lnTo>
                    <a:pt x="76200" y="149352"/>
                  </a:lnTo>
                  <a:lnTo>
                    <a:pt x="76200" y="1313688"/>
                  </a:lnTo>
                  <a:lnTo>
                    <a:pt x="77724" y="1313688"/>
                  </a:lnTo>
                  <a:lnTo>
                    <a:pt x="77724" y="149352"/>
                  </a:lnTo>
                  <a:close/>
                </a:path>
                <a:path w="334010" h="1313814">
                  <a:moveTo>
                    <a:pt x="82296" y="263652"/>
                  </a:moveTo>
                  <a:lnTo>
                    <a:pt x="80772" y="263652"/>
                  </a:lnTo>
                  <a:lnTo>
                    <a:pt x="80772" y="1313688"/>
                  </a:lnTo>
                  <a:lnTo>
                    <a:pt x="82296" y="1313688"/>
                  </a:lnTo>
                  <a:lnTo>
                    <a:pt x="82296" y="263652"/>
                  </a:lnTo>
                  <a:close/>
                </a:path>
                <a:path w="334010" h="1313814">
                  <a:moveTo>
                    <a:pt x="86868" y="179832"/>
                  </a:moveTo>
                  <a:lnTo>
                    <a:pt x="85344" y="179832"/>
                  </a:lnTo>
                  <a:lnTo>
                    <a:pt x="85344" y="1313688"/>
                  </a:lnTo>
                  <a:lnTo>
                    <a:pt x="86868" y="1313688"/>
                  </a:lnTo>
                  <a:lnTo>
                    <a:pt x="86868" y="179832"/>
                  </a:lnTo>
                  <a:close/>
                </a:path>
                <a:path w="334010" h="1313814">
                  <a:moveTo>
                    <a:pt x="92964" y="254508"/>
                  </a:moveTo>
                  <a:lnTo>
                    <a:pt x="89916" y="254508"/>
                  </a:lnTo>
                  <a:lnTo>
                    <a:pt x="89916" y="1313688"/>
                  </a:lnTo>
                  <a:lnTo>
                    <a:pt x="92964" y="1313688"/>
                  </a:lnTo>
                  <a:lnTo>
                    <a:pt x="92964" y="254508"/>
                  </a:lnTo>
                  <a:close/>
                </a:path>
                <a:path w="334010" h="1313814">
                  <a:moveTo>
                    <a:pt x="97523" y="216408"/>
                  </a:moveTo>
                  <a:lnTo>
                    <a:pt x="94488" y="216408"/>
                  </a:lnTo>
                  <a:lnTo>
                    <a:pt x="94488" y="1313688"/>
                  </a:lnTo>
                  <a:lnTo>
                    <a:pt x="97523" y="1313688"/>
                  </a:lnTo>
                  <a:lnTo>
                    <a:pt x="97523" y="216408"/>
                  </a:lnTo>
                  <a:close/>
                </a:path>
                <a:path w="334010" h="1313814">
                  <a:moveTo>
                    <a:pt x="102108" y="237744"/>
                  </a:moveTo>
                  <a:lnTo>
                    <a:pt x="100584" y="237744"/>
                  </a:lnTo>
                  <a:lnTo>
                    <a:pt x="100584" y="1313688"/>
                  </a:lnTo>
                  <a:lnTo>
                    <a:pt x="102108" y="1313688"/>
                  </a:lnTo>
                  <a:lnTo>
                    <a:pt x="102108" y="237744"/>
                  </a:lnTo>
                  <a:close/>
                </a:path>
                <a:path w="334010" h="1313814">
                  <a:moveTo>
                    <a:pt x="106667" y="263652"/>
                  </a:moveTo>
                  <a:lnTo>
                    <a:pt x="105143" y="263652"/>
                  </a:lnTo>
                  <a:lnTo>
                    <a:pt x="105143" y="1313688"/>
                  </a:lnTo>
                  <a:lnTo>
                    <a:pt x="106667" y="1313688"/>
                  </a:lnTo>
                  <a:lnTo>
                    <a:pt x="106667" y="263652"/>
                  </a:lnTo>
                  <a:close/>
                </a:path>
                <a:path w="334010" h="1313814">
                  <a:moveTo>
                    <a:pt x="111252" y="65532"/>
                  </a:moveTo>
                  <a:lnTo>
                    <a:pt x="109728" y="65532"/>
                  </a:lnTo>
                  <a:lnTo>
                    <a:pt x="109728" y="1313688"/>
                  </a:lnTo>
                  <a:lnTo>
                    <a:pt x="111252" y="1313688"/>
                  </a:lnTo>
                  <a:lnTo>
                    <a:pt x="111252" y="65532"/>
                  </a:lnTo>
                  <a:close/>
                </a:path>
                <a:path w="334010" h="1313814">
                  <a:moveTo>
                    <a:pt x="115811" y="271272"/>
                  </a:moveTo>
                  <a:lnTo>
                    <a:pt x="114300" y="271272"/>
                  </a:lnTo>
                  <a:lnTo>
                    <a:pt x="114300" y="1313688"/>
                  </a:lnTo>
                  <a:lnTo>
                    <a:pt x="115811" y="1313688"/>
                  </a:lnTo>
                  <a:lnTo>
                    <a:pt x="115811" y="271272"/>
                  </a:lnTo>
                  <a:close/>
                </a:path>
                <a:path w="334010" h="1313814">
                  <a:moveTo>
                    <a:pt x="120396" y="36576"/>
                  </a:moveTo>
                  <a:lnTo>
                    <a:pt x="118872" y="36576"/>
                  </a:lnTo>
                  <a:lnTo>
                    <a:pt x="118872" y="1313688"/>
                  </a:lnTo>
                  <a:lnTo>
                    <a:pt x="120396" y="1313688"/>
                  </a:lnTo>
                  <a:lnTo>
                    <a:pt x="120396" y="36576"/>
                  </a:lnTo>
                  <a:close/>
                </a:path>
                <a:path w="334010" h="1313814">
                  <a:moveTo>
                    <a:pt x="124955" y="172212"/>
                  </a:moveTo>
                  <a:lnTo>
                    <a:pt x="123444" y="172212"/>
                  </a:lnTo>
                  <a:lnTo>
                    <a:pt x="123444" y="1313688"/>
                  </a:lnTo>
                  <a:lnTo>
                    <a:pt x="124955" y="1313688"/>
                  </a:lnTo>
                  <a:lnTo>
                    <a:pt x="124955" y="172212"/>
                  </a:lnTo>
                  <a:close/>
                </a:path>
                <a:path w="334010" h="1313814">
                  <a:moveTo>
                    <a:pt x="131064" y="149352"/>
                  </a:moveTo>
                  <a:lnTo>
                    <a:pt x="128016" y="149352"/>
                  </a:lnTo>
                  <a:lnTo>
                    <a:pt x="128016" y="1313688"/>
                  </a:lnTo>
                  <a:lnTo>
                    <a:pt x="131064" y="1313688"/>
                  </a:lnTo>
                  <a:lnTo>
                    <a:pt x="131064" y="149352"/>
                  </a:lnTo>
                  <a:close/>
                </a:path>
                <a:path w="334010" h="1313814">
                  <a:moveTo>
                    <a:pt x="135623" y="216408"/>
                  </a:moveTo>
                  <a:lnTo>
                    <a:pt x="132588" y="216408"/>
                  </a:lnTo>
                  <a:lnTo>
                    <a:pt x="132588" y="1313688"/>
                  </a:lnTo>
                  <a:lnTo>
                    <a:pt x="135623" y="1313688"/>
                  </a:lnTo>
                  <a:lnTo>
                    <a:pt x="135623" y="216408"/>
                  </a:lnTo>
                  <a:close/>
                </a:path>
                <a:path w="334010" h="1313814">
                  <a:moveTo>
                    <a:pt x="140208" y="216408"/>
                  </a:moveTo>
                  <a:lnTo>
                    <a:pt x="137160" y="216408"/>
                  </a:lnTo>
                  <a:lnTo>
                    <a:pt x="137160" y="1313688"/>
                  </a:lnTo>
                  <a:lnTo>
                    <a:pt x="140208" y="1313688"/>
                  </a:lnTo>
                  <a:lnTo>
                    <a:pt x="140208" y="216408"/>
                  </a:lnTo>
                  <a:close/>
                </a:path>
                <a:path w="334010" h="1313814">
                  <a:moveTo>
                    <a:pt x="144780" y="132588"/>
                  </a:moveTo>
                  <a:lnTo>
                    <a:pt x="143256" y="132588"/>
                  </a:lnTo>
                  <a:lnTo>
                    <a:pt x="143256" y="1313688"/>
                  </a:lnTo>
                  <a:lnTo>
                    <a:pt x="144780" y="1313688"/>
                  </a:lnTo>
                  <a:lnTo>
                    <a:pt x="144780" y="132588"/>
                  </a:lnTo>
                  <a:close/>
                </a:path>
                <a:path w="334010" h="1313814">
                  <a:moveTo>
                    <a:pt x="149352" y="86868"/>
                  </a:moveTo>
                  <a:lnTo>
                    <a:pt x="147828" y="86868"/>
                  </a:lnTo>
                  <a:lnTo>
                    <a:pt x="147828" y="1313688"/>
                  </a:lnTo>
                  <a:lnTo>
                    <a:pt x="149352" y="1313688"/>
                  </a:lnTo>
                  <a:lnTo>
                    <a:pt x="149352" y="86868"/>
                  </a:lnTo>
                  <a:close/>
                </a:path>
                <a:path w="334010" h="1313814">
                  <a:moveTo>
                    <a:pt x="153924" y="263652"/>
                  </a:moveTo>
                  <a:lnTo>
                    <a:pt x="152400" y="263652"/>
                  </a:lnTo>
                  <a:lnTo>
                    <a:pt x="152400" y="1313688"/>
                  </a:lnTo>
                  <a:lnTo>
                    <a:pt x="153924" y="1313688"/>
                  </a:lnTo>
                  <a:lnTo>
                    <a:pt x="153924" y="263652"/>
                  </a:lnTo>
                  <a:close/>
                </a:path>
                <a:path w="334010" h="1313814">
                  <a:moveTo>
                    <a:pt x="158496" y="179832"/>
                  </a:moveTo>
                  <a:lnTo>
                    <a:pt x="156972" y="179832"/>
                  </a:lnTo>
                  <a:lnTo>
                    <a:pt x="156972" y="1313688"/>
                  </a:lnTo>
                  <a:lnTo>
                    <a:pt x="158496" y="1313688"/>
                  </a:lnTo>
                  <a:lnTo>
                    <a:pt x="158496" y="179832"/>
                  </a:lnTo>
                  <a:close/>
                </a:path>
                <a:path w="334010" h="1313814">
                  <a:moveTo>
                    <a:pt x="163068" y="179832"/>
                  </a:moveTo>
                  <a:lnTo>
                    <a:pt x="161544" y="179832"/>
                  </a:lnTo>
                  <a:lnTo>
                    <a:pt x="161544" y="1313688"/>
                  </a:lnTo>
                  <a:lnTo>
                    <a:pt x="163068" y="1313688"/>
                  </a:lnTo>
                  <a:lnTo>
                    <a:pt x="163068" y="179832"/>
                  </a:lnTo>
                  <a:close/>
                </a:path>
                <a:path w="334010" h="1313814">
                  <a:moveTo>
                    <a:pt x="167640" y="124968"/>
                  </a:moveTo>
                  <a:lnTo>
                    <a:pt x="166116" y="124968"/>
                  </a:lnTo>
                  <a:lnTo>
                    <a:pt x="166116" y="1313688"/>
                  </a:lnTo>
                  <a:lnTo>
                    <a:pt x="167640" y="1313688"/>
                  </a:lnTo>
                  <a:lnTo>
                    <a:pt x="167640" y="124968"/>
                  </a:lnTo>
                  <a:close/>
                </a:path>
                <a:path w="334010" h="1313814">
                  <a:moveTo>
                    <a:pt x="173736" y="149352"/>
                  </a:moveTo>
                  <a:lnTo>
                    <a:pt x="170688" y="149352"/>
                  </a:lnTo>
                  <a:lnTo>
                    <a:pt x="170688" y="1313688"/>
                  </a:lnTo>
                  <a:lnTo>
                    <a:pt x="173736" y="1313688"/>
                  </a:lnTo>
                  <a:lnTo>
                    <a:pt x="173736" y="149352"/>
                  </a:lnTo>
                  <a:close/>
                </a:path>
                <a:path w="334010" h="1313814">
                  <a:moveTo>
                    <a:pt x="178308" y="179832"/>
                  </a:moveTo>
                  <a:lnTo>
                    <a:pt x="175260" y="179832"/>
                  </a:lnTo>
                  <a:lnTo>
                    <a:pt x="175260" y="1313688"/>
                  </a:lnTo>
                  <a:lnTo>
                    <a:pt x="178308" y="1313688"/>
                  </a:lnTo>
                  <a:lnTo>
                    <a:pt x="178308" y="179832"/>
                  </a:lnTo>
                  <a:close/>
                </a:path>
                <a:path w="334010" h="1313814">
                  <a:moveTo>
                    <a:pt x="182880" y="164592"/>
                  </a:moveTo>
                  <a:lnTo>
                    <a:pt x="181356" y="164592"/>
                  </a:lnTo>
                  <a:lnTo>
                    <a:pt x="181356" y="1313688"/>
                  </a:lnTo>
                  <a:lnTo>
                    <a:pt x="182880" y="1313688"/>
                  </a:lnTo>
                  <a:lnTo>
                    <a:pt x="182880" y="164592"/>
                  </a:lnTo>
                  <a:close/>
                </a:path>
                <a:path w="334010" h="1313814">
                  <a:moveTo>
                    <a:pt x="187452" y="164592"/>
                  </a:moveTo>
                  <a:lnTo>
                    <a:pt x="185928" y="164592"/>
                  </a:lnTo>
                  <a:lnTo>
                    <a:pt x="185928" y="1313688"/>
                  </a:lnTo>
                  <a:lnTo>
                    <a:pt x="187452" y="1313688"/>
                  </a:lnTo>
                  <a:lnTo>
                    <a:pt x="187452" y="164592"/>
                  </a:lnTo>
                  <a:close/>
                </a:path>
                <a:path w="334010" h="1313814">
                  <a:moveTo>
                    <a:pt x="192024" y="166116"/>
                  </a:moveTo>
                  <a:lnTo>
                    <a:pt x="190500" y="166116"/>
                  </a:lnTo>
                  <a:lnTo>
                    <a:pt x="190500" y="1313688"/>
                  </a:lnTo>
                  <a:lnTo>
                    <a:pt x="192024" y="1313688"/>
                  </a:lnTo>
                  <a:lnTo>
                    <a:pt x="192024" y="166116"/>
                  </a:lnTo>
                  <a:close/>
                </a:path>
                <a:path w="334010" h="1313814">
                  <a:moveTo>
                    <a:pt x="196596" y="179832"/>
                  </a:moveTo>
                  <a:lnTo>
                    <a:pt x="195072" y="179832"/>
                  </a:lnTo>
                  <a:lnTo>
                    <a:pt x="195072" y="1313688"/>
                  </a:lnTo>
                  <a:lnTo>
                    <a:pt x="196596" y="1313688"/>
                  </a:lnTo>
                  <a:lnTo>
                    <a:pt x="196596" y="179832"/>
                  </a:lnTo>
                  <a:close/>
                </a:path>
                <a:path w="334010" h="1313814">
                  <a:moveTo>
                    <a:pt x="201168" y="164592"/>
                  </a:moveTo>
                  <a:lnTo>
                    <a:pt x="199644" y="164592"/>
                  </a:lnTo>
                  <a:lnTo>
                    <a:pt x="199644" y="1313688"/>
                  </a:lnTo>
                  <a:lnTo>
                    <a:pt x="201168" y="1313688"/>
                  </a:lnTo>
                  <a:lnTo>
                    <a:pt x="201168" y="164592"/>
                  </a:lnTo>
                  <a:close/>
                </a:path>
                <a:path w="334010" h="1313814">
                  <a:moveTo>
                    <a:pt x="205740" y="188976"/>
                  </a:moveTo>
                  <a:lnTo>
                    <a:pt x="204216" y="188976"/>
                  </a:lnTo>
                  <a:lnTo>
                    <a:pt x="204216" y="1313688"/>
                  </a:lnTo>
                  <a:lnTo>
                    <a:pt x="205740" y="1313688"/>
                  </a:lnTo>
                  <a:lnTo>
                    <a:pt x="205740" y="188976"/>
                  </a:lnTo>
                  <a:close/>
                </a:path>
                <a:path w="334010" h="1313814">
                  <a:moveTo>
                    <a:pt x="210312" y="156972"/>
                  </a:moveTo>
                  <a:lnTo>
                    <a:pt x="208788" y="156972"/>
                  </a:lnTo>
                  <a:lnTo>
                    <a:pt x="208788" y="1313688"/>
                  </a:lnTo>
                  <a:lnTo>
                    <a:pt x="210312" y="1313688"/>
                  </a:lnTo>
                  <a:lnTo>
                    <a:pt x="210312" y="156972"/>
                  </a:lnTo>
                  <a:close/>
                </a:path>
                <a:path w="334010" h="1313814">
                  <a:moveTo>
                    <a:pt x="216408" y="179832"/>
                  </a:moveTo>
                  <a:lnTo>
                    <a:pt x="213360" y="179832"/>
                  </a:lnTo>
                  <a:lnTo>
                    <a:pt x="213360" y="1313688"/>
                  </a:lnTo>
                  <a:lnTo>
                    <a:pt x="216408" y="1313688"/>
                  </a:lnTo>
                  <a:lnTo>
                    <a:pt x="216408" y="179832"/>
                  </a:lnTo>
                  <a:close/>
                </a:path>
                <a:path w="334010" h="1313814">
                  <a:moveTo>
                    <a:pt x="220980" y="263652"/>
                  </a:moveTo>
                  <a:lnTo>
                    <a:pt x="217932" y="263652"/>
                  </a:lnTo>
                  <a:lnTo>
                    <a:pt x="217932" y="1313688"/>
                  </a:lnTo>
                  <a:lnTo>
                    <a:pt x="220980" y="1313688"/>
                  </a:lnTo>
                  <a:lnTo>
                    <a:pt x="220980" y="263652"/>
                  </a:lnTo>
                  <a:close/>
                </a:path>
                <a:path w="334010" h="1313814">
                  <a:moveTo>
                    <a:pt x="225552" y="196596"/>
                  </a:moveTo>
                  <a:lnTo>
                    <a:pt x="224028" y="196596"/>
                  </a:lnTo>
                  <a:lnTo>
                    <a:pt x="224028" y="1313688"/>
                  </a:lnTo>
                  <a:lnTo>
                    <a:pt x="225552" y="1313688"/>
                  </a:lnTo>
                  <a:lnTo>
                    <a:pt x="225552" y="196596"/>
                  </a:lnTo>
                  <a:close/>
                </a:path>
                <a:path w="334010" h="1313814">
                  <a:moveTo>
                    <a:pt x="230124" y="164592"/>
                  </a:moveTo>
                  <a:lnTo>
                    <a:pt x="228600" y="164592"/>
                  </a:lnTo>
                  <a:lnTo>
                    <a:pt x="228600" y="1313688"/>
                  </a:lnTo>
                  <a:lnTo>
                    <a:pt x="230124" y="1313688"/>
                  </a:lnTo>
                  <a:lnTo>
                    <a:pt x="230124" y="164592"/>
                  </a:lnTo>
                  <a:close/>
                </a:path>
                <a:path w="334010" h="1313814">
                  <a:moveTo>
                    <a:pt x="234696" y="179832"/>
                  </a:moveTo>
                  <a:lnTo>
                    <a:pt x="233172" y="179832"/>
                  </a:lnTo>
                  <a:lnTo>
                    <a:pt x="233172" y="1313688"/>
                  </a:lnTo>
                  <a:lnTo>
                    <a:pt x="234696" y="1313688"/>
                  </a:lnTo>
                  <a:lnTo>
                    <a:pt x="234696" y="179832"/>
                  </a:lnTo>
                  <a:close/>
                </a:path>
                <a:path w="334010" h="1313814">
                  <a:moveTo>
                    <a:pt x="239268" y="224028"/>
                  </a:moveTo>
                  <a:lnTo>
                    <a:pt x="237744" y="224028"/>
                  </a:lnTo>
                  <a:lnTo>
                    <a:pt x="237744" y="1313688"/>
                  </a:lnTo>
                  <a:lnTo>
                    <a:pt x="239268" y="1313688"/>
                  </a:lnTo>
                  <a:lnTo>
                    <a:pt x="239268" y="224028"/>
                  </a:lnTo>
                  <a:close/>
                </a:path>
                <a:path w="334010" h="1313814">
                  <a:moveTo>
                    <a:pt x="243840" y="237744"/>
                  </a:moveTo>
                  <a:lnTo>
                    <a:pt x="242316" y="237744"/>
                  </a:lnTo>
                  <a:lnTo>
                    <a:pt x="242316" y="1313688"/>
                  </a:lnTo>
                  <a:lnTo>
                    <a:pt x="243840" y="1313688"/>
                  </a:lnTo>
                  <a:lnTo>
                    <a:pt x="243840" y="237744"/>
                  </a:lnTo>
                  <a:close/>
                </a:path>
                <a:path w="334010" h="1313814">
                  <a:moveTo>
                    <a:pt x="248412" y="196596"/>
                  </a:moveTo>
                  <a:lnTo>
                    <a:pt x="246888" y="196596"/>
                  </a:lnTo>
                  <a:lnTo>
                    <a:pt x="246888" y="1313688"/>
                  </a:lnTo>
                  <a:lnTo>
                    <a:pt x="248412" y="1313688"/>
                  </a:lnTo>
                  <a:lnTo>
                    <a:pt x="248412" y="196596"/>
                  </a:lnTo>
                  <a:close/>
                </a:path>
                <a:path w="334010" h="1313814">
                  <a:moveTo>
                    <a:pt x="254508" y="263652"/>
                  </a:moveTo>
                  <a:lnTo>
                    <a:pt x="251460" y="263652"/>
                  </a:lnTo>
                  <a:lnTo>
                    <a:pt x="251460" y="1313688"/>
                  </a:lnTo>
                  <a:lnTo>
                    <a:pt x="254508" y="1313688"/>
                  </a:lnTo>
                  <a:lnTo>
                    <a:pt x="254508" y="263652"/>
                  </a:lnTo>
                  <a:close/>
                </a:path>
                <a:path w="334010" h="1313814">
                  <a:moveTo>
                    <a:pt x="259080" y="188976"/>
                  </a:moveTo>
                  <a:lnTo>
                    <a:pt x="256032" y="188976"/>
                  </a:lnTo>
                  <a:lnTo>
                    <a:pt x="256032" y="1313688"/>
                  </a:lnTo>
                  <a:lnTo>
                    <a:pt x="259080" y="1313688"/>
                  </a:lnTo>
                  <a:lnTo>
                    <a:pt x="259080" y="188976"/>
                  </a:lnTo>
                  <a:close/>
                </a:path>
                <a:path w="334010" h="1313814">
                  <a:moveTo>
                    <a:pt x="263652" y="185928"/>
                  </a:moveTo>
                  <a:lnTo>
                    <a:pt x="260604" y="185928"/>
                  </a:lnTo>
                  <a:lnTo>
                    <a:pt x="260604" y="1313688"/>
                  </a:lnTo>
                  <a:lnTo>
                    <a:pt x="263652" y="1313688"/>
                  </a:lnTo>
                  <a:lnTo>
                    <a:pt x="263652" y="185928"/>
                  </a:lnTo>
                  <a:close/>
                </a:path>
                <a:path w="334010" h="1313814">
                  <a:moveTo>
                    <a:pt x="268224" y="36576"/>
                  </a:moveTo>
                  <a:lnTo>
                    <a:pt x="266700" y="36576"/>
                  </a:lnTo>
                  <a:lnTo>
                    <a:pt x="266700" y="1313688"/>
                  </a:lnTo>
                  <a:lnTo>
                    <a:pt x="268224" y="1313688"/>
                  </a:lnTo>
                  <a:lnTo>
                    <a:pt x="268224" y="36576"/>
                  </a:lnTo>
                  <a:close/>
                </a:path>
                <a:path w="334010" h="1313814">
                  <a:moveTo>
                    <a:pt x="272796" y="237744"/>
                  </a:moveTo>
                  <a:lnTo>
                    <a:pt x="271272" y="237744"/>
                  </a:lnTo>
                  <a:lnTo>
                    <a:pt x="271272" y="1313688"/>
                  </a:lnTo>
                  <a:lnTo>
                    <a:pt x="272796" y="1313688"/>
                  </a:lnTo>
                  <a:lnTo>
                    <a:pt x="272796" y="237744"/>
                  </a:lnTo>
                  <a:close/>
                </a:path>
                <a:path w="334010" h="1313814">
                  <a:moveTo>
                    <a:pt x="277368" y="179832"/>
                  </a:moveTo>
                  <a:lnTo>
                    <a:pt x="275844" y="179832"/>
                  </a:lnTo>
                  <a:lnTo>
                    <a:pt x="275844" y="1313688"/>
                  </a:lnTo>
                  <a:lnTo>
                    <a:pt x="277368" y="1313688"/>
                  </a:lnTo>
                  <a:lnTo>
                    <a:pt x="277368" y="179832"/>
                  </a:lnTo>
                  <a:close/>
                </a:path>
                <a:path w="334010" h="1313814">
                  <a:moveTo>
                    <a:pt x="281940" y="10668"/>
                  </a:moveTo>
                  <a:lnTo>
                    <a:pt x="280416" y="10668"/>
                  </a:lnTo>
                  <a:lnTo>
                    <a:pt x="280416" y="1313688"/>
                  </a:lnTo>
                  <a:lnTo>
                    <a:pt x="281940" y="1313688"/>
                  </a:lnTo>
                  <a:lnTo>
                    <a:pt x="281940" y="10668"/>
                  </a:lnTo>
                  <a:close/>
                </a:path>
                <a:path w="334010" h="1313814">
                  <a:moveTo>
                    <a:pt x="286512" y="246888"/>
                  </a:moveTo>
                  <a:lnTo>
                    <a:pt x="284988" y="246888"/>
                  </a:lnTo>
                  <a:lnTo>
                    <a:pt x="284988" y="1313688"/>
                  </a:lnTo>
                  <a:lnTo>
                    <a:pt x="286512" y="1313688"/>
                  </a:lnTo>
                  <a:lnTo>
                    <a:pt x="286512" y="246888"/>
                  </a:lnTo>
                  <a:close/>
                </a:path>
                <a:path w="334010" h="1313814">
                  <a:moveTo>
                    <a:pt x="291084" y="0"/>
                  </a:moveTo>
                  <a:lnTo>
                    <a:pt x="289560" y="0"/>
                  </a:lnTo>
                  <a:lnTo>
                    <a:pt x="289560" y="1313688"/>
                  </a:lnTo>
                  <a:lnTo>
                    <a:pt x="291084" y="1313688"/>
                  </a:lnTo>
                  <a:lnTo>
                    <a:pt x="291084" y="0"/>
                  </a:lnTo>
                  <a:close/>
                </a:path>
                <a:path w="334010" h="1313814">
                  <a:moveTo>
                    <a:pt x="297180" y="0"/>
                  </a:moveTo>
                  <a:lnTo>
                    <a:pt x="294132" y="0"/>
                  </a:lnTo>
                  <a:lnTo>
                    <a:pt x="294132" y="1313688"/>
                  </a:lnTo>
                  <a:lnTo>
                    <a:pt x="297180" y="1313688"/>
                  </a:lnTo>
                  <a:lnTo>
                    <a:pt x="297180" y="0"/>
                  </a:lnTo>
                  <a:close/>
                </a:path>
                <a:path w="334010" h="1313814">
                  <a:moveTo>
                    <a:pt x="301752" y="149352"/>
                  </a:moveTo>
                  <a:lnTo>
                    <a:pt x="298704" y="149352"/>
                  </a:lnTo>
                  <a:lnTo>
                    <a:pt x="298704" y="1313688"/>
                  </a:lnTo>
                  <a:lnTo>
                    <a:pt x="301752" y="1313688"/>
                  </a:lnTo>
                  <a:lnTo>
                    <a:pt x="301752" y="149352"/>
                  </a:lnTo>
                  <a:close/>
                </a:path>
                <a:path w="334010" h="1313814">
                  <a:moveTo>
                    <a:pt x="306324" y="124968"/>
                  </a:moveTo>
                  <a:lnTo>
                    <a:pt x="304800" y="124968"/>
                  </a:lnTo>
                  <a:lnTo>
                    <a:pt x="304800" y="1313688"/>
                  </a:lnTo>
                  <a:lnTo>
                    <a:pt x="306324" y="1313688"/>
                  </a:lnTo>
                  <a:lnTo>
                    <a:pt x="306324" y="124968"/>
                  </a:lnTo>
                  <a:close/>
                </a:path>
                <a:path w="334010" h="1313814">
                  <a:moveTo>
                    <a:pt x="310896" y="83820"/>
                  </a:moveTo>
                  <a:lnTo>
                    <a:pt x="309372" y="83820"/>
                  </a:lnTo>
                  <a:lnTo>
                    <a:pt x="309372" y="1313688"/>
                  </a:lnTo>
                  <a:lnTo>
                    <a:pt x="310896" y="1313688"/>
                  </a:lnTo>
                  <a:lnTo>
                    <a:pt x="310896" y="83820"/>
                  </a:lnTo>
                  <a:close/>
                </a:path>
                <a:path w="334010" h="1313814">
                  <a:moveTo>
                    <a:pt x="315468" y="124968"/>
                  </a:moveTo>
                  <a:lnTo>
                    <a:pt x="313944" y="124968"/>
                  </a:lnTo>
                  <a:lnTo>
                    <a:pt x="313944" y="1313688"/>
                  </a:lnTo>
                  <a:lnTo>
                    <a:pt x="315468" y="1313688"/>
                  </a:lnTo>
                  <a:lnTo>
                    <a:pt x="315468" y="124968"/>
                  </a:lnTo>
                  <a:close/>
                </a:path>
                <a:path w="334010" h="1313814">
                  <a:moveTo>
                    <a:pt x="320040" y="149352"/>
                  </a:moveTo>
                  <a:lnTo>
                    <a:pt x="318516" y="149352"/>
                  </a:lnTo>
                  <a:lnTo>
                    <a:pt x="318516" y="1313688"/>
                  </a:lnTo>
                  <a:lnTo>
                    <a:pt x="320040" y="1313688"/>
                  </a:lnTo>
                  <a:lnTo>
                    <a:pt x="320040" y="149352"/>
                  </a:lnTo>
                  <a:close/>
                </a:path>
                <a:path w="334010" h="1313814">
                  <a:moveTo>
                    <a:pt x="324612" y="10668"/>
                  </a:moveTo>
                  <a:lnTo>
                    <a:pt x="323088" y="10668"/>
                  </a:lnTo>
                  <a:lnTo>
                    <a:pt x="323088" y="1313688"/>
                  </a:lnTo>
                  <a:lnTo>
                    <a:pt x="324612" y="1313688"/>
                  </a:lnTo>
                  <a:lnTo>
                    <a:pt x="324612" y="10668"/>
                  </a:lnTo>
                  <a:close/>
                </a:path>
                <a:path w="334010" h="1313814">
                  <a:moveTo>
                    <a:pt x="329184" y="65532"/>
                  </a:moveTo>
                  <a:lnTo>
                    <a:pt x="327660" y="65532"/>
                  </a:lnTo>
                  <a:lnTo>
                    <a:pt x="327660" y="1313688"/>
                  </a:lnTo>
                  <a:lnTo>
                    <a:pt x="329184" y="1313688"/>
                  </a:lnTo>
                  <a:lnTo>
                    <a:pt x="329184" y="65532"/>
                  </a:lnTo>
                  <a:close/>
                </a:path>
                <a:path w="334010" h="1313814">
                  <a:moveTo>
                    <a:pt x="333756" y="65532"/>
                  </a:moveTo>
                  <a:lnTo>
                    <a:pt x="332232" y="65532"/>
                  </a:lnTo>
                  <a:lnTo>
                    <a:pt x="332232" y="1313688"/>
                  </a:lnTo>
                  <a:lnTo>
                    <a:pt x="333756" y="1313688"/>
                  </a:lnTo>
                  <a:lnTo>
                    <a:pt x="333756" y="65532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860804" y="2409443"/>
              <a:ext cx="335280" cy="1454150"/>
            </a:xfrm>
            <a:custGeom>
              <a:avLst/>
              <a:gdLst/>
              <a:ahLst/>
              <a:cxnLst/>
              <a:rect l="l" t="t" r="r" b="b"/>
              <a:pathLst>
                <a:path w="335280" h="1454150">
                  <a:moveTo>
                    <a:pt x="1524" y="205740"/>
                  </a:moveTo>
                  <a:lnTo>
                    <a:pt x="0" y="205740"/>
                  </a:lnTo>
                  <a:lnTo>
                    <a:pt x="0" y="1453896"/>
                  </a:lnTo>
                  <a:lnTo>
                    <a:pt x="1524" y="1453896"/>
                  </a:lnTo>
                  <a:lnTo>
                    <a:pt x="1524" y="205740"/>
                  </a:lnTo>
                  <a:close/>
                </a:path>
                <a:path w="335280" h="1454150">
                  <a:moveTo>
                    <a:pt x="7620" y="289560"/>
                  </a:moveTo>
                  <a:lnTo>
                    <a:pt x="4572" y="289560"/>
                  </a:lnTo>
                  <a:lnTo>
                    <a:pt x="4572" y="1453896"/>
                  </a:lnTo>
                  <a:lnTo>
                    <a:pt x="7620" y="1453896"/>
                  </a:lnTo>
                  <a:lnTo>
                    <a:pt x="7620" y="289560"/>
                  </a:lnTo>
                  <a:close/>
                </a:path>
                <a:path w="335280" h="1454150">
                  <a:moveTo>
                    <a:pt x="12192" y="214884"/>
                  </a:moveTo>
                  <a:lnTo>
                    <a:pt x="9144" y="214884"/>
                  </a:lnTo>
                  <a:lnTo>
                    <a:pt x="9144" y="1453896"/>
                  </a:lnTo>
                  <a:lnTo>
                    <a:pt x="12192" y="1453896"/>
                  </a:lnTo>
                  <a:lnTo>
                    <a:pt x="12192" y="214884"/>
                  </a:lnTo>
                  <a:close/>
                </a:path>
                <a:path w="335280" h="1454150">
                  <a:moveTo>
                    <a:pt x="16764" y="205740"/>
                  </a:moveTo>
                  <a:lnTo>
                    <a:pt x="15240" y="205740"/>
                  </a:lnTo>
                  <a:lnTo>
                    <a:pt x="15240" y="1453896"/>
                  </a:lnTo>
                  <a:lnTo>
                    <a:pt x="16764" y="1453896"/>
                  </a:lnTo>
                  <a:lnTo>
                    <a:pt x="16764" y="205740"/>
                  </a:lnTo>
                  <a:close/>
                </a:path>
                <a:path w="335280" h="1454150">
                  <a:moveTo>
                    <a:pt x="21336" y="289560"/>
                  </a:moveTo>
                  <a:lnTo>
                    <a:pt x="19812" y="289560"/>
                  </a:lnTo>
                  <a:lnTo>
                    <a:pt x="19812" y="1453896"/>
                  </a:lnTo>
                  <a:lnTo>
                    <a:pt x="21336" y="1453896"/>
                  </a:lnTo>
                  <a:lnTo>
                    <a:pt x="21336" y="289560"/>
                  </a:lnTo>
                  <a:close/>
                </a:path>
                <a:path w="335280" h="1454150">
                  <a:moveTo>
                    <a:pt x="25908" y="205740"/>
                  </a:moveTo>
                  <a:lnTo>
                    <a:pt x="24384" y="205740"/>
                  </a:lnTo>
                  <a:lnTo>
                    <a:pt x="24384" y="1453896"/>
                  </a:lnTo>
                  <a:lnTo>
                    <a:pt x="25908" y="1453896"/>
                  </a:lnTo>
                  <a:lnTo>
                    <a:pt x="25908" y="205740"/>
                  </a:lnTo>
                  <a:close/>
                </a:path>
                <a:path w="335280" h="1454150">
                  <a:moveTo>
                    <a:pt x="30480" y="150876"/>
                  </a:moveTo>
                  <a:lnTo>
                    <a:pt x="28956" y="150876"/>
                  </a:lnTo>
                  <a:lnTo>
                    <a:pt x="28956" y="1453896"/>
                  </a:lnTo>
                  <a:lnTo>
                    <a:pt x="30480" y="1453896"/>
                  </a:lnTo>
                  <a:lnTo>
                    <a:pt x="30480" y="150876"/>
                  </a:lnTo>
                  <a:close/>
                </a:path>
                <a:path w="335280" h="1454150">
                  <a:moveTo>
                    <a:pt x="35052" y="92964"/>
                  </a:moveTo>
                  <a:lnTo>
                    <a:pt x="33528" y="92964"/>
                  </a:lnTo>
                  <a:lnTo>
                    <a:pt x="33528" y="1453896"/>
                  </a:lnTo>
                  <a:lnTo>
                    <a:pt x="35052" y="1453896"/>
                  </a:lnTo>
                  <a:lnTo>
                    <a:pt x="35052" y="92964"/>
                  </a:lnTo>
                  <a:close/>
                </a:path>
                <a:path w="335280" h="1454150">
                  <a:moveTo>
                    <a:pt x="39624" y="140208"/>
                  </a:moveTo>
                  <a:lnTo>
                    <a:pt x="38100" y="140208"/>
                  </a:lnTo>
                  <a:lnTo>
                    <a:pt x="38100" y="1453896"/>
                  </a:lnTo>
                  <a:lnTo>
                    <a:pt x="39624" y="1453896"/>
                  </a:lnTo>
                  <a:lnTo>
                    <a:pt x="39624" y="140208"/>
                  </a:lnTo>
                  <a:close/>
                </a:path>
                <a:path w="335280" h="1454150">
                  <a:moveTo>
                    <a:pt x="45720" y="140208"/>
                  </a:moveTo>
                  <a:lnTo>
                    <a:pt x="42672" y="140208"/>
                  </a:lnTo>
                  <a:lnTo>
                    <a:pt x="42672" y="1453896"/>
                  </a:lnTo>
                  <a:lnTo>
                    <a:pt x="45720" y="1453896"/>
                  </a:lnTo>
                  <a:lnTo>
                    <a:pt x="45720" y="140208"/>
                  </a:lnTo>
                  <a:close/>
                </a:path>
                <a:path w="335280" h="1454150">
                  <a:moveTo>
                    <a:pt x="50292" y="356616"/>
                  </a:moveTo>
                  <a:lnTo>
                    <a:pt x="47244" y="356616"/>
                  </a:lnTo>
                  <a:lnTo>
                    <a:pt x="47244" y="1453896"/>
                  </a:lnTo>
                  <a:lnTo>
                    <a:pt x="50292" y="1453896"/>
                  </a:lnTo>
                  <a:lnTo>
                    <a:pt x="50292" y="356616"/>
                  </a:lnTo>
                  <a:close/>
                </a:path>
                <a:path w="335280" h="1454150">
                  <a:moveTo>
                    <a:pt x="54864" y="434340"/>
                  </a:moveTo>
                  <a:lnTo>
                    <a:pt x="51816" y="434340"/>
                  </a:lnTo>
                  <a:lnTo>
                    <a:pt x="51816" y="1453896"/>
                  </a:lnTo>
                  <a:lnTo>
                    <a:pt x="54864" y="1453896"/>
                  </a:lnTo>
                  <a:lnTo>
                    <a:pt x="54864" y="434340"/>
                  </a:lnTo>
                  <a:close/>
                </a:path>
                <a:path w="335280" h="1454150">
                  <a:moveTo>
                    <a:pt x="59436" y="300228"/>
                  </a:moveTo>
                  <a:lnTo>
                    <a:pt x="57912" y="300228"/>
                  </a:lnTo>
                  <a:lnTo>
                    <a:pt x="57912" y="1453896"/>
                  </a:lnTo>
                  <a:lnTo>
                    <a:pt x="59436" y="1453896"/>
                  </a:lnTo>
                  <a:lnTo>
                    <a:pt x="59436" y="300228"/>
                  </a:lnTo>
                  <a:close/>
                </a:path>
                <a:path w="335280" h="1454150">
                  <a:moveTo>
                    <a:pt x="64008" y="129540"/>
                  </a:moveTo>
                  <a:lnTo>
                    <a:pt x="62484" y="129540"/>
                  </a:lnTo>
                  <a:lnTo>
                    <a:pt x="62484" y="1453896"/>
                  </a:lnTo>
                  <a:lnTo>
                    <a:pt x="64008" y="1453896"/>
                  </a:lnTo>
                  <a:lnTo>
                    <a:pt x="64008" y="129540"/>
                  </a:lnTo>
                  <a:close/>
                </a:path>
                <a:path w="335280" h="1454150">
                  <a:moveTo>
                    <a:pt x="68580" y="233172"/>
                  </a:moveTo>
                  <a:lnTo>
                    <a:pt x="67056" y="233172"/>
                  </a:lnTo>
                  <a:lnTo>
                    <a:pt x="67056" y="1453896"/>
                  </a:lnTo>
                  <a:lnTo>
                    <a:pt x="68580" y="1453896"/>
                  </a:lnTo>
                  <a:lnTo>
                    <a:pt x="68580" y="233172"/>
                  </a:lnTo>
                  <a:close/>
                </a:path>
                <a:path w="335280" h="1454150">
                  <a:moveTo>
                    <a:pt x="73152" y="240792"/>
                  </a:moveTo>
                  <a:lnTo>
                    <a:pt x="71628" y="240792"/>
                  </a:lnTo>
                  <a:lnTo>
                    <a:pt x="71628" y="1453896"/>
                  </a:lnTo>
                  <a:lnTo>
                    <a:pt x="73152" y="1453896"/>
                  </a:lnTo>
                  <a:lnTo>
                    <a:pt x="73152" y="240792"/>
                  </a:lnTo>
                  <a:close/>
                </a:path>
                <a:path w="335280" h="1454150">
                  <a:moveTo>
                    <a:pt x="77724" y="242316"/>
                  </a:moveTo>
                  <a:lnTo>
                    <a:pt x="76200" y="242316"/>
                  </a:lnTo>
                  <a:lnTo>
                    <a:pt x="76200" y="1453896"/>
                  </a:lnTo>
                  <a:lnTo>
                    <a:pt x="77724" y="1453896"/>
                  </a:lnTo>
                  <a:lnTo>
                    <a:pt x="77724" y="242316"/>
                  </a:lnTo>
                  <a:close/>
                </a:path>
                <a:path w="335280" h="1454150">
                  <a:moveTo>
                    <a:pt x="82296" y="289560"/>
                  </a:moveTo>
                  <a:lnTo>
                    <a:pt x="80772" y="289560"/>
                  </a:lnTo>
                  <a:lnTo>
                    <a:pt x="80772" y="1453896"/>
                  </a:lnTo>
                  <a:lnTo>
                    <a:pt x="82296" y="1453896"/>
                  </a:lnTo>
                  <a:lnTo>
                    <a:pt x="82296" y="289560"/>
                  </a:lnTo>
                  <a:close/>
                </a:path>
                <a:path w="335280" h="1454150">
                  <a:moveTo>
                    <a:pt x="88392" y="205740"/>
                  </a:moveTo>
                  <a:lnTo>
                    <a:pt x="85344" y="205740"/>
                  </a:lnTo>
                  <a:lnTo>
                    <a:pt x="85344" y="1453896"/>
                  </a:lnTo>
                  <a:lnTo>
                    <a:pt x="88392" y="1453896"/>
                  </a:lnTo>
                  <a:lnTo>
                    <a:pt x="88392" y="205740"/>
                  </a:lnTo>
                  <a:close/>
                </a:path>
                <a:path w="335280" h="1454150">
                  <a:moveTo>
                    <a:pt x="92964" y="237744"/>
                  </a:moveTo>
                  <a:lnTo>
                    <a:pt x="89916" y="237744"/>
                  </a:lnTo>
                  <a:lnTo>
                    <a:pt x="89916" y="1453896"/>
                  </a:lnTo>
                  <a:lnTo>
                    <a:pt x="92964" y="1453896"/>
                  </a:lnTo>
                  <a:lnTo>
                    <a:pt x="92964" y="237744"/>
                  </a:lnTo>
                  <a:close/>
                </a:path>
                <a:path w="335280" h="1454150">
                  <a:moveTo>
                    <a:pt x="97536" y="286512"/>
                  </a:moveTo>
                  <a:lnTo>
                    <a:pt x="96012" y="286512"/>
                  </a:lnTo>
                  <a:lnTo>
                    <a:pt x="96012" y="1453896"/>
                  </a:lnTo>
                  <a:lnTo>
                    <a:pt x="97536" y="1453896"/>
                  </a:lnTo>
                  <a:lnTo>
                    <a:pt x="97536" y="286512"/>
                  </a:lnTo>
                  <a:close/>
                </a:path>
                <a:path w="335280" h="1454150">
                  <a:moveTo>
                    <a:pt x="102108" y="224028"/>
                  </a:moveTo>
                  <a:lnTo>
                    <a:pt x="100584" y="224028"/>
                  </a:lnTo>
                  <a:lnTo>
                    <a:pt x="100584" y="1453896"/>
                  </a:lnTo>
                  <a:lnTo>
                    <a:pt x="102108" y="1453896"/>
                  </a:lnTo>
                  <a:lnTo>
                    <a:pt x="102108" y="224028"/>
                  </a:lnTo>
                  <a:close/>
                </a:path>
                <a:path w="335280" h="1454150">
                  <a:moveTo>
                    <a:pt x="106680" y="150876"/>
                  </a:moveTo>
                  <a:lnTo>
                    <a:pt x="105156" y="150876"/>
                  </a:lnTo>
                  <a:lnTo>
                    <a:pt x="105156" y="1453896"/>
                  </a:lnTo>
                  <a:lnTo>
                    <a:pt x="106680" y="1453896"/>
                  </a:lnTo>
                  <a:lnTo>
                    <a:pt x="106680" y="150876"/>
                  </a:lnTo>
                  <a:close/>
                </a:path>
                <a:path w="335280" h="1454150">
                  <a:moveTo>
                    <a:pt x="111252" y="242316"/>
                  </a:moveTo>
                  <a:lnTo>
                    <a:pt x="109728" y="242316"/>
                  </a:lnTo>
                  <a:lnTo>
                    <a:pt x="109728" y="1453896"/>
                  </a:lnTo>
                  <a:lnTo>
                    <a:pt x="111252" y="1453896"/>
                  </a:lnTo>
                  <a:lnTo>
                    <a:pt x="111252" y="242316"/>
                  </a:lnTo>
                  <a:close/>
                </a:path>
                <a:path w="335280" h="1454150">
                  <a:moveTo>
                    <a:pt x="115824" y="260604"/>
                  </a:moveTo>
                  <a:lnTo>
                    <a:pt x="114300" y="260604"/>
                  </a:lnTo>
                  <a:lnTo>
                    <a:pt x="114300" y="1453896"/>
                  </a:lnTo>
                  <a:lnTo>
                    <a:pt x="115824" y="1453896"/>
                  </a:lnTo>
                  <a:lnTo>
                    <a:pt x="115824" y="260604"/>
                  </a:lnTo>
                  <a:close/>
                </a:path>
                <a:path w="335280" h="1454150">
                  <a:moveTo>
                    <a:pt x="120396" y="277368"/>
                  </a:moveTo>
                  <a:lnTo>
                    <a:pt x="118872" y="277368"/>
                  </a:lnTo>
                  <a:lnTo>
                    <a:pt x="118872" y="1453896"/>
                  </a:lnTo>
                  <a:lnTo>
                    <a:pt x="120396" y="1453896"/>
                  </a:lnTo>
                  <a:lnTo>
                    <a:pt x="120396" y="277368"/>
                  </a:lnTo>
                  <a:close/>
                </a:path>
                <a:path w="335280" h="1454150">
                  <a:moveTo>
                    <a:pt x="124968" y="281940"/>
                  </a:moveTo>
                  <a:lnTo>
                    <a:pt x="123444" y="281940"/>
                  </a:lnTo>
                  <a:lnTo>
                    <a:pt x="123444" y="1453896"/>
                  </a:lnTo>
                  <a:lnTo>
                    <a:pt x="124968" y="1453896"/>
                  </a:lnTo>
                  <a:lnTo>
                    <a:pt x="124968" y="281940"/>
                  </a:lnTo>
                  <a:close/>
                </a:path>
                <a:path w="335280" h="1454150">
                  <a:moveTo>
                    <a:pt x="131064" y="347472"/>
                  </a:moveTo>
                  <a:lnTo>
                    <a:pt x="128016" y="347472"/>
                  </a:lnTo>
                  <a:lnTo>
                    <a:pt x="128016" y="1453896"/>
                  </a:lnTo>
                  <a:lnTo>
                    <a:pt x="131064" y="1453896"/>
                  </a:lnTo>
                  <a:lnTo>
                    <a:pt x="131064" y="347472"/>
                  </a:lnTo>
                  <a:close/>
                </a:path>
                <a:path w="335280" h="1454150">
                  <a:moveTo>
                    <a:pt x="135636" y="92964"/>
                  </a:moveTo>
                  <a:lnTo>
                    <a:pt x="132588" y="92964"/>
                  </a:lnTo>
                  <a:lnTo>
                    <a:pt x="132588" y="1453896"/>
                  </a:lnTo>
                  <a:lnTo>
                    <a:pt x="135636" y="1453896"/>
                  </a:lnTo>
                  <a:lnTo>
                    <a:pt x="135636" y="92964"/>
                  </a:lnTo>
                  <a:close/>
                </a:path>
                <a:path w="335280" h="1454150">
                  <a:moveTo>
                    <a:pt x="140208" y="470916"/>
                  </a:moveTo>
                  <a:lnTo>
                    <a:pt x="138684" y="470916"/>
                  </a:lnTo>
                  <a:lnTo>
                    <a:pt x="138684" y="1453896"/>
                  </a:lnTo>
                  <a:lnTo>
                    <a:pt x="140208" y="1453896"/>
                  </a:lnTo>
                  <a:lnTo>
                    <a:pt x="140208" y="470916"/>
                  </a:lnTo>
                  <a:close/>
                </a:path>
                <a:path w="335280" h="1454150">
                  <a:moveTo>
                    <a:pt x="144780" y="248412"/>
                  </a:moveTo>
                  <a:lnTo>
                    <a:pt x="143256" y="248412"/>
                  </a:lnTo>
                  <a:lnTo>
                    <a:pt x="143256" y="1453896"/>
                  </a:lnTo>
                  <a:lnTo>
                    <a:pt x="144780" y="1453896"/>
                  </a:lnTo>
                  <a:lnTo>
                    <a:pt x="144780" y="248412"/>
                  </a:lnTo>
                  <a:close/>
                </a:path>
                <a:path w="335280" h="1454150">
                  <a:moveTo>
                    <a:pt x="149352" y="336804"/>
                  </a:moveTo>
                  <a:lnTo>
                    <a:pt x="147828" y="336804"/>
                  </a:lnTo>
                  <a:lnTo>
                    <a:pt x="147828" y="1453896"/>
                  </a:lnTo>
                  <a:lnTo>
                    <a:pt x="149352" y="1453896"/>
                  </a:lnTo>
                  <a:lnTo>
                    <a:pt x="149352" y="336804"/>
                  </a:lnTo>
                  <a:close/>
                </a:path>
                <a:path w="335280" h="1454150">
                  <a:moveTo>
                    <a:pt x="153924" y="356616"/>
                  </a:moveTo>
                  <a:lnTo>
                    <a:pt x="152400" y="356616"/>
                  </a:lnTo>
                  <a:lnTo>
                    <a:pt x="152400" y="1453896"/>
                  </a:lnTo>
                  <a:lnTo>
                    <a:pt x="153924" y="1453896"/>
                  </a:lnTo>
                  <a:lnTo>
                    <a:pt x="153924" y="356616"/>
                  </a:lnTo>
                  <a:close/>
                </a:path>
                <a:path w="335280" h="1454150">
                  <a:moveTo>
                    <a:pt x="158496" y="320040"/>
                  </a:moveTo>
                  <a:lnTo>
                    <a:pt x="156972" y="320040"/>
                  </a:lnTo>
                  <a:lnTo>
                    <a:pt x="156972" y="1453896"/>
                  </a:lnTo>
                  <a:lnTo>
                    <a:pt x="158496" y="1453896"/>
                  </a:lnTo>
                  <a:lnTo>
                    <a:pt x="158496" y="320040"/>
                  </a:lnTo>
                  <a:close/>
                </a:path>
                <a:path w="335280" h="1454150">
                  <a:moveTo>
                    <a:pt x="163068" y="242316"/>
                  </a:moveTo>
                  <a:lnTo>
                    <a:pt x="161544" y="242316"/>
                  </a:lnTo>
                  <a:lnTo>
                    <a:pt x="161544" y="1453896"/>
                  </a:lnTo>
                  <a:lnTo>
                    <a:pt x="163068" y="1453896"/>
                  </a:lnTo>
                  <a:lnTo>
                    <a:pt x="163068" y="242316"/>
                  </a:lnTo>
                  <a:close/>
                </a:path>
                <a:path w="335280" h="1454150">
                  <a:moveTo>
                    <a:pt x="169164" y="320040"/>
                  </a:moveTo>
                  <a:lnTo>
                    <a:pt x="166116" y="320040"/>
                  </a:lnTo>
                  <a:lnTo>
                    <a:pt x="166116" y="1453896"/>
                  </a:lnTo>
                  <a:lnTo>
                    <a:pt x="169164" y="1453896"/>
                  </a:lnTo>
                  <a:lnTo>
                    <a:pt x="169164" y="320040"/>
                  </a:lnTo>
                  <a:close/>
                </a:path>
                <a:path w="335280" h="1454150">
                  <a:moveTo>
                    <a:pt x="173736" y="367284"/>
                  </a:moveTo>
                  <a:lnTo>
                    <a:pt x="170688" y="367284"/>
                  </a:lnTo>
                  <a:lnTo>
                    <a:pt x="170688" y="1453896"/>
                  </a:lnTo>
                  <a:lnTo>
                    <a:pt x="173736" y="1453896"/>
                  </a:lnTo>
                  <a:lnTo>
                    <a:pt x="173736" y="367284"/>
                  </a:lnTo>
                  <a:close/>
                </a:path>
                <a:path w="335280" h="1454150">
                  <a:moveTo>
                    <a:pt x="178308" y="92964"/>
                  </a:moveTo>
                  <a:lnTo>
                    <a:pt x="175260" y="92964"/>
                  </a:lnTo>
                  <a:lnTo>
                    <a:pt x="175260" y="1453896"/>
                  </a:lnTo>
                  <a:lnTo>
                    <a:pt x="178308" y="1453896"/>
                  </a:lnTo>
                  <a:lnTo>
                    <a:pt x="178308" y="92964"/>
                  </a:lnTo>
                  <a:close/>
                </a:path>
                <a:path w="335280" h="1454150">
                  <a:moveTo>
                    <a:pt x="182880" y="176784"/>
                  </a:moveTo>
                  <a:lnTo>
                    <a:pt x="181356" y="176784"/>
                  </a:lnTo>
                  <a:lnTo>
                    <a:pt x="181356" y="1453896"/>
                  </a:lnTo>
                  <a:lnTo>
                    <a:pt x="182880" y="1453896"/>
                  </a:lnTo>
                  <a:lnTo>
                    <a:pt x="182880" y="176784"/>
                  </a:lnTo>
                  <a:close/>
                </a:path>
                <a:path w="335280" h="1454150">
                  <a:moveTo>
                    <a:pt x="187452" y="140208"/>
                  </a:moveTo>
                  <a:lnTo>
                    <a:pt x="185928" y="140208"/>
                  </a:lnTo>
                  <a:lnTo>
                    <a:pt x="185928" y="1453896"/>
                  </a:lnTo>
                  <a:lnTo>
                    <a:pt x="187452" y="1453896"/>
                  </a:lnTo>
                  <a:lnTo>
                    <a:pt x="187452" y="140208"/>
                  </a:lnTo>
                  <a:close/>
                </a:path>
                <a:path w="335280" h="1454150">
                  <a:moveTo>
                    <a:pt x="192024" y="190500"/>
                  </a:moveTo>
                  <a:lnTo>
                    <a:pt x="190500" y="190500"/>
                  </a:lnTo>
                  <a:lnTo>
                    <a:pt x="190500" y="1453896"/>
                  </a:lnTo>
                  <a:lnTo>
                    <a:pt x="192024" y="1453896"/>
                  </a:lnTo>
                  <a:lnTo>
                    <a:pt x="192024" y="190500"/>
                  </a:lnTo>
                  <a:close/>
                </a:path>
                <a:path w="335280" h="1454150">
                  <a:moveTo>
                    <a:pt x="196596" y="0"/>
                  </a:moveTo>
                  <a:lnTo>
                    <a:pt x="195072" y="0"/>
                  </a:lnTo>
                  <a:lnTo>
                    <a:pt x="195072" y="1453896"/>
                  </a:lnTo>
                  <a:lnTo>
                    <a:pt x="196596" y="1453896"/>
                  </a:lnTo>
                  <a:lnTo>
                    <a:pt x="196596" y="0"/>
                  </a:lnTo>
                  <a:close/>
                </a:path>
                <a:path w="335280" h="1454150">
                  <a:moveTo>
                    <a:pt x="201168" y="156972"/>
                  </a:moveTo>
                  <a:lnTo>
                    <a:pt x="199644" y="156972"/>
                  </a:lnTo>
                  <a:lnTo>
                    <a:pt x="199644" y="1453896"/>
                  </a:lnTo>
                  <a:lnTo>
                    <a:pt x="201168" y="1453896"/>
                  </a:lnTo>
                  <a:lnTo>
                    <a:pt x="201168" y="156972"/>
                  </a:lnTo>
                  <a:close/>
                </a:path>
                <a:path w="335280" h="1454150">
                  <a:moveTo>
                    <a:pt x="205740" y="85344"/>
                  </a:moveTo>
                  <a:lnTo>
                    <a:pt x="204216" y="85344"/>
                  </a:lnTo>
                  <a:lnTo>
                    <a:pt x="204216" y="1453896"/>
                  </a:lnTo>
                  <a:lnTo>
                    <a:pt x="205740" y="1453896"/>
                  </a:lnTo>
                  <a:lnTo>
                    <a:pt x="205740" y="85344"/>
                  </a:lnTo>
                  <a:close/>
                </a:path>
                <a:path w="335280" h="1454150">
                  <a:moveTo>
                    <a:pt x="211836" y="100584"/>
                  </a:moveTo>
                  <a:lnTo>
                    <a:pt x="208788" y="100584"/>
                  </a:lnTo>
                  <a:lnTo>
                    <a:pt x="208788" y="1453896"/>
                  </a:lnTo>
                  <a:lnTo>
                    <a:pt x="211836" y="1453896"/>
                  </a:lnTo>
                  <a:lnTo>
                    <a:pt x="211836" y="100584"/>
                  </a:lnTo>
                  <a:close/>
                </a:path>
                <a:path w="335280" h="1454150">
                  <a:moveTo>
                    <a:pt x="216408" y="129540"/>
                  </a:moveTo>
                  <a:lnTo>
                    <a:pt x="213360" y="129540"/>
                  </a:lnTo>
                  <a:lnTo>
                    <a:pt x="213360" y="1453896"/>
                  </a:lnTo>
                  <a:lnTo>
                    <a:pt x="216408" y="1453896"/>
                  </a:lnTo>
                  <a:lnTo>
                    <a:pt x="216408" y="129540"/>
                  </a:lnTo>
                  <a:close/>
                </a:path>
                <a:path w="335280" h="1454150">
                  <a:moveTo>
                    <a:pt x="220980" y="129540"/>
                  </a:moveTo>
                  <a:lnTo>
                    <a:pt x="219456" y="129540"/>
                  </a:lnTo>
                  <a:lnTo>
                    <a:pt x="219456" y="1453896"/>
                  </a:lnTo>
                  <a:lnTo>
                    <a:pt x="220980" y="1453896"/>
                  </a:lnTo>
                  <a:lnTo>
                    <a:pt x="220980" y="129540"/>
                  </a:lnTo>
                  <a:close/>
                </a:path>
                <a:path w="335280" h="1454150">
                  <a:moveTo>
                    <a:pt x="225552" y="150876"/>
                  </a:moveTo>
                  <a:lnTo>
                    <a:pt x="224028" y="150876"/>
                  </a:lnTo>
                  <a:lnTo>
                    <a:pt x="224028" y="1453896"/>
                  </a:lnTo>
                  <a:lnTo>
                    <a:pt x="225552" y="1453896"/>
                  </a:lnTo>
                  <a:lnTo>
                    <a:pt x="225552" y="150876"/>
                  </a:lnTo>
                  <a:close/>
                </a:path>
                <a:path w="335280" h="1454150">
                  <a:moveTo>
                    <a:pt x="230124" y="143256"/>
                  </a:moveTo>
                  <a:lnTo>
                    <a:pt x="228600" y="143256"/>
                  </a:lnTo>
                  <a:lnTo>
                    <a:pt x="228600" y="1453896"/>
                  </a:lnTo>
                  <a:lnTo>
                    <a:pt x="230124" y="1453896"/>
                  </a:lnTo>
                  <a:lnTo>
                    <a:pt x="230124" y="143256"/>
                  </a:lnTo>
                  <a:close/>
                </a:path>
                <a:path w="335280" h="1454150">
                  <a:moveTo>
                    <a:pt x="234696" y="156972"/>
                  </a:moveTo>
                  <a:lnTo>
                    <a:pt x="233172" y="156972"/>
                  </a:lnTo>
                  <a:lnTo>
                    <a:pt x="233172" y="1453896"/>
                  </a:lnTo>
                  <a:lnTo>
                    <a:pt x="234696" y="1453896"/>
                  </a:lnTo>
                  <a:lnTo>
                    <a:pt x="234696" y="156972"/>
                  </a:lnTo>
                  <a:close/>
                </a:path>
                <a:path w="335280" h="1454150">
                  <a:moveTo>
                    <a:pt x="239268" y="277368"/>
                  </a:moveTo>
                  <a:lnTo>
                    <a:pt x="237744" y="277368"/>
                  </a:lnTo>
                  <a:lnTo>
                    <a:pt x="237744" y="1453896"/>
                  </a:lnTo>
                  <a:lnTo>
                    <a:pt x="239268" y="1453896"/>
                  </a:lnTo>
                  <a:lnTo>
                    <a:pt x="239268" y="277368"/>
                  </a:lnTo>
                  <a:close/>
                </a:path>
                <a:path w="335280" h="1454150">
                  <a:moveTo>
                    <a:pt x="243840" y="356616"/>
                  </a:moveTo>
                  <a:lnTo>
                    <a:pt x="242316" y="356616"/>
                  </a:lnTo>
                  <a:lnTo>
                    <a:pt x="242316" y="1453896"/>
                  </a:lnTo>
                  <a:lnTo>
                    <a:pt x="243840" y="1453896"/>
                  </a:lnTo>
                  <a:lnTo>
                    <a:pt x="243840" y="356616"/>
                  </a:lnTo>
                  <a:close/>
                </a:path>
                <a:path w="335280" h="1454150">
                  <a:moveTo>
                    <a:pt x="248412" y="134112"/>
                  </a:moveTo>
                  <a:lnTo>
                    <a:pt x="246888" y="134112"/>
                  </a:lnTo>
                  <a:lnTo>
                    <a:pt x="246888" y="1453896"/>
                  </a:lnTo>
                  <a:lnTo>
                    <a:pt x="248412" y="1453896"/>
                  </a:lnTo>
                  <a:lnTo>
                    <a:pt x="248412" y="134112"/>
                  </a:lnTo>
                  <a:close/>
                </a:path>
                <a:path w="335280" h="1454150">
                  <a:moveTo>
                    <a:pt x="254508" y="85344"/>
                  </a:moveTo>
                  <a:lnTo>
                    <a:pt x="251460" y="85344"/>
                  </a:lnTo>
                  <a:lnTo>
                    <a:pt x="251460" y="1453896"/>
                  </a:lnTo>
                  <a:lnTo>
                    <a:pt x="254508" y="1453896"/>
                  </a:lnTo>
                  <a:lnTo>
                    <a:pt x="254508" y="85344"/>
                  </a:lnTo>
                  <a:close/>
                </a:path>
                <a:path w="335280" h="1454150">
                  <a:moveTo>
                    <a:pt x="259080" y="205740"/>
                  </a:moveTo>
                  <a:lnTo>
                    <a:pt x="256032" y="205740"/>
                  </a:lnTo>
                  <a:lnTo>
                    <a:pt x="256032" y="1453896"/>
                  </a:lnTo>
                  <a:lnTo>
                    <a:pt x="259080" y="1453896"/>
                  </a:lnTo>
                  <a:lnTo>
                    <a:pt x="259080" y="205740"/>
                  </a:lnTo>
                  <a:close/>
                </a:path>
                <a:path w="335280" h="1454150">
                  <a:moveTo>
                    <a:pt x="263652" y="92964"/>
                  </a:moveTo>
                  <a:lnTo>
                    <a:pt x="262128" y="92964"/>
                  </a:lnTo>
                  <a:lnTo>
                    <a:pt x="262128" y="1453896"/>
                  </a:lnTo>
                  <a:lnTo>
                    <a:pt x="263652" y="1453896"/>
                  </a:lnTo>
                  <a:lnTo>
                    <a:pt x="263652" y="92964"/>
                  </a:lnTo>
                  <a:close/>
                </a:path>
                <a:path w="335280" h="1454150">
                  <a:moveTo>
                    <a:pt x="268224" y="92964"/>
                  </a:moveTo>
                  <a:lnTo>
                    <a:pt x="266700" y="92964"/>
                  </a:lnTo>
                  <a:lnTo>
                    <a:pt x="266700" y="1453896"/>
                  </a:lnTo>
                  <a:lnTo>
                    <a:pt x="268224" y="1453896"/>
                  </a:lnTo>
                  <a:lnTo>
                    <a:pt x="268224" y="92964"/>
                  </a:lnTo>
                  <a:close/>
                </a:path>
                <a:path w="335280" h="1454150">
                  <a:moveTo>
                    <a:pt x="272796" y="176784"/>
                  </a:moveTo>
                  <a:lnTo>
                    <a:pt x="271272" y="176784"/>
                  </a:lnTo>
                  <a:lnTo>
                    <a:pt x="271272" y="1453896"/>
                  </a:lnTo>
                  <a:lnTo>
                    <a:pt x="272796" y="1453896"/>
                  </a:lnTo>
                  <a:lnTo>
                    <a:pt x="272796" y="176784"/>
                  </a:lnTo>
                  <a:close/>
                </a:path>
                <a:path w="335280" h="1454150">
                  <a:moveTo>
                    <a:pt x="277368" y="100584"/>
                  </a:moveTo>
                  <a:lnTo>
                    <a:pt x="275844" y="100584"/>
                  </a:lnTo>
                  <a:lnTo>
                    <a:pt x="275844" y="1453896"/>
                  </a:lnTo>
                  <a:lnTo>
                    <a:pt x="277368" y="1453896"/>
                  </a:lnTo>
                  <a:lnTo>
                    <a:pt x="277368" y="100584"/>
                  </a:lnTo>
                  <a:close/>
                </a:path>
                <a:path w="335280" h="1454150">
                  <a:moveTo>
                    <a:pt x="281940" y="176784"/>
                  </a:moveTo>
                  <a:lnTo>
                    <a:pt x="280416" y="176784"/>
                  </a:lnTo>
                  <a:lnTo>
                    <a:pt x="280416" y="1453896"/>
                  </a:lnTo>
                  <a:lnTo>
                    <a:pt x="281940" y="1453896"/>
                  </a:lnTo>
                  <a:lnTo>
                    <a:pt x="281940" y="176784"/>
                  </a:lnTo>
                  <a:close/>
                </a:path>
                <a:path w="335280" h="1454150">
                  <a:moveTo>
                    <a:pt x="286512" y="129540"/>
                  </a:moveTo>
                  <a:lnTo>
                    <a:pt x="284988" y="129540"/>
                  </a:lnTo>
                  <a:lnTo>
                    <a:pt x="284988" y="1453896"/>
                  </a:lnTo>
                  <a:lnTo>
                    <a:pt x="286512" y="1453896"/>
                  </a:lnTo>
                  <a:lnTo>
                    <a:pt x="286512" y="129540"/>
                  </a:lnTo>
                  <a:close/>
                </a:path>
                <a:path w="335280" h="1454150">
                  <a:moveTo>
                    <a:pt x="292608" y="242316"/>
                  </a:moveTo>
                  <a:lnTo>
                    <a:pt x="289560" y="242316"/>
                  </a:lnTo>
                  <a:lnTo>
                    <a:pt x="289560" y="1453896"/>
                  </a:lnTo>
                  <a:lnTo>
                    <a:pt x="292608" y="1453896"/>
                  </a:lnTo>
                  <a:lnTo>
                    <a:pt x="292608" y="242316"/>
                  </a:lnTo>
                  <a:close/>
                </a:path>
                <a:path w="335280" h="1454150">
                  <a:moveTo>
                    <a:pt x="297180" y="403860"/>
                  </a:moveTo>
                  <a:lnTo>
                    <a:pt x="294132" y="403860"/>
                  </a:lnTo>
                  <a:lnTo>
                    <a:pt x="294132" y="1453896"/>
                  </a:lnTo>
                  <a:lnTo>
                    <a:pt x="297180" y="1453896"/>
                  </a:lnTo>
                  <a:lnTo>
                    <a:pt x="297180" y="403860"/>
                  </a:lnTo>
                  <a:close/>
                </a:path>
                <a:path w="335280" h="1454150">
                  <a:moveTo>
                    <a:pt x="301752" y="265176"/>
                  </a:moveTo>
                  <a:lnTo>
                    <a:pt x="298704" y="265176"/>
                  </a:lnTo>
                  <a:lnTo>
                    <a:pt x="298704" y="1453896"/>
                  </a:lnTo>
                  <a:lnTo>
                    <a:pt x="301752" y="1453896"/>
                  </a:lnTo>
                  <a:lnTo>
                    <a:pt x="301752" y="265176"/>
                  </a:lnTo>
                  <a:close/>
                </a:path>
                <a:path w="335280" h="1454150">
                  <a:moveTo>
                    <a:pt x="306324" y="144780"/>
                  </a:moveTo>
                  <a:lnTo>
                    <a:pt x="304800" y="144780"/>
                  </a:lnTo>
                  <a:lnTo>
                    <a:pt x="304800" y="1453896"/>
                  </a:lnTo>
                  <a:lnTo>
                    <a:pt x="306324" y="1453896"/>
                  </a:lnTo>
                  <a:lnTo>
                    <a:pt x="306324" y="144780"/>
                  </a:lnTo>
                  <a:close/>
                </a:path>
                <a:path w="335280" h="1454150">
                  <a:moveTo>
                    <a:pt x="310896" y="176784"/>
                  </a:moveTo>
                  <a:lnTo>
                    <a:pt x="309372" y="176784"/>
                  </a:lnTo>
                  <a:lnTo>
                    <a:pt x="309372" y="1453896"/>
                  </a:lnTo>
                  <a:lnTo>
                    <a:pt x="310896" y="1453896"/>
                  </a:lnTo>
                  <a:lnTo>
                    <a:pt x="310896" y="176784"/>
                  </a:lnTo>
                  <a:close/>
                </a:path>
                <a:path w="335280" h="1454150">
                  <a:moveTo>
                    <a:pt x="315468" y="156972"/>
                  </a:moveTo>
                  <a:lnTo>
                    <a:pt x="313944" y="156972"/>
                  </a:lnTo>
                  <a:lnTo>
                    <a:pt x="313944" y="1453896"/>
                  </a:lnTo>
                  <a:lnTo>
                    <a:pt x="315468" y="1453896"/>
                  </a:lnTo>
                  <a:lnTo>
                    <a:pt x="315468" y="156972"/>
                  </a:lnTo>
                  <a:close/>
                </a:path>
                <a:path w="335280" h="1454150">
                  <a:moveTo>
                    <a:pt x="320040" y="219456"/>
                  </a:moveTo>
                  <a:lnTo>
                    <a:pt x="318516" y="219456"/>
                  </a:lnTo>
                  <a:lnTo>
                    <a:pt x="318516" y="1453896"/>
                  </a:lnTo>
                  <a:lnTo>
                    <a:pt x="320040" y="1453896"/>
                  </a:lnTo>
                  <a:lnTo>
                    <a:pt x="320040" y="219456"/>
                  </a:lnTo>
                  <a:close/>
                </a:path>
                <a:path w="335280" h="1454150">
                  <a:moveTo>
                    <a:pt x="324612" y="150876"/>
                  </a:moveTo>
                  <a:lnTo>
                    <a:pt x="323088" y="150876"/>
                  </a:lnTo>
                  <a:lnTo>
                    <a:pt x="323088" y="1453896"/>
                  </a:lnTo>
                  <a:lnTo>
                    <a:pt x="324612" y="1453896"/>
                  </a:lnTo>
                  <a:lnTo>
                    <a:pt x="324612" y="150876"/>
                  </a:lnTo>
                  <a:close/>
                </a:path>
                <a:path w="335280" h="1454150">
                  <a:moveTo>
                    <a:pt x="329184" y="176784"/>
                  </a:moveTo>
                  <a:lnTo>
                    <a:pt x="327660" y="176784"/>
                  </a:lnTo>
                  <a:lnTo>
                    <a:pt x="327660" y="1453896"/>
                  </a:lnTo>
                  <a:lnTo>
                    <a:pt x="329184" y="1453896"/>
                  </a:lnTo>
                  <a:lnTo>
                    <a:pt x="329184" y="176784"/>
                  </a:lnTo>
                  <a:close/>
                </a:path>
                <a:path w="335280" h="1454150">
                  <a:moveTo>
                    <a:pt x="335280" y="320040"/>
                  </a:moveTo>
                  <a:lnTo>
                    <a:pt x="332232" y="320040"/>
                  </a:lnTo>
                  <a:lnTo>
                    <a:pt x="332232" y="1453896"/>
                  </a:lnTo>
                  <a:lnTo>
                    <a:pt x="335280" y="1453896"/>
                  </a:lnTo>
                  <a:lnTo>
                    <a:pt x="335280" y="32004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193036" y="2351531"/>
              <a:ext cx="335280" cy="1511935"/>
            </a:xfrm>
            <a:custGeom>
              <a:avLst/>
              <a:gdLst/>
              <a:ahLst/>
              <a:cxnLst/>
              <a:rect l="l" t="t" r="r" b="b"/>
              <a:pathLst>
                <a:path w="335280" h="1511935">
                  <a:moveTo>
                    <a:pt x="3048" y="377952"/>
                  </a:moveTo>
                  <a:lnTo>
                    <a:pt x="0" y="377952"/>
                  </a:lnTo>
                  <a:lnTo>
                    <a:pt x="0" y="1511808"/>
                  </a:lnTo>
                  <a:lnTo>
                    <a:pt x="3048" y="1511808"/>
                  </a:lnTo>
                  <a:lnTo>
                    <a:pt x="3048" y="377952"/>
                  </a:lnTo>
                  <a:close/>
                </a:path>
                <a:path w="335280" h="1511935">
                  <a:moveTo>
                    <a:pt x="7620" y="187452"/>
                  </a:moveTo>
                  <a:lnTo>
                    <a:pt x="4572" y="187452"/>
                  </a:lnTo>
                  <a:lnTo>
                    <a:pt x="4572" y="1511808"/>
                  </a:lnTo>
                  <a:lnTo>
                    <a:pt x="7620" y="1511808"/>
                  </a:lnTo>
                  <a:lnTo>
                    <a:pt x="7620" y="187452"/>
                  </a:lnTo>
                  <a:close/>
                </a:path>
                <a:path w="335280" h="1511935">
                  <a:moveTo>
                    <a:pt x="12192" y="266700"/>
                  </a:moveTo>
                  <a:lnTo>
                    <a:pt x="9144" y="266700"/>
                  </a:lnTo>
                  <a:lnTo>
                    <a:pt x="9144" y="1511808"/>
                  </a:lnTo>
                  <a:lnTo>
                    <a:pt x="12192" y="1511808"/>
                  </a:lnTo>
                  <a:lnTo>
                    <a:pt x="12192" y="266700"/>
                  </a:lnTo>
                  <a:close/>
                </a:path>
                <a:path w="335280" h="1511935">
                  <a:moveTo>
                    <a:pt x="16764" y="234696"/>
                  </a:moveTo>
                  <a:lnTo>
                    <a:pt x="15240" y="234696"/>
                  </a:lnTo>
                  <a:lnTo>
                    <a:pt x="15240" y="1511808"/>
                  </a:lnTo>
                  <a:lnTo>
                    <a:pt x="16764" y="1511808"/>
                  </a:lnTo>
                  <a:lnTo>
                    <a:pt x="16764" y="234696"/>
                  </a:lnTo>
                  <a:close/>
                </a:path>
                <a:path w="335280" h="1511935">
                  <a:moveTo>
                    <a:pt x="21336" y="187452"/>
                  </a:moveTo>
                  <a:lnTo>
                    <a:pt x="19812" y="187452"/>
                  </a:lnTo>
                  <a:lnTo>
                    <a:pt x="19812" y="1511808"/>
                  </a:lnTo>
                  <a:lnTo>
                    <a:pt x="21336" y="1511808"/>
                  </a:lnTo>
                  <a:lnTo>
                    <a:pt x="21336" y="187452"/>
                  </a:lnTo>
                  <a:close/>
                </a:path>
                <a:path w="335280" h="1511935">
                  <a:moveTo>
                    <a:pt x="25908" y="201168"/>
                  </a:moveTo>
                  <a:lnTo>
                    <a:pt x="24384" y="201168"/>
                  </a:lnTo>
                  <a:lnTo>
                    <a:pt x="24384" y="1511808"/>
                  </a:lnTo>
                  <a:lnTo>
                    <a:pt x="25908" y="1511808"/>
                  </a:lnTo>
                  <a:lnTo>
                    <a:pt x="25908" y="201168"/>
                  </a:lnTo>
                  <a:close/>
                </a:path>
                <a:path w="335280" h="1511935">
                  <a:moveTo>
                    <a:pt x="30480" y="461772"/>
                  </a:moveTo>
                  <a:lnTo>
                    <a:pt x="28956" y="461772"/>
                  </a:lnTo>
                  <a:lnTo>
                    <a:pt x="28956" y="1511808"/>
                  </a:lnTo>
                  <a:lnTo>
                    <a:pt x="30480" y="1511808"/>
                  </a:lnTo>
                  <a:lnTo>
                    <a:pt x="30480" y="461772"/>
                  </a:lnTo>
                  <a:close/>
                </a:path>
                <a:path w="335280" h="1511935">
                  <a:moveTo>
                    <a:pt x="35052" y="181356"/>
                  </a:moveTo>
                  <a:lnTo>
                    <a:pt x="33528" y="181356"/>
                  </a:lnTo>
                  <a:lnTo>
                    <a:pt x="33528" y="1511808"/>
                  </a:lnTo>
                  <a:lnTo>
                    <a:pt x="35052" y="1511808"/>
                  </a:lnTo>
                  <a:lnTo>
                    <a:pt x="35052" y="181356"/>
                  </a:lnTo>
                  <a:close/>
                </a:path>
                <a:path w="335280" h="1511935">
                  <a:moveTo>
                    <a:pt x="39624" y="377952"/>
                  </a:moveTo>
                  <a:lnTo>
                    <a:pt x="38100" y="377952"/>
                  </a:lnTo>
                  <a:lnTo>
                    <a:pt x="38100" y="1511808"/>
                  </a:lnTo>
                  <a:lnTo>
                    <a:pt x="39624" y="1511808"/>
                  </a:lnTo>
                  <a:lnTo>
                    <a:pt x="39624" y="377952"/>
                  </a:lnTo>
                  <a:close/>
                </a:path>
                <a:path w="335280" h="1511935">
                  <a:moveTo>
                    <a:pt x="45720" y="414528"/>
                  </a:moveTo>
                  <a:lnTo>
                    <a:pt x="42672" y="414528"/>
                  </a:lnTo>
                  <a:lnTo>
                    <a:pt x="42672" y="1511808"/>
                  </a:lnTo>
                  <a:lnTo>
                    <a:pt x="45720" y="1511808"/>
                  </a:lnTo>
                  <a:lnTo>
                    <a:pt x="45720" y="414528"/>
                  </a:lnTo>
                  <a:close/>
                </a:path>
                <a:path w="335280" h="1511935">
                  <a:moveTo>
                    <a:pt x="50292" y="461772"/>
                  </a:moveTo>
                  <a:lnTo>
                    <a:pt x="47244" y="461772"/>
                  </a:lnTo>
                  <a:lnTo>
                    <a:pt x="47244" y="1511808"/>
                  </a:lnTo>
                  <a:lnTo>
                    <a:pt x="50292" y="1511808"/>
                  </a:lnTo>
                  <a:lnTo>
                    <a:pt x="50292" y="461772"/>
                  </a:lnTo>
                  <a:close/>
                </a:path>
                <a:path w="335280" h="1511935">
                  <a:moveTo>
                    <a:pt x="54864" y="198120"/>
                  </a:moveTo>
                  <a:lnTo>
                    <a:pt x="53340" y="198120"/>
                  </a:lnTo>
                  <a:lnTo>
                    <a:pt x="53340" y="1511808"/>
                  </a:lnTo>
                  <a:lnTo>
                    <a:pt x="54864" y="1511808"/>
                  </a:lnTo>
                  <a:lnTo>
                    <a:pt x="54864" y="198120"/>
                  </a:lnTo>
                  <a:close/>
                </a:path>
                <a:path w="335280" h="1511935">
                  <a:moveTo>
                    <a:pt x="59436" y="158496"/>
                  </a:moveTo>
                  <a:lnTo>
                    <a:pt x="57912" y="158496"/>
                  </a:lnTo>
                  <a:lnTo>
                    <a:pt x="57912" y="1511808"/>
                  </a:lnTo>
                  <a:lnTo>
                    <a:pt x="59436" y="1511808"/>
                  </a:lnTo>
                  <a:lnTo>
                    <a:pt x="59436" y="158496"/>
                  </a:lnTo>
                  <a:close/>
                </a:path>
                <a:path w="335280" h="1511935">
                  <a:moveTo>
                    <a:pt x="64008" y="263652"/>
                  </a:moveTo>
                  <a:lnTo>
                    <a:pt x="62484" y="263652"/>
                  </a:lnTo>
                  <a:lnTo>
                    <a:pt x="62484" y="1511808"/>
                  </a:lnTo>
                  <a:lnTo>
                    <a:pt x="64008" y="1511808"/>
                  </a:lnTo>
                  <a:lnTo>
                    <a:pt x="64008" y="263652"/>
                  </a:lnTo>
                  <a:close/>
                </a:path>
                <a:path w="335280" h="1511935">
                  <a:moveTo>
                    <a:pt x="68580" y="461772"/>
                  </a:moveTo>
                  <a:lnTo>
                    <a:pt x="67056" y="461772"/>
                  </a:lnTo>
                  <a:lnTo>
                    <a:pt x="67056" y="1511808"/>
                  </a:lnTo>
                  <a:lnTo>
                    <a:pt x="68580" y="1511808"/>
                  </a:lnTo>
                  <a:lnTo>
                    <a:pt x="68580" y="461772"/>
                  </a:lnTo>
                  <a:close/>
                </a:path>
                <a:path w="335280" h="1511935">
                  <a:moveTo>
                    <a:pt x="73152" y="435864"/>
                  </a:moveTo>
                  <a:lnTo>
                    <a:pt x="71628" y="435864"/>
                  </a:lnTo>
                  <a:lnTo>
                    <a:pt x="71628" y="1511808"/>
                  </a:lnTo>
                  <a:lnTo>
                    <a:pt x="73152" y="1511808"/>
                  </a:lnTo>
                  <a:lnTo>
                    <a:pt x="73152" y="435864"/>
                  </a:lnTo>
                  <a:close/>
                </a:path>
                <a:path w="335280" h="1511935">
                  <a:moveTo>
                    <a:pt x="77724" y="408432"/>
                  </a:moveTo>
                  <a:lnTo>
                    <a:pt x="76200" y="408432"/>
                  </a:lnTo>
                  <a:lnTo>
                    <a:pt x="76200" y="1511808"/>
                  </a:lnTo>
                  <a:lnTo>
                    <a:pt x="77724" y="1511808"/>
                  </a:lnTo>
                  <a:lnTo>
                    <a:pt x="77724" y="408432"/>
                  </a:lnTo>
                  <a:close/>
                </a:path>
                <a:path w="335280" h="1511935">
                  <a:moveTo>
                    <a:pt x="83820" y="528828"/>
                  </a:moveTo>
                  <a:lnTo>
                    <a:pt x="80772" y="528828"/>
                  </a:lnTo>
                  <a:lnTo>
                    <a:pt x="80772" y="1511808"/>
                  </a:lnTo>
                  <a:lnTo>
                    <a:pt x="83820" y="1511808"/>
                  </a:lnTo>
                  <a:lnTo>
                    <a:pt x="83820" y="528828"/>
                  </a:lnTo>
                  <a:close/>
                </a:path>
                <a:path w="335280" h="1511935">
                  <a:moveTo>
                    <a:pt x="88392" y="208788"/>
                  </a:moveTo>
                  <a:lnTo>
                    <a:pt x="85344" y="208788"/>
                  </a:lnTo>
                  <a:lnTo>
                    <a:pt x="85344" y="1511808"/>
                  </a:lnTo>
                  <a:lnTo>
                    <a:pt x="88392" y="1511808"/>
                  </a:lnTo>
                  <a:lnTo>
                    <a:pt x="88392" y="208788"/>
                  </a:lnTo>
                  <a:close/>
                </a:path>
                <a:path w="335280" h="1511935">
                  <a:moveTo>
                    <a:pt x="92964" y="300228"/>
                  </a:moveTo>
                  <a:lnTo>
                    <a:pt x="89916" y="300228"/>
                  </a:lnTo>
                  <a:lnTo>
                    <a:pt x="89916" y="1511808"/>
                  </a:lnTo>
                  <a:lnTo>
                    <a:pt x="92964" y="1511808"/>
                  </a:lnTo>
                  <a:lnTo>
                    <a:pt x="92964" y="300228"/>
                  </a:lnTo>
                  <a:close/>
                </a:path>
                <a:path w="335280" h="1511935">
                  <a:moveTo>
                    <a:pt x="97536" y="263652"/>
                  </a:moveTo>
                  <a:lnTo>
                    <a:pt x="96012" y="263652"/>
                  </a:lnTo>
                  <a:lnTo>
                    <a:pt x="96012" y="1511808"/>
                  </a:lnTo>
                  <a:lnTo>
                    <a:pt x="97536" y="1511808"/>
                  </a:lnTo>
                  <a:lnTo>
                    <a:pt x="97536" y="263652"/>
                  </a:lnTo>
                  <a:close/>
                </a:path>
                <a:path w="335280" h="1511935">
                  <a:moveTo>
                    <a:pt x="102108" y="414528"/>
                  </a:moveTo>
                  <a:lnTo>
                    <a:pt x="100584" y="414528"/>
                  </a:lnTo>
                  <a:lnTo>
                    <a:pt x="100584" y="1511808"/>
                  </a:lnTo>
                  <a:lnTo>
                    <a:pt x="102108" y="1511808"/>
                  </a:lnTo>
                  <a:lnTo>
                    <a:pt x="102108" y="414528"/>
                  </a:lnTo>
                  <a:close/>
                </a:path>
                <a:path w="335280" h="1511935">
                  <a:moveTo>
                    <a:pt x="106680" y="414528"/>
                  </a:moveTo>
                  <a:lnTo>
                    <a:pt x="105156" y="414528"/>
                  </a:lnTo>
                  <a:lnTo>
                    <a:pt x="105156" y="1511808"/>
                  </a:lnTo>
                  <a:lnTo>
                    <a:pt x="106680" y="1511808"/>
                  </a:lnTo>
                  <a:lnTo>
                    <a:pt x="106680" y="414528"/>
                  </a:lnTo>
                  <a:close/>
                </a:path>
                <a:path w="335280" h="1511935">
                  <a:moveTo>
                    <a:pt x="111252" y="281940"/>
                  </a:moveTo>
                  <a:lnTo>
                    <a:pt x="109728" y="281940"/>
                  </a:lnTo>
                  <a:lnTo>
                    <a:pt x="109728" y="1511808"/>
                  </a:lnTo>
                  <a:lnTo>
                    <a:pt x="111252" y="1511808"/>
                  </a:lnTo>
                  <a:lnTo>
                    <a:pt x="111252" y="281940"/>
                  </a:lnTo>
                  <a:close/>
                </a:path>
                <a:path w="335280" h="1511935">
                  <a:moveTo>
                    <a:pt x="115824" y="234696"/>
                  </a:moveTo>
                  <a:lnTo>
                    <a:pt x="114300" y="234696"/>
                  </a:lnTo>
                  <a:lnTo>
                    <a:pt x="114300" y="1511808"/>
                  </a:lnTo>
                  <a:lnTo>
                    <a:pt x="115824" y="1511808"/>
                  </a:lnTo>
                  <a:lnTo>
                    <a:pt x="115824" y="234696"/>
                  </a:lnTo>
                  <a:close/>
                </a:path>
                <a:path w="335280" h="1511935">
                  <a:moveTo>
                    <a:pt x="120396" y="377952"/>
                  </a:moveTo>
                  <a:lnTo>
                    <a:pt x="118872" y="377952"/>
                  </a:lnTo>
                  <a:lnTo>
                    <a:pt x="118872" y="1511808"/>
                  </a:lnTo>
                  <a:lnTo>
                    <a:pt x="120396" y="1511808"/>
                  </a:lnTo>
                  <a:lnTo>
                    <a:pt x="120396" y="377952"/>
                  </a:lnTo>
                  <a:close/>
                </a:path>
                <a:path w="335280" h="1511935">
                  <a:moveTo>
                    <a:pt x="126492" y="367284"/>
                  </a:moveTo>
                  <a:lnTo>
                    <a:pt x="123444" y="367284"/>
                  </a:lnTo>
                  <a:lnTo>
                    <a:pt x="123444" y="1511808"/>
                  </a:lnTo>
                  <a:lnTo>
                    <a:pt x="126492" y="1511808"/>
                  </a:lnTo>
                  <a:lnTo>
                    <a:pt x="126492" y="367284"/>
                  </a:lnTo>
                  <a:close/>
                </a:path>
                <a:path w="335280" h="1511935">
                  <a:moveTo>
                    <a:pt x="131064" y="377952"/>
                  </a:moveTo>
                  <a:lnTo>
                    <a:pt x="128016" y="377952"/>
                  </a:lnTo>
                  <a:lnTo>
                    <a:pt x="128016" y="1511808"/>
                  </a:lnTo>
                  <a:lnTo>
                    <a:pt x="131064" y="1511808"/>
                  </a:lnTo>
                  <a:lnTo>
                    <a:pt x="131064" y="377952"/>
                  </a:lnTo>
                  <a:close/>
                </a:path>
                <a:path w="335280" h="1511935">
                  <a:moveTo>
                    <a:pt x="135636" y="300228"/>
                  </a:moveTo>
                  <a:lnTo>
                    <a:pt x="132588" y="300228"/>
                  </a:lnTo>
                  <a:lnTo>
                    <a:pt x="132588" y="1511808"/>
                  </a:lnTo>
                  <a:lnTo>
                    <a:pt x="135636" y="1511808"/>
                  </a:lnTo>
                  <a:lnTo>
                    <a:pt x="135636" y="300228"/>
                  </a:lnTo>
                  <a:close/>
                </a:path>
                <a:path w="335280" h="1511935">
                  <a:moveTo>
                    <a:pt x="140208" y="461772"/>
                  </a:moveTo>
                  <a:lnTo>
                    <a:pt x="138684" y="461772"/>
                  </a:lnTo>
                  <a:lnTo>
                    <a:pt x="138684" y="1511808"/>
                  </a:lnTo>
                  <a:lnTo>
                    <a:pt x="140208" y="1511808"/>
                  </a:lnTo>
                  <a:lnTo>
                    <a:pt x="140208" y="461772"/>
                  </a:lnTo>
                  <a:close/>
                </a:path>
                <a:path w="335280" h="1511935">
                  <a:moveTo>
                    <a:pt x="144780" y="388620"/>
                  </a:moveTo>
                  <a:lnTo>
                    <a:pt x="143256" y="388620"/>
                  </a:lnTo>
                  <a:lnTo>
                    <a:pt x="143256" y="1511808"/>
                  </a:lnTo>
                  <a:lnTo>
                    <a:pt x="144780" y="1511808"/>
                  </a:lnTo>
                  <a:lnTo>
                    <a:pt x="144780" y="388620"/>
                  </a:lnTo>
                  <a:close/>
                </a:path>
                <a:path w="335280" h="1511935">
                  <a:moveTo>
                    <a:pt x="149352" y="281940"/>
                  </a:moveTo>
                  <a:lnTo>
                    <a:pt x="147828" y="281940"/>
                  </a:lnTo>
                  <a:lnTo>
                    <a:pt x="147828" y="1511808"/>
                  </a:lnTo>
                  <a:lnTo>
                    <a:pt x="149352" y="1511808"/>
                  </a:lnTo>
                  <a:lnTo>
                    <a:pt x="149352" y="281940"/>
                  </a:lnTo>
                  <a:close/>
                </a:path>
                <a:path w="335280" h="1511935">
                  <a:moveTo>
                    <a:pt x="153924" y="198120"/>
                  </a:moveTo>
                  <a:lnTo>
                    <a:pt x="152400" y="198120"/>
                  </a:lnTo>
                  <a:lnTo>
                    <a:pt x="152400" y="1511808"/>
                  </a:lnTo>
                  <a:lnTo>
                    <a:pt x="153924" y="1511808"/>
                  </a:lnTo>
                  <a:lnTo>
                    <a:pt x="153924" y="198120"/>
                  </a:lnTo>
                  <a:close/>
                </a:path>
                <a:path w="335280" h="1511935">
                  <a:moveTo>
                    <a:pt x="158496" y="195072"/>
                  </a:moveTo>
                  <a:lnTo>
                    <a:pt x="156972" y="195072"/>
                  </a:lnTo>
                  <a:lnTo>
                    <a:pt x="156972" y="1511808"/>
                  </a:lnTo>
                  <a:lnTo>
                    <a:pt x="158496" y="1511808"/>
                  </a:lnTo>
                  <a:lnTo>
                    <a:pt x="158496" y="195072"/>
                  </a:lnTo>
                  <a:close/>
                </a:path>
                <a:path w="335280" h="1511935">
                  <a:moveTo>
                    <a:pt x="163068" y="181356"/>
                  </a:moveTo>
                  <a:lnTo>
                    <a:pt x="161544" y="181356"/>
                  </a:lnTo>
                  <a:lnTo>
                    <a:pt x="161544" y="1511808"/>
                  </a:lnTo>
                  <a:lnTo>
                    <a:pt x="163068" y="1511808"/>
                  </a:lnTo>
                  <a:lnTo>
                    <a:pt x="163068" y="181356"/>
                  </a:lnTo>
                  <a:close/>
                </a:path>
                <a:path w="335280" h="1511935">
                  <a:moveTo>
                    <a:pt x="169164" y="0"/>
                  </a:moveTo>
                  <a:lnTo>
                    <a:pt x="166116" y="0"/>
                  </a:lnTo>
                  <a:lnTo>
                    <a:pt x="166116" y="1511808"/>
                  </a:lnTo>
                  <a:lnTo>
                    <a:pt x="169164" y="1511808"/>
                  </a:lnTo>
                  <a:lnTo>
                    <a:pt x="169164" y="0"/>
                  </a:lnTo>
                  <a:close/>
                </a:path>
                <a:path w="335280" h="1511935">
                  <a:moveTo>
                    <a:pt x="173736" y="143256"/>
                  </a:moveTo>
                  <a:lnTo>
                    <a:pt x="170688" y="143256"/>
                  </a:lnTo>
                  <a:lnTo>
                    <a:pt x="170688" y="1511808"/>
                  </a:lnTo>
                  <a:lnTo>
                    <a:pt x="173736" y="1511808"/>
                  </a:lnTo>
                  <a:lnTo>
                    <a:pt x="173736" y="143256"/>
                  </a:lnTo>
                  <a:close/>
                </a:path>
                <a:path w="335280" h="1511935">
                  <a:moveTo>
                    <a:pt x="178308" y="163068"/>
                  </a:moveTo>
                  <a:lnTo>
                    <a:pt x="176784" y="163068"/>
                  </a:lnTo>
                  <a:lnTo>
                    <a:pt x="176784" y="1511808"/>
                  </a:lnTo>
                  <a:lnTo>
                    <a:pt x="178308" y="1511808"/>
                  </a:lnTo>
                  <a:lnTo>
                    <a:pt x="178308" y="163068"/>
                  </a:lnTo>
                  <a:close/>
                </a:path>
                <a:path w="335280" h="1511935">
                  <a:moveTo>
                    <a:pt x="182880" y="150876"/>
                  </a:moveTo>
                  <a:lnTo>
                    <a:pt x="181356" y="150876"/>
                  </a:lnTo>
                  <a:lnTo>
                    <a:pt x="181356" y="1511808"/>
                  </a:lnTo>
                  <a:lnTo>
                    <a:pt x="182880" y="1511808"/>
                  </a:lnTo>
                  <a:lnTo>
                    <a:pt x="182880" y="150876"/>
                  </a:lnTo>
                  <a:close/>
                </a:path>
                <a:path w="335280" h="1511935">
                  <a:moveTo>
                    <a:pt x="187452" y="202692"/>
                  </a:moveTo>
                  <a:lnTo>
                    <a:pt x="185928" y="202692"/>
                  </a:lnTo>
                  <a:lnTo>
                    <a:pt x="185928" y="1511808"/>
                  </a:lnTo>
                  <a:lnTo>
                    <a:pt x="187452" y="1511808"/>
                  </a:lnTo>
                  <a:lnTo>
                    <a:pt x="187452" y="202692"/>
                  </a:lnTo>
                  <a:close/>
                </a:path>
                <a:path w="335280" h="1511935">
                  <a:moveTo>
                    <a:pt x="192024" y="214884"/>
                  </a:moveTo>
                  <a:lnTo>
                    <a:pt x="190500" y="214884"/>
                  </a:lnTo>
                  <a:lnTo>
                    <a:pt x="190500" y="1511808"/>
                  </a:lnTo>
                  <a:lnTo>
                    <a:pt x="192024" y="1511808"/>
                  </a:lnTo>
                  <a:lnTo>
                    <a:pt x="192024" y="214884"/>
                  </a:lnTo>
                  <a:close/>
                </a:path>
                <a:path w="335280" h="1511935">
                  <a:moveTo>
                    <a:pt x="196596" y="150876"/>
                  </a:moveTo>
                  <a:lnTo>
                    <a:pt x="195072" y="150876"/>
                  </a:lnTo>
                  <a:lnTo>
                    <a:pt x="195072" y="1511808"/>
                  </a:lnTo>
                  <a:lnTo>
                    <a:pt x="196596" y="1511808"/>
                  </a:lnTo>
                  <a:lnTo>
                    <a:pt x="196596" y="150876"/>
                  </a:lnTo>
                  <a:close/>
                </a:path>
                <a:path w="335280" h="1511935">
                  <a:moveTo>
                    <a:pt x="201168" y="263652"/>
                  </a:moveTo>
                  <a:lnTo>
                    <a:pt x="199644" y="263652"/>
                  </a:lnTo>
                  <a:lnTo>
                    <a:pt x="199644" y="1511808"/>
                  </a:lnTo>
                  <a:lnTo>
                    <a:pt x="201168" y="1511808"/>
                  </a:lnTo>
                  <a:lnTo>
                    <a:pt x="201168" y="263652"/>
                  </a:lnTo>
                  <a:close/>
                </a:path>
                <a:path w="335280" h="1511935">
                  <a:moveTo>
                    <a:pt x="207264" y="414528"/>
                  </a:moveTo>
                  <a:lnTo>
                    <a:pt x="204216" y="414528"/>
                  </a:lnTo>
                  <a:lnTo>
                    <a:pt x="204216" y="1511808"/>
                  </a:lnTo>
                  <a:lnTo>
                    <a:pt x="207264" y="1511808"/>
                  </a:lnTo>
                  <a:lnTo>
                    <a:pt x="207264" y="414528"/>
                  </a:lnTo>
                  <a:close/>
                </a:path>
                <a:path w="335280" h="1511935">
                  <a:moveTo>
                    <a:pt x="211836" y="170688"/>
                  </a:moveTo>
                  <a:lnTo>
                    <a:pt x="208788" y="170688"/>
                  </a:lnTo>
                  <a:lnTo>
                    <a:pt x="208788" y="1511808"/>
                  </a:lnTo>
                  <a:lnTo>
                    <a:pt x="211836" y="1511808"/>
                  </a:lnTo>
                  <a:lnTo>
                    <a:pt x="211836" y="170688"/>
                  </a:lnTo>
                  <a:close/>
                </a:path>
                <a:path w="335280" h="1511935">
                  <a:moveTo>
                    <a:pt x="216408" y="300228"/>
                  </a:moveTo>
                  <a:lnTo>
                    <a:pt x="213360" y="300228"/>
                  </a:lnTo>
                  <a:lnTo>
                    <a:pt x="213360" y="1511808"/>
                  </a:lnTo>
                  <a:lnTo>
                    <a:pt x="216408" y="1511808"/>
                  </a:lnTo>
                  <a:lnTo>
                    <a:pt x="216408" y="300228"/>
                  </a:lnTo>
                  <a:close/>
                </a:path>
                <a:path w="335280" h="1511935">
                  <a:moveTo>
                    <a:pt x="220980" y="208788"/>
                  </a:moveTo>
                  <a:lnTo>
                    <a:pt x="219456" y="208788"/>
                  </a:lnTo>
                  <a:lnTo>
                    <a:pt x="219456" y="1511808"/>
                  </a:lnTo>
                  <a:lnTo>
                    <a:pt x="220980" y="1511808"/>
                  </a:lnTo>
                  <a:lnTo>
                    <a:pt x="220980" y="208788"/>
                  </a:lnTo>
                  <a:close/>
                </a:path>
                <a:path w="335280" h="1511935">
                  <a:moveTo>
                    <a:pt x="225552" y="234696"/>
                  </a:moveTo>
                  <a:lnTo>
                    <a:pt x="224028" y="234696"/>
                  </a:lnTo>
                  <a:lnTo>
                    <a:pt x="224028" y="1511808"/>
                  </a:lnTo>
                  <a:lnTo>
                    <a:pt x="225552" y="1511808"/>
                  </a:lnTo>
                  <a:lnTo>
                    <a:pt x="225552" y="234696"/>
                  </a:lnTo>
                  <a:close/>
                </a:path>
                <a:path w="335280" h="1511935">
                  <a:moveTo>
                    <a:pt x="230124" y="220980"/>
                  </a:moveTo>
                  <a:lnTo>
                    <a:pt x="228600" y="220980"/>
                  </a:lnTo>
                  <a:lnTo>
                    <a:pt x="228600" y="1511808"/>
                  </a:lnTo>
                  <a:lnTo>
                    <a:pt x="230124" y="1511808"/>
                  </a:lnTo>
                  <a:lnTo>
                    <a:pt x="230124" y="220980"/>
                  </a:lnTo>
                  <a:close/>
                </a:path>
                <a:path w="335280" h="1511935">
                  <a:moveTo>
                    <a:pt x="234696" y="198120"/>
                  </a:moveTo>
                  <a:lnTo>
                    <a:pt x="233172" y="198120"/>
                  </a:lnTo>
                  <a:lnTo>
                    <a:pt x="233172" y="1511808"/>
                  </a:lnTo>
                  <a:lnTo>
                    <a:pt x="234696" y="1511808"/>
                  </a:lnTo>
                  <a:lnTo>
                    <a:pt x="234696" y="198120"/>
                  </a:lnTo>
                  <a:close/>
                </a:path>
                <a:path w="335280" h="1511935">
                  <a:moveTo>
                    <a:pt x="239268" y="240792"/>
                  </a:moveTo>
                  <a:lnTo>
                    <a:pt x="237744" y="240792"/>
                  </a:lnTo>
                  <a:lnTo>
                    <a:pt x="237744" y="1511808"/>
                  </a:lnTo>
                  <a:lnTo>
                    <a:pt x="239268" y="1511808"/>
                  </a:lnTo>
                  <a:lnTo>
                    <a:pt x="239268" y="240792"/>
                  </a:lnTo>
                  <a:close/>
                </a:path>
                <a:path w="335280" h="1511935">
                  <a:moveTo>
                    <a:pt x="243840" y="234696"/>
                  </a:moveTo>
                  <a:lnTo>
                    <a:pt x="242316" y="234696"/>
                  </a:lnTo>
                  <a:lnTo>
                    <a:pt x="242316" y="1511808"/>
                  </a:lnTo>
                  <a:lnTo>
                    <a:pt x="243840" y="1511808"/>
                  </a:lnTo>
                  <a:lnTo>
                    <a:pt x="243840" y="234696"/>
                  </a:lnTo>
                  <a:close/>
                </a:path>
                <a:path w="335280" h="1511935">
                  <a:moveTo>
                    <a:pt x="249936" y="192024"/>
                  </a:moveTo>
                  <a:lnTo>
                    <a:pt x="246888" y="192024"/>
                  </a:lnTo>
                  <a:lnTo>
                    <a:pt x="246888" y="1511808"/>
                  </a:lnTo>
                  <a:lnTo>
                    <a:pt x="249936" y="1511808"/>
                  </a:lnTo>
                  <a:lnTo>
                    <a:pt x="249936" y="192024"/>
                  </a:lnTo>
                  <a:close/>
                </a:path>
                <a:path w="335280" h="1511935">
                  <a:moveTo>
                    <a:pt x="254508" y="240792"/>
                  </a:moveTo>
                  <a:lnTo>
                    <a:pt x="251460" y="240792"/>
                  </a:lnTo>
                  <a:lnTo>
                    <a:pt x="251460" y="1511808"/>
                  </a:lnTo>
                  <a:lnTo>
                    <a:pt x="254508" y="1511808"/>
                  </a:lnTo>
                  <a:lnTo>
                    <a:pt x="254508" y="240792"/>
                  </a:lnTo>
                  <a:close/>
                </a:path>
                <a:path w="335280" h="1511935">
                  <a:moveTo>
                    <a:pt x="259080" y="234696"/>
                  </a:moveTo>
                  <a:lnTo>
                    <a:pt x="256032" y="234696"/>
                  </a:lnTo>
                  <a:lnTo>
                    <a:pt x="256032" y="1511808"/>
                  </a:lnTo>
                  <a:lnTo>
                    <a:pt x="259080" y="1511808"/>
                  </a:lnTo>
                  <a:lnTo>
                    <a:pt x="259080" y="234696"/>
                  </a:lnTo>
                  <a:close/>
                </a:path>
                <a:path w="335280" h="1511935">
                  <a:moveTo>
                    <a:pt x="263652" y="278892"/>
                  </a:moveTo>
                  <a:lnTo>
                    <a:pt x="262128" y="278892"/>
                  </a:lnTo>
                  <a:lnTo>
                    <a:pt x="262128" y="1511808"/>
                  </a:lnTo>
                  <a:lnTo>
                    <a:pt x="263652" y="1511808"/>
                  </a:lnTo>
                  <a:lnTo>
                    <a:pt x="263652" y="278892"/>
                  </a:lnTo>
                  <a:close/>
                </a:path>
                <a:path w="335280" h="1511935">
                  <a:moveTo>
                    <a:pt x="268224" y="45720"/>
                  </a:moveTo>
                  <a:lnTo>
                    <a:pt x="266700" y="45720"/>
                  </a:lnTo>
                  <a:lnTo>
                    <a:pt x="266700" y="1511808"/>
                  </a:lnTo>
                  <a:lnTo>
                    <a:pt x="268224" y="1511808"/>
                  </a:lnTo>
                  <a:lnTo>
                    <a:pt x="268224" y="45720"/>
                  </a:lnTo>
                  <a:close/>
                </a:path>
                <a:path w="335280" h="1511935">
                  <a:moveTo>
                    <a:pt x="272796" y="208788"/>
                  </a:moveTo>
                  <a:lnTo>
                    <a:pt x="271272" y="208788"/>
                  </a:lnTo>
                  <a:lnTo>
                    <a:pt x="271272" y="1511808"/>
                  </a:lnTo>
                  <a:lnTo>
                    <a:pt x="272796" y="1511808"/>
                  </a:lnTo>
                  <a:lnTo>
                    <a:pt x="272796" y="208788"/>
                  </a:lnTo>
                  <a:close/>
                </a:path>
                <a:path w="335280" h="1511935">
                  <a:moveTo>
                    <a:pt x="277368" y="150876"/>
                  </a:moveTo>
                  <a:lnTo>
                    <a:pt x="275844" y="150876"/>
                  </a:lnTo>
                  <a:lnTo>
                    <a:pt x="275844" y="1511808"/>
                  </a:lnTo>
                  <a:lnTo>
                    <a:pt x="277368" y="1511808"/>
                  </a:lnTo>
                  <a:lnTo>
                    <a:pt x="277368" y="150876"/>
                  </a:lnTo>
                  <a:close/>
                </a:path>
                <a:path w="335280" h="1511935">
                  <a:moveTo>
                    <a:pt x="281940" y="187452"/>
                  </a:moveTo>
                  <a:lnTo>
                    <a:pt x="280416" y="187452"/>
                  </a:lnTo>
                  <a:lnTo>
                    <a:pt x="280416" y="1511808"/>
                  </a:lnTo>
                  <a:lnTo>
                    <a:pt x="281940" y="1511808"/>
                  </a:lnTo>
                  <a:lnTo>
                    <a:pt x="281940" y="187452"/>
                  </a:lnTo>
                  <a:close/>
                </a:path>
                <a:path w="335280" h="1511935">
                  <a:moveTo>
                    <a:pt x="286512" y="208788"/>
                  </a:moveTo>
                  <a:lnTo>
                    <a:pt x="284988" y="208788"/>
                  </a:lnTo>
                  <a:lnTo>
                    <a:pt x="284988" y="1511808"/>
                  </a:lnTo>
                  <a:lnTo>
                    <a:pt x="286512" y="1511808"/>
                  </a:lnTo>
                  <a:lnTo>
                    <a:pt x="286512" y="208788"/>
                  </a:lnTo>
                  <a:close/>
                </a:path>
                <a:path w="335280" h="1511935">
                  <a:moveTo>
                    <a:pt x="292608" y="263652"/>
                  </a:moveTo>
                  <a:lnTo>
                    <a:pt x="289560" y="263652"/>
                  </a:lnTo>
                  <a:lnTo>
                    <a:pt x="289560" y="1511808"/>
                  </a:lnTo>
                  <a:lnTo>
                    <a:pt x="292608" y="1511808"/>
                  </a:lnTo>
                  <a:lnTo>
                    <a:pt x="292608" y="263652"/>
                  </a:lnTo>
                  <a:close/>
                </a:path>
                <a:path w="335280" h="1511935">
                  <a:moveTo>
                    <a:pt x="297180" y="150876"/>
                  </a:moveTo>
                  <a:lnTo>
                    <a:pt x="294132" y="150876"/>
                  </a:lnTo>
                  <a:lnTo>
                    <a:pt x="294132" y="1511808"/>
                  </a:lnTo>
                  <a:lnTo>
                    <a:pt x="297180" y="1511808"/>
                  </a:lnTo>
                  <a:lnTo>
                    <a:pt x="297180" y="150876"/>
                  </a:lnTo>
                  <a:close/>
                </a:path>
                <a:path w="335280" h="1511935">
                  <a:moveTo>
                    <a:pt x="301752" y="234696"/>
                  </a:moveTo>
                  <a:lnTo>
                    <a:pt x="300228" y="234696"/>
                  </a:lnTo>
                  <a:lnTo>
                    <a:pt x="300228" y="1511808"/>
                  </a:lnTo>
                  <a:lnTo>
                    <a:pt x="301752" y="1511808"/>
                  </a:lnTo>
                  <a:lnTo>
                    <a:pt x="301752" y="234696"/>
                  </a:lnTo>
                  <a:close/>
                </a:path>
                <a:path w="335280" h="1511935">
                  <a:moveTo>
                    <a:pt x="306324" y="198120"/>
                  </a:moveTo>
                  <a:lnTo>
                    <a:pt x="304800" y="198120"/>
                  </a:lnTo>
                  <a:lnTo>
                    <a:pt x="304800" y="1511808"/>
                  </a:lnTo>
                  <a:lnTo>
                    <a:pt x="306324" y="1511808"/>
                  </a:lnTo>
                  <a:lnTo>
                    <a:pt x="306324" y="198120"/>
                  </a:lnTo>
                  <a:close/>
                </a:path>
                <a:path w="335280" h="1511935">
                  <a:moveTo>
                    <a:pt x="310896" y="263652"/>
                  </a:moveTo>
                  <a:lnTo>
                    <a:pt x="309372" y="263652"/>
                  </a:lnTo>
                  <a:lnTo>
                    <a:pt x="309372" y="1511808"/>
                  </a:lnTo>
                  <a:lnTo>
                    <a:pt x="310896" y="1511808"/>
                  </a:lnTo>
                  <a:lnTo>
                    <a:pt x="310896" y="263652"/>
                  </a:lnTo>
                  <a:close/>
                </a:path>
                <a:path w="335280" h="1511935">
                  <a:moveTo>
                    <a:pt x="315468" y="240792"/>
                  </a:moveTo>
                  <a:lnTo>
                    <a:pt x="313944" y="240792"/>
                  </a:lnTo>
                  <a:lnTo>
                    <a:pt x="313944" y="1511808"/>
                  </a:lnTo>
                  <a:lnTo>
                    <a:pt x="315468" y="1511808"/>
                  </a:lnTo>
                  <a:lnTo>
                    <a:pt x="315468" y="240792"/>
                  </a:lnTo>
                  <a:close/>
                </a:path>
                <a:path w="335280" h="1511935">
                  <a:moveTo>
                    <a:pt x="320040" y="114300"/>
                  </a:moveTo>
                  <a:lnTo>
                    <a:pt x="318516" y="114300"/>
                  </a:lnTo>
                  <a:lnTo>
                    <a:pt x="318516" y="1511808"/>
                  </a:lnTo>
                  <a:lnTo>
                    <a:pt x="320040" y="1511808"/>
                  </a:lnTo>
                  <a:lnTo>
                    <a:pt x="320040" y="114300"/>
                  </a:lnTo>
                  <a:close/>
                </a:path>
                <a:path w="335280" h="1511935">
                  <a:moveTo>
                    <a:pt x="324612" y="195072"/>
                  </a:moveTo>
                  <a:lnTo>
                    <a:pt x="323088" y="195072"/>
                  </a:lnTo>
                  <a:lnTo>
                    <a:pt x="323088" y="1511808"/>
                  </a:lnTo>
                  <a:lnTo>
                    <a:pt x="324612" y="1511808"/>
                  </a:lnTo>
                  <a:lnTo>
                    <a:pt x="324612" y="195072"/>
                  </a:lnTo>
                  <a:close/>
                </a:path>
                <a:path w="335280" h="1511935">
                  <a:moveTo>
                    <a:pt x="329184" y="272796"/>
                  </a:moveTo>
                  <a:lnTo>
                    <a:pt x="327660" y="272796"/>
                  </a:lnTo>
                  <a:lnTo>
                    <a:pt x="327660" y="1511808"/>
                  </a:lnTo>
                  <a:lnTo>
                    <a:pt x="329184" y="1511808"/>
                  </a:lnTo>
                  <a:lnTo>
                    <a:pt x="329184" y="272796"/>
                  </a:lnTo>
                  <a:close/>
                </a:path>
                <a:path w="335280" h="1511935">
                  <a:moveTo>
                    <a:pt x="335280" y="234696"/>
                  </a:moveTo>
                  <a:lnTo>
                    <a:pt x="332232" y="234696"/>
                  </a:lnTo>
                  <a:lnTo>
                    <a:pt x="332232" y="1511808"/>
                  </a:lnTo>
                  <a:lnTo>
                    <a:pt x="335280" y="1511808"/>
                  </a:lnTo>
                  <a:lnTo>
                    <a:pt x="335280" y="234696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525268" y="2321051"/>
              <a:ext cx="335280" cy="1542415"/>
            </a:xfrm>
            <a:custGeom>
              <a:avLst/>
              <a:gdLst/>
              <a:ahLst/>
              <a:cxnLst/>
              <a:rect l="l" t="t" r="r" b="b"/>
              <a:pathLst>
                <a:path w="335280" h="1542414">
                  <a:moveTo>
                    <a:pt x="3048" y="265176"/>
                  </a:moveTo>
                  <a:lnTo>
                    <a:pt x="0" y="265176"/>
                  </a:lnTo>
                  <a:lnTo>
                    <a:pt x="0" y="1542288"/>
                  </a:lnTo>
                  <a:lnTo>
                    <a:pt x="3048" y="1542288"/>
                  </a:lnTo>
                  <a:lnTo>
                    <a:pt x="3048" y="265176"/>
                  </a:lnTo>
                  <a:close/>
                </a:path>
                <a:path w="335280" h="1542414">
                  <a:moveTo>
                    <a:pt x="7620" y="294132"/>
                  </a:moveTo>
                  <a:lnTo>
                    <a:pt x="4572" y="294132"/>
                  </a:lnTo>
                  <a:lnTo>
                    <a:pt x="4572" y="1542288"/>
                  </a:lnTo>
                  <a:lnTo>
                    <a:pt x="7620" y="1542288"/>
                  </a:lnTo>
                  <a:lnTo>
                    <a:pt x="7620" y="294132"/>
                  </a:lnTo>
                  <a:close/>
                </a:path>
                <a:path w="335280" h="1542414">
                  <a:moveTo>
                    <a:pt x="12192" y="196596"/>
                  </a:moveTo>
                  <a:lnTo>
                    <a:pt x="10668" y="196596"/>
                  </a:lnTo>
                  <a:lnTo>
                    <a:pt x="10668" y="1542288"/>
                  </a:lnTo>
                  <a:lnTo>
                    <a:pt x="12192" y="1542288"/>
                  </a:lnTo>
                  <a:lnTo>
                    <a:pt x="12192" y="196596"/>
                  </a:lnTo>
                  <a:close/>
                </a:path>
                <a:path w="335280" h="1542414">
                  <a:moveTo>
                    <a:pt x="16764" y="256032"/>
                  </a:moveTo>
                  <a:lnTo>
                    <a:pt x="15240" y="256032"/>
                  </a:lnTo>
                  <a:lnTo>
                    <a:pt x="15240" y="1542288"/>
                  </a:lnTo>
                  <a:lnTo>
                    <a:pt x="16764" y="1542288"/>
                  </a:lnTo>
                  <a:lnTo>
                    <a:pt x="16764" y="256032"/>
                  </a:lnTo>
                  <a:close/>
                </a:path>
                <a:path w="335280" h="1542414">
                  <a:moveTo>
                    <a:pt x="21336" y="672084"/>
                  </a:moveTo>
                  <a:lnTo>
                    <a:pt x="19812" y="672084"/>
                  </a:lnTo>
                  <a:lnTo>
                    <a:pt x="19812" y="1542288"/>
                  </a:lnTo>
                  <a:lnTo>
                    <a:pt x="21336" y="1542288"/>
                  </a:lnTo>
                  <a:lnTo>
                    <a:pt x="21336" y="672084"/>
                  </a:lnTo>
                  <a:close/>
                </a:path>
                <a:path w="335280" h="1542414">
                  <a:moveTo>
                    <a:pt x="25908" y="393192"/>
                  </a:moveTo>
                  <a:lnTo>
                    <a:pt x="24384" y="393192"/>
                  </a:lnTo>
                  <a:lnTo>
                    <a:pt x="24384" y="1542288"/>
                  </a:lnTo>
                  <a:lnTo>
                    <a:pt x="25908" y="1542288"/>
                  </a:lnTo>
                  <a:lnTo>
                    <a:pt x="25908" y="393192"/>
                  </a:lnTo>
                  <a:close/>
                </a:path>
                <a:path w="335280" h="1542414">
                  <a:moveTo>
                    <a:pt x="30480" y="393192"/>
                  </a:moveTo>
                  <a:lnTo>
                    <a:pt x="28956" y="393192"/>
                  </a:lnTo>
                  <a:lnTo>
                    <a:pt x="28956" y="1542288"/>
                  </a:lnTo>
                  <a:lnTo>
                    <a:pt x="30480" y="1542288"/>
                  </a:lnTo>
                  <a:lnTo>
                    <a:pt x="30480" y="393192"/>
                  </a:lnTo>
                  <a:close/>
                </a:path>
                <a:path w="335280" h="1542414">
                  <a:moveTo>
                    <a:pt x="35052" y="330708"/>
                  </a:moveTo>
                  <a:lnTo>
                    <a:pt x="33528" y="330708"/>
                  </a:lnTo>
                  <a:lnTo>
                    <a:pt x="33528" y="1542288"/>
                  </a:lnTo>
                  <a:lnTo>
                    <a:pt x="35052" y="1542288"/>
                  </a:lnTo>
                  <a:lnTo>
                    <a:pt x="35052" y="330708"/>
                  </a:lnTo>
                  <a:close/>
                </a:path>
                <a:path w="335280" h="1542414">
                  <a:moveTo>
                    <a:pt x="41148" y="265176"/>
                  </a:moveTo>
                  <a:lnTo>
                    <a:pt x="38100" y="265176"/>
                  </a:lnTo>
                  <a:lnTo>
                    <a:pt x="38100" y="1542288"/>
                  </a:lnTo>
                  <a:lnTo>
                    <a:pt x="41148" y="1542288"/>
                  </a:lnTo>
                  <a:lnTo>
                    <a:pt x="41148" y="265176"/>
                  </a:lnTo>
                  <a:close/>
                </a:path>
                <a:path w="335280" h="1542414">
                  <a:moveTo>
                    <a:pt x="45720" y="228600"/>
                  </a:moveTo>
                  <a:lnTo>
                    <a:pt x="42672" y="228600"/>
                  </a:lnTo>
                  <a:lnTo>
                    <a:pt x="42672" y="1542288"/>
                  </a:lnTo>
                  <a:lnTo>
                    <a:pt x="45720" y="1542288"/>
                  </a:lnTo>
                  <a:lnTo>
                    <a:pt x="45720" y="228600"/>
                  </a:lnTo>
                  <a:close/>
                </a:path>
                <a:path w="335280" h="1542414">
                  <a:moveTo>
                    <a:pt x="50292" y="323088"/>
                  </a:moveTo>
                  <a:lnTo>
                    <a:pt x="47244" y="323088"/>
                  </a:lnTo>
                  <a:lnTo>
                    <a:pt x="47244" y="1542288"/>
                  </a:lnTo>
                  <a:lnTo>
                    <a:pt x="50292" y="1542288"/>
                  </a:lnTo>
                  <a:lnTo>
                    <a:pt x="50292" y="323088"/>
                  </a:lnTo>
                  <a:close/>
                </a:path>
                <a:path w="335280" h="1542414">
                  <a:moveTo>
                    <a:pt x="54864" y="492252"/>
                  </a:moveTo>
                  <a:lnTo>
                    <a:pt x="53340" y="492252"/>
                  </a:lnTo>
                  <a:lnTo>
                    <a:pt x="53340" y="1542288"/>
                  </a:lnTo>
                  <a:lnTo>
                    <a:pt x="54864" y="1542288"/>
                  </a:lnTo>
                  <a:lnTo>
                    <a:pt x="54864" y="492252"/>
                  </a:lnTo>
                  <a:close/>
                </a:path>
                <a:path w="335280" h="1542414">
                  <a:moveTo>
                    <a:pt x="59436" y="408432"/>
                  </a:moveTo>
                  <a:lnTo>
                    <a:pt x="57912" y="408432"/>
                  </a:lnTo>
                  <a:lnTo>
                    <a:pt x="57912" y="1542288"/>
                  </a:lnTo>
                  <a:lnTo>
                    <a:pt x="59436" y="1542288"/>
                  </a:lnTo>
                  <a:lnTo>
                    <a:pt x="59436" y="408432"/>
                  </a:lnTo>
                  <a:close/>
                </a:path>
                <a:path w="335280" h="1542414">
                  <a:moveTo>
                    <a:pt x="64008" y="397764"/>
                  </a:moveTo>
                  <a:lnTo>
                    <a:pt x="62484" y="397764"/>
                  </a:lnTo>
                  <a:lnTo>
                    <a:pt x="62484" y="1542288"/>
                  </a:lnTo>
                  <a:lnTo>
                    <a:pt x="64008" y="1542288"/>
                  </a:lnTo>
                  <a:lnTo>
                    <a:pt x="64008" y="397764"/>
                  </a:lnTo>
                  <a:close/>
                </a:path>
                <a:path w="335280" h="1542414">
                  <a:moveTo>
                    <a:pt x="68580" y="198120"/>
                  </a:moveTo>
                  <a:lnTo>
                    <a:pt x="67056" y="198120"/>
                  </a:lnTo>
                  <a:lnTo>
                    <a:pt x="67056" y="1542288"/>
                  </a:lnTo>
                  <a:lnTo>
                    <a:pt x="68580" y="1542288"/>
                  </a:lnTo>
                  <a:lnTo>
                    <a:pt x="68580" y="198120"/>
                  </a:lnTo>
                  <a:close/>
                </a:path>
                <a:path w="335280" h="1542414">
                  <a:moveTo>
                    <a:pt x="73152" y="445008"/>
                  </a:moveTo>
                  <a:lnTo>
                    <a:pt x="71628" y="445008"/>
                  </a:lnTo>
                  <a:lnTo>
                    <a:pt x="71628" y="1542288"/>
                  </a:lnTo>
                  <a:lnTo>
                    <a:pt x="73152" y="1542288"/>
                  </a:lnTo>
                  <a:lnTo>
                    <a:pt x="73152" y="445008"/>
                  </a:lnTo>
                  <a:close/>
                </a:path>
                <a:path w="335280" h="1542414">
                  <a:moveTo>
                    <a:pt x="77724" y="393192"/>
                  </a:moveTo>
                  <a:lnTo>
                    <a:pt x="76200" y="393192"/>
                  </a:lnTo>
                  <a:lnTo>
                    <a:pt x="76200" y="1542288"/>
                  </a:lnTo>
                  <a:lnTo>
                    <a:pt x="77724" y="1542288"/>
                  </a:lnTo>
                  <a:lnTo>
                    <a:pt x="77724" y="393192"/>
                  </a:lnTo>
                  <a:close/>
                </a:path>
                <a:path w="335280" h="1542414">
                  <a:moveTo>
                    <a:pt x="83820" y="228600"/>
                  </a:moveTo>
                  <a:lnTo>
                    <a:pt x="80772" y="228600"/>
                  </a:lnTo>
                  <a:lnTo>
                    <a:pt x="80772" y="1542288"/>
                  </a:lnTo>
                  <a:lnTo>
                    <a:pt x="83820" y="1542288"/>
                  </a:lnTo>
                  <a:lnTo>
                    <a:pt x="83820" y="228600"/>
                  </a:lnTo>
                  <a:close/>
                </a:path>
                <a:path w="335280" h="1542414">
                  <a:moveTo>
                    <a:pt x="88392" y="365760"/>
                  </a:moveTo>
                  <a:lnTo>
                    <a:pt x="85344" y="365760"/>
                  </a:lnTo>
                  <a:lnTo>
                    <a:pt x="85344" y="1542288"/>
                  </a:lnTo>
                  <a:lnTo>
                    <a:pt x="88392" y="1542288"/>
                  </a:lnTo>
                  <a:lnTo>
                    <a:pt x="88392" y="365760"/>
                  </a:lnTo>
                  <a:close/>
                </a:path>
                <a:path w="335280" h="1542414">
                  <a:moveTo>
                    <a:pt x="92964" y="0"/>
                  </a:moveTo>
                  <a:lnTo>
                    <a:pt x="91440" y="0"/>
                  </a:lnTo>
                  <a:lnTo>
                    <a:pt x="91440" y="1542288"/>
                  </a:lnTo>
                  <a:lnTo>
                    <a:pt x="92964" y="1542288"/>
                  </a:lnTo>
                  <a:lnTo>
                    <a:pt x="92964" y="0"/>
                  </a:lnTo>
                  <a:close/>
                </a:path>
                <a:path w="335280" h="1542414">
                  <a:moveTo>
                    <a:pt x="97536" y="417576"/>
                  </a:moveTo>
                  <a:lnTo>
                    <a:pt x="96012" y="417576"/>
                  </a:lnTo>
                  <a:lnTo>
                    <a:pt x="96012" y="1542288"/>
                  </a:lnTo>
                  <a:lnTo>
                    <a:pt x="97536" y="1542288"/>
                  </a:lnTo>
                  <a:lnTo>
                    <a:pt x="97536" y="417576"/>
                  </a:lnTo>
                  <a:close/>
                </a:path>
                <a:path w="335280" h="1542414">
                  <a:moveTo>
                    <a:pt x="102108" y="425196"/>
                  </a:moveTo>
                  <a:lnTo>
                    <a:pt x="100584" y="425196"/>
                  </a:lnTo>
                  <a:lnTo>
                    <a:pt x="100584" y="1542288"/>
                  </a:lnTo>
                  <a:lnTo>
                    <a:pt x="102108" y="1542288"/>
                  </a:lnTo>
                  <a:lnTo>
                    <a:pt x="102108" y="425196"/>
                  </a:lnTo>
                  <a:close/>
                </a:path>
                <a:path w="335280" h="1542414">
                  <a:moveTo>
                    <a:pt x="106680" y="377952"/>
                  </a:moveTo>
                  <a:lnTo>
                    <a:pt x="105156" y="377952"/>
                  </a:lnTo>
                  <a:lnTo>
                    <a:pt x="105156" y="1542288"/>
                  </a:lnTo>
                  <a:lnTo>
                    <a:pt x="106680" y="1542288"/>
                  </a:lnTo>
                  <a:lnTo>
                    <a:pt x="106680" y="377952"/>
                  </a:lnTo>
                  <a:close/>
                </a:path>
                <a:path w="335280" h="1542414">
                  <a:moveTo>
                    <a:pt x="111252" y="425196"/>
                  </a:moveTo>
                  <a:lnTo>
                    <a:pt x="109728" y="425196"/>
                  </a:lnTo>
                  <a:lnTo>
                    <a:pt x="109728" y="1542288"/>
                  </a:lnTo>
                  <a:lnTo>
                    <a:pt x="111252" y="1542288"/>
                  </a:lnTo>
                  <a:lnTo>
                    <a:pt x="111252" y="425196"/>
                  </a:lnTo>
                  <a:close/>
                </a:path>
                <a:path w="335280" h="1542414">
                  <a:moveTo>
                    <a:pt x="115824" y="228600"/>
                  </a:moveTo>
                  <a:lnTo>
                    <a:pt x="114300" y="228600"/>
                  </a:lnTo>
                  <a:lnTo>
                    <a:pt x="114300" y="1542288"/>
                  </a:lnTo>
                  <a:lnTo>
                    <a:pt x="115824" y="1542288"/>
                  </a:lnTo>
                  <a:lnTo>
                    <a:pt x="115824" y="228600"/>
                  </a:lnTo>
                  <a:close/>
                </a:path>
                <a:path w="335280" h="1542414">
                  <a:moveTo>
                    <a:pt x="120396" y="278892"/>
                  </a:moveTo>
                  <a:lnTo>
                    <a:pt x="118872" y="278892"/>
                  </a:lnTo>
                  <a:lnTo>
                    <a:pt x="118872" y="1542288"/>
                  </a:lnTo>
                  <a:lnTo>
                    <a:pt x="120396" y="1542288"/>
                  </a:lnTo>
                  <a:lnTo>
                    <a:pt x="120396" y="278892"/>
                  </a:lnTo>
                  <a:close/>
                </a:path>
                <a:path w="335280" h="1542414">
                  <a:moveTo>
                    <a:pt x="126492" y="385572"/>
                  </a:moveTo>
                  <a:lnTo>
                    <a:pt x="123444" y="385572"/>
                  </a:lnTo>
                  <a:lnTo>
                    <a:pt x="123444" y="1542288"/>
                  </a:lnTo>
                  <a:lnTo>
                    <a:pt x="126492" y="1542288"/>
                  </a:lnTo>
                  <a:lnTo>
                    <a:pt x="126492" y="385572"/>
                  </a:lnTo>
                  <a:close/>
                </a:path>
                <a:path w="335280" h="1542414">
                  <a:moveTo>
                    <a:pt x="131064" y="294132"/>
                  </a:moveTo>
                  <a:lnTo>
                    <a:pt x="128016" y="294132"/>
                  </a:lnTo>
                  <a:lnTo>
                    <a:pt x="128016" y="1542288"/>
                  </a:lnTo>
                  <a:lnTo>
                    <a:pt x="131064" y="1542288"/>
                  </a:lnTo>
                  <a:lnTo>
                    <a:pt x="131064" y="294132"/>
                  </a:lnTo>
                  <a:close/>
                </a:path>
                <a:path w="335280" h="1542414">
                  <a:moveTo>
                    <a:pt x="135636" y="207264"/>
                  </a:moveTo>
                  <a:lnTo>
                    <a:pt x="134112" y="207264"/>
                  </a:lnTo>
                  <a:lnTo>
                    <a:pt x="134112" y="1542288"/>
                  </a:lnTo>
                  <a:lnTo>
                    <a:pt x="135636" y="1542288"/>
                  </a:lnTo>
                  <a:lnTo>
                    <a:pt x="135636" y="207264"/>
                  </a:lnTo>
                  <a:close/>
                </a:path>
                <a:path w="335280" h="1542414">
                  <a:moveTo>
                    <a:pt x="140208" y="385572"/>
                  </a:moveTo>
                  <a:lnTo>
                    <a:pt x="138684" y="385572"/>
                  </a:lnTo>
                  <a:lnTo>
                    <a:pt x="138684" y="1542288"/>
                  </a:lnTo>
                  <a:lnTo>
                    <a:pt x="140208" y="1542288"/>
                  </a:lnTo>
                  <a:lnTo>
                    <a:pt x="140208" y="385572"/>
                  </a:lnTo>
                  <a:close/>
                </a:path>
                <a:path w="335280" h="1542414">
                  <a:moveTo>
                    <a:pt x="144780" y="265176"/>
                  </a:moveTo>
                  <a:lnTo>
                    <a:pt x="143256" y="265176"/>
                  </a:lnTo>
                  <a:lnTo>
                    <a:pt x="143256" y="1542288"/>
                  </a:lnTo>
                  <a:lnTo>
                    <a:pt x="144780" y="1542288"/>
                  </a:lnTo>
                  <a:lnTo>
                    <a:pt x="144780" y="265176"/>
                  </a:lnTo>
                  <a:close/>
                </a:path>
                <a:path w="335280" h="1542414">
                  <a:moveTo>
                    <a:pt x="149352" y="347472"/>
                  </a:moveTo>
                  <a:lnTo>
                    <a:pt x="147828" y="347472"/>
                  </a:lnTo>
                  <a:lnTo>
                    <a:pt x="147828" y="1542288"/>
                  </a:lnTo>
                  <a:lnTo>
                    <a:pt x="149352" y="1542288"/>
                  </a:lnTo>
                  <a:lnTo>
                    <a:pt x="149352" y="347472"/>
                  </a:lnTo>
                  <a:close/>
                </a:path>
                <a:path w="335280" h="1542414">
                  <a:moveTo>
                    <a:pt x="153924" y="365760"/>
                  </a:moveTo>
                  <a:lnTo>
                    <a:pt x="152400" y="365760"/>
                  </a:lnTo>
                  <a:lnTo>
                    <a:pt x="152400" y="1542288"/>
                  </a:lnTo>
                  <a:lnTo>
                    <a:pt x="153924" y="1542288"/>
                  </a:lnTo>
                  <a:lnTo>
                    <a:pt x="153924" y="365760"/>
                  </a:lnTo>
                  <a:close/>
                </a:path>
                <a:path w="335280" h="1542414">
                  <a:moveTo>
                    <a:pt x="158496" y="239268"/>
                  </a:moveTo>
                  <a:lnTo>
                    <a:pt x="156972" y="239268"/>
                  </a:lnTo>
                  <a:lnTo>
                    <a:pt x="156972" y="1542288"/>
                  </a:lnTo>
                  <a:lnTo>
                    <a:pt x="158496" y="1542288"/>
                  </a:lnTo>
                  <a:lnTo>
                    <a:pt x="158496" y="239268"/>
                  </a:lnTo>
                  <a:close/>
                </a:path>
                <a:path w="335280" h="1542414">
                  <a:moveTo>
                    <a:pt x="164592" y="239268"/>
                  </a:moveTo>
                  <a:lnTo>
                    <a:pt x="161544" y="239268"/>
                  </a:lnTo>
                  <a:lnTo>
                    <a:pt x="161544" y="1542288"/>
                  </a:lnTo>
                  <a:lnTo>
                    <a:pt x="164592" y="1542288"/>
                  </a:lnTo>
                  <a:lnTo>
                    <a:pt x="164592" y="239268"/>
                  </a:lnTo>
                  <a:close/>
                </a:path>
                <a:path w="335280" h="1542414">
                  <a:moveTo>
                    <a:pt x="169164" y="377952"/>
                  </a:moveTo>
                  <a:lnTo>
                    <a:pt x="166116" y="377952"/>
                  </a:lnTo>
                  <a:lnTo>
                    <a:pt x="166116" y="1542288"/>
                  </a:lnTo>
                  <a:lnTo>
                    <a:pt x="169164" y="1542288"/>
                  </a:lnTo>
                  <a:lnTo>
                    <a:pt x="169164" y="377952"/>
                  </a:lnTo>
                  <a:close/>
                </a:path>
                <a:path w="335280" h="1542414">
                  <a:moveTo>
                    <a:pt x="173736" y="251460"/>
                  </a:moveTo>
                  <a:lnTo>
                    <a:pt x="170688" y="251460"/>
                  </a:lnTo>
                  <a:lnTo>
                    <a:pt x="170688" y="1542288"/>
                  </a:lnTo>
                  <a:lnTo>
                    <a:pt x="173736" y="1542288"/>
                  </a:lnTo>
                  <a:lnTo>
                    <a:pt x="173736" y="251460"/>
                  </a:lnTo>
                  <a:close/>
                </a:path>
                <a:path w="335280" h="1542414">
                  <a:moveTo>
                    <a:pt x="178308" y="217932"/>
                  </a:moveTo>
                  <a:lnTo>
                    <a:pt x="176784" y="217932"/>
                  </a:lnTo>
                  <a:lnTo>
                    <a:pt x="176784" y="1542288"/>
                  </a:lnTo>
                  <a:lnTo>
                    <a:pt x="178308" y="1542288"/>
                  </a:lnTo>
                  <a:lnTo>
                    <a:pt x="178308" y="217932"/>
                  </a:lnTo>
                  <a:close/>
                </a:path>
                <a:path w="335280" h="1542414">
                  <a:moveTo>
                    <a:pt x="182880" y="377952"/>
                  </a:moveTo>
                  <a:lnTo>
                    <a:pt x="181356" y="377952"/>
                  </a:lnTo>
                  <a:lnTo>
                    <a:pt x="181356" y="1542288"/>
                  </a:lnTo>
                  <a:lnTo>
                    <a:pt x="182880" y="1542288"/>
                  </a:lnTo>
                  <a:lnTo>
                    <a:pt x="182880" y="377952"/>
                  </a:lnTo>
                  <a:close/>
                </a:path>
                <a:path w="335280" h="1542414">
                  <a:moveTo>
                    <a:pt x="187452" y="408432"/>
                  </a:moveTo>
                  <a:lnTo>
                    <a:pt x="185928" y="408432"/>
                  </a:lnTo>
                  <a:lnTo>
                    <a:pt x="185928" y="1542288"/>
                  </a:lnTo>
                  <a:lnTo>
                    <a:pt x="187452" y="1542288"/>
                  </a:lnTo>
                  <a:lnTo>
                    <a:pt x="187452" y="408432"/>
                  </a:lnTo>
                  <a:close/>
                </a:path>
                <a:path w="335280" h="1542414">
                  <a:moveTo>
                    <a:pt x="192024" y="445008"/>
                  </a:moveTo>
                  <a:lnTo>
                    <a:pt x="190500" y="445008"/>
                  </a:lnTo>
                  <a:lnTo>
                    <a:pt x="190500" y="1542288"/>
                  </a:lnTo>
                  <a:lnTo>
                    <a:pt x="192024" y="1542288"/>
                  </a:lnTo>
                  <a:lnTo>
                    <a:pt x="192024" y="445008"/>
                  </a:lnTo>
                  <a:close/>
                </a:path>
                <a:path w="335280" h="1542414">
                  <a:moveTo>
                    <a:pt x="196596" y="211836"/>
                  </a:moveTo>
                  <a:lnTo>
                    <a:pt x="195072" y="211836"/>
                  </a:lnTo>
                  <a:lnTo>
                    <a:pt x="195072" y="1542288"/>
                  </a:lnTo>
                  <a:lnTo>
                    <a:pt x="196596" y="1542288"/>
                  </a:lnTo>
                  <a:lnTo>
                    <a:pt x="196596" y="211836"/>
                  </a:lnTo>
                  <a:close/>
                </a:path>
                <a:path w="335280" h="1542414">
                  <a:moveTo>
                    <a:pt x="201168" y="294132"/>
                  </a:moveTo>
                  <a:lnTo>
                    <a:pt x="199644" y="294132"/>
                  </a:lnTo>
                  <a:lnTo>
                    <a:pt x="199644" y="1542288"/>
                  </a:lnTo>
                  <a:lnTo>
                    <a:pt x="201168" y="1542288"/>
                  </a:lnTo>
                  <a:lnTo>
                    <a:pt x="201168" y="294132"/>
                  </a:lnTo>
                  <a:close/>
                </a:path>
                <a:path w="335280" h="1542414">
                  <a:moveTo>
                    <a:pt x="207264" y="330708"/>
                  </a:moveTo>
                  <a:lnTo>
                    <a:pt x="204216" y="330708"/>
                  </a:lnTo>
                  <a:lnTo>
                    <a:pt x="204216" y="1542288"/>
                  </a:lnTo>
                  <a:lnTo>
                    <a:pt x="207264" y="1542288"/>
                  </a:lnTo>
                  <a:lnTo>
                    <a:pt x="207264" y="330708"/>
                  </a:lnTo>
                  <a:close/>
                </a:path>
                <a:path w="335280" h="1542414">
                  <a:moveTo>
                    <a:pt x="211836" y="265176"/>
                  </a:moveTo>
                  <a:lnTo>
                    <a:pt x="208788" y="265176"/>
                  </a:lnTo>
                  <a:lnTo>
                    <a:pt x="208788" y="1542288"/>
                  </a:lnTo>
                  <a:lnTo>
                    <a:pt x="211836" y="1542288"/>
                  </a:lnTo>
                  <a:lnTo>
                    <a:pt x="211836" y="265176"/>
                  </a:lnTo>
                  <a:close/>
                </a:path>
                <a:path w="335280" h="1542414">
                  <a:moveTo>
                    <a:pt x="216408" y="181356"/>
                  </a:moveTo>
                  <a:lnTo>
                    <a:pt x="214884" y="181356"/>
                  </a:lnTo>
                  <a:lnTo>
                    <a:pt x="214884" y="1542288"/>
                  </a:lnTo>
                  <a:lnTo>
                    <a:pt x="216408" y="1542288"/>
                  </a:lnTo>
                  <a:lnTo>
                    <a:pt x="216408" y="181356"/>
                  </a:lnTo>
                  <a:close/>
                </a:path>
                <a:path w="335280" h="1542414">
                  <a:moveTo>
                    <a:pt x="220980" y="312420"/>
                  </a:moveTo>
                  <a:lnTo>
                    <a:pt x="219456" y="312420"/>
                  </a:lnTo>
                  <a:lnTo>
                    <a:pt x="219456" y="1542288"/>
                  </a:lnTo>
                  <a:lnTo>
                    <a:pt x="220980" y="1542288"/>
                  </a:lnTo>
                  <a:lnTo>
                    <a:pt x="220980" y="312420"/>
                  </a:lnTo>
                  <a:close/>
                </a:path>
                <a:path w="335280" h="1542414">
                  <a:moveTo>
                    <a:pt x="225552" y="252984"/>
                  </a:moveTo>
                  <a:lnTo>
                    <a:pt x="224028" y="252984"/>
                  </a:lnTo>
                  <a:lnTo>
                    <a:pt x="224028" y="1542288"/>
                  </a:lnTo>
                  <a:lnTo>
                    <a:pt x="225552" y="1542288"/>
                  </a:lnTo>
                  <a:lnTo>
                    <a:pt x="225552" y="252984"/>
                  </a:lnTo>
                  <a:close/>
                </a:path>
                <a:path w="335280" h="1542414">
                  <a:moveTo>
                    <a:pt x="230124" y="181356"/>
                  </a:moveTo>
                  <a:lnTo>
                    <a:pt x="228600" y="181356"/>
                  </a:lnTo>
                  <a:lnTo>
                    <a:pt x="228600" y="1542288"/>
                  </a:lnTo>
                  <a:lnTo>
                    <a:pt x="230124" y="1542288"/>
                  </a:lnTo>
                  <a:lnTo>
                    <a:pt x="230124" y="181356"/>
                  </a:lnTo>
                  <a:close/>
                </a:path>
                <a:path w="335280" h="1542414">
                  <a:moveTo>
                    <a:pt x="234696" y="291084"/>
                  </a:moveTo>
                  <a:lnTo>
                    <a:pt x="233172" y="291084"/>
                  </a:lnTo>
                  <a:lnTo>
                    <a:pt x="233172" y="1542288"/>
                  </a:lnTo>
                  <a:lnTo>
                    <a:pt x="234696" y="1542288"/>
                  </a:lnTo>
                  <a:lnTo>
                    <a:pt x="234696" y="291084"/>
                  </a:lnTo>
                  <a:close/>
                </a:path>
                <a:path w="335280" h="1542414">
                  <a:moveTo>
                    <a:pt x="239268" y="254508"/>
                  </a:moveTo>
                  <a:lnTo>
                    <a:pt x="237744" y="254508"/>
                  </a:lnTo>
                  <a:lnTo>
                    <a:pt x="237744" y="1542288"/>
                  </a:lnTo>
                  <a:lnTo>
                    <a:pt x="239268" y="1542288"/>
                  </a:lnTo>
                  <a:lnTo>
                    <a:pt x="239268" y="254508"/>
                  </a:lnTo>
                  <a:close/>
                </a:path>
                <a:path w="335280" h="1542414">
                  <a:moveTo>
                    <a:pt x="243840" y="492252"/>
                  </a:moveTo>
                  <a:lnTo>
                    <a:pt x="242316" y="492252"/>
                  </a:lnTo>
                  <a:lnTo>
                    <a:pt x="242316" y="1542288"/>
                  </a:lnTo>
                  <a:lnTo>
                    <a:pt x="243840" y="1542288"/>
                  </a:lnTo>
                  <a:lnTo>
                    <a:pt x="243840" y="492252"/>
                  </a:lnTo>
                  <a:close/>
                </a:path>
                <a:path w="335280" h="1542414">
                  <a:moveTo>
                    <a:pt x="249936" y="445008"/>
                  </a:moveTo>
                  <a:lnTo>
                    <a:pt x="246888" y="445008"/>
                  </a:lnTo>
                  <a:lnTo>
                    <a:pt x="246888" y="1542288"/>
                  </a:lnTo>
                  <a:lnTo>
                    <a:pt x="249936" y="1542288"/>
                  </a:lnTo>
                  <a:lnTo>
                    <a:pt x="249936" y="445008"/>
                  </a:lnTo>
                  <a:close/>
                </a:path>
                <a:path w="335280" h="1542414">
                  <a:moveTo>
                    <a:pt x="254508" y="425196"/>
                  </a:moveTo>
                  <a:lnTo>
                    <a:pt x="251460" y="425196"/>
                  </a:lnTo>
                  <a:lnTo>
                    <a:pt x="251460" y="1542288"/>
                  </a:lnTo>
                  <a:lnTo>
                    <a:pt x="254508" y="1542288"/>
                  </a:lnTo>
                  <a:lnTo>
                    <a:pt x="254508" y="425196"/>
                  </a:lnTo>
                  <a:close/>
                </a:path>
                <a:path w="335280" h="1542414">
                  <a:moveTo>
                    <a:pt x="259080" y="330708"/>
                  </a:moveTo>
                  <a:lnTo>
                    <a:pt x="257556" y="330708"/>
                  </a:lnTo>
                  <a:lnTo>
                    <a:pt x="257556" y="1542288"/>
                  </a:lnTo>
                  <a:lnTo>
                    <a:pt x="259080" y="1542288"/>
                  </a:lnTo>
                  <a:lnTo>
                    <a:pt x="259080" y="330708"/>
                  </a:lnTo>
                  <a:close/>
                </a:path>
                <a:path w="335280" h="1542414">
                  <a:moveTo>
                    <a:pt x="263652" y="330708"/>
                  </a:moveTo>
                  <a:lnTo>
                    <a:pt x="262128" y="330708"/>
                  </a:lnTo>
                  <a:lnTo>
                    <a:pt x="262128" y="1542288"/>
                  </a:lnTo>
                  <a:lnTo>
                    <a:pt x="263652" y="1542288"/>
                  </a:lnTo>
                  <a:lnTo>
                    <a:pt x="263652" y="330708"/>
                  </a:lnTo>
                  <a:close/>
                </a:path>
                <a:path w="335280" h="1542414">
                  <a:moveTo>
                    <a:pt x="268224" y="382524"/>
                  </a:moveTo>
                  <a:lnTo>
                    <a:pt x="266700" y="382524"/>
                  </a:lnTo>
                  <a:lnTo>
                    <a:pt x="266700" y="1542288"/>
                  </a:lnTo>
                  <a:lnTo>
                    <a:pt x="268224" y="1542288"/>
                  </a:lnTo>
                  <a:lnTo>
                    <a:pt x="268224" y="382524"/>
                  </a:lnTo>
                  <a:close/>
                </a:path>
                <a:path w="335280" h="1542414">
                  <a:moveTo>
                    <a:pt x="272796" y="292608"/>
                  </a:moveTo>
                  <a:lnTo>
                    <a:pt x="271272" y="292608"/>
                  </a:lnTo>
                  <a:lnTo>
                    <a:pt x="271272" y="1542288"/>
                  </a:lnTo>
                  <a:lnTo>
                    <a:pt x="272796" y="1542288"/>
                  </a:lnTo>
                  <a:lnTo>
                    <a:pt x="272796" y="292608"/>
                  </a:lnTo>
                  <a:close/>
                </a:path>
                <a:path w="335280" h="1542414">
                  <a:moveTo>
                    <a:pt x="277368" y="228600"/>
                  </a:moveTo>
                  <a:lnTo>
                    <a:pt x="275844" y="228600"/>
                  </a:lnTo>
                  <a:lnTo>
                    <a:pt x="275844" y="1542288"/>
                  </a:lnTo>
                  <a:lnTo>
                    <a:pt x="277368" y="1542288"/>
                  </a:lnTo>
                  <a:lnTo>
                    <a:pt x="277368" y="228600"/>
                  </a:lnTo>
                  <a:close/>
                </a:path>
                <a:path w="335280" h="1542414">
                  <a:moveTo>
                    <a:pt x="281940" y="158496"/>
                  </a:moveTo>
                  <a:lnTo>
                    <a:pt x="280416" y="158496"/>
                  </a:lnTo>
                  <a:lnTo>
                    <a:pt x="280416" y="1542288"/>
                  </a:lnTo>
                  <a:lnTo>
                    <a:pt x="281940" y="1542288"/>
                  </a:lnTo>
                  <a:lnTo>
                    <a:pt x="281940" y="158496"/>
                  </a:lnTo>
                  <a:close/>
                </a:path>
                <a:path w="335280" h="1542414">
                  <a:moveTo>
                    <a:pt x="288036" y="321564"/>
                  </a:moveTo>
                  <a:lnTo>
                    <a:pt x="284988" y="321564"/>
                  </a:lnTo>
                  <a:lnTo>
                    <a:pt x="284988" y="1542288"/>
                  </a:lnTo>
                  <a:lnTo>
                    <a:pt x="288036" y="1542288"/>
                  </a:lnTo>
                  <a:lnTo>
                    <a:pt x="288036" y="321564"/>
                  </a:lnTo>
                  <a:close/>
                </a:path>
                <a:path w="335280" h="1542414">
                  <a:moveTo>
                    <a:pt x="292608" y="222504"/>
                  </a:moveTo>
                  <a:lnTo>
                    <a:pt x="289560" y="222504"/>
                  </a:lnTo>
                  <a:lnTo>
                    <a:pt x="289560" y="1542288"/>
                  </a:lnTo>
                  <a:lnTo>
                    <a:pt x="292608" y="1542288"/>
                  </a:lnTo>
                  <a:lnTo>
                    <a:pt x="292608" y="222504"/>
                  </a:lnTo>
                  <a:close/>
                </a:path>
                <a:path w="335280" h="1542414">
                  <a:moveTo>
                    <a:pt x="297180" y="251460"/>
                  </a:moveTo>
                  <a:lnTo>
                    <a:pt x="294132" y="251460"/>
                  </a:lnTo>
                  <a:lnTo>
                    <a:pt x="294132" y="1542288"/>
                  </a:lnTo>
                  <a:lnTo>
                    <a:pt x="297180" y="1542288"/>
                  </a:lnTo>
                  <a:lnTo>
                    <a:pt x="297180" y="251460"/>
                  </a:lnTo>
                  <a:close/>
                </a:path>
                <a:path w="335280" h="1542414">
                  <a:moveTo>
                    <a:pt x="301752" y="353568"/>
                  </a:moveTo>
                  <a:lnTo>
                    <a:pt x="300228" y="353568"/>
                  </a:lnTo>
                  <a:lnTo>
                    <a:pt x="300228" y="1542288"/>
                  </a:lnTo>
                  <a:lnTo>
                    <a:pt x="301752" y="1542288"/>
                  </a:lnTo>
                  <a:lnTo>
                    <a:pt x="301752" y="353568"/>
                  </a:lnTo>
                  <a:close/>
                </a:path>
                <a:path w="335280" h="1542414">
                  <a:moveTo>
                    <a:pt x="306324" y="198120"/>
                  </a:moveTo>
                  <a:lnTo>
                    <a:pt x="304800" y="198120"/>
                  </a:lnTo>
                  <a:lnTo>
                    <a:pt x="304800" y="1542288"/>
                  </a:lnTo>
                  <a:lnTo>
                    <a:pt x="306324" y="1542288"/>
                  </a:lnTo>
                  <a:lnTo>
                    <a:pt x="306324" y="198120"/>
                  </a:lnTo>
                  <a:close/>
                </a:path>
                <a:path w="335280" h="1542414">
                  <a:moveTo>
                    <a:pt x="310896" y="294132"/>
                  </a:moveTo>
                  <a:lnTo>
                    <a:pt x="309372" y="294132"/>
                  </a:lnTo>
                  <a:lnTo>
                    <a:pt x="309372" y="1542288"/>
                  </a:lnTo>
                  <a:lnTo>
                    <a:pt x="310896" y="1542288"/>
                  </a:lnTo>
                  <a:lnTo>
                    <a:pt x="310896" y="294132"/>
                  </a:lnTo>
                  <a:close/>
                </a:path>
                <a:path w="335280" h="1542414">
                  <a:moveTo>
                    <a:pt x="315468" y="259080"/>
                  </a:moveTo>
                  <a:lnTo>
                    <a:pt x="313944" y="259080"/>
                  </a:lnTo>
                  <a:lnTo>
                    <a:pt x="313944" y="1542288"/>
                  </a:lnTo>
                  <a:lnTo>
                    <a:pt x="315468" y="1542288"/>
                  </a:lnTo>
                  <a:lnTo>
                    <a:pt x="315468" y="259080"/>
                  </a:lnTo>
                  <a:close/>
                </a:path>
                <a:path w="335280" h="1542414">
                  <a:moveTo>
                    <a:pt x="320040" y="278892"/>
                  </a:moveTo>
                  <a:lnTo>
                    <a:pt x="318516" y="278892"/>
                  </a:lnTo>
                  <a:lnTo>
                    <a:pt x="318516" y="1542288"/>
                  </a:lnTo>
                  <a:lnTo>
                    <a:pt x="320040" y="1542288"/>
                  </a:lnTo>
                  <a:lnTo>
                    <a:pt x="320040" y="278892"/>
                  </a:lnTo>
                  <a:close/>
                </a:path>
                <a:path w="335280" h="1542414">
                  <a:moveTo>
                    <a:pt x="324612" y="403860"/>
                  </a:moveTo>
                  <a:lnTo>
                    <a:pt x="323088" y="403860"/>
                  </a:lnTo>
                  <a:lnTo>
                    <a:pt x="323088" y="1542288"/>
                  </a:lnTo>
                  <a:lnTo>
                    <a:pt x="324612" y="1542288"/>
                  </a:lnTo>
                  <a:lnTo>
                    <a:pt x="324612" y="403860"/>
                  </a:lnTo>
                  <a:close/>
                </a:path>
                <a:path w="335280" h="1542414">
                  <a:moveTo>
                    <a:pt x="330708" y="377952"/>
                  </a:moveTo>
                  <a:lnTo>
                    <a:pt x="327660" y="377952"/>
                  </a:lnTo>
                  <a:lnTo>
                    <a:pt x="327660" y="1542288"/>
                  </a:lnTo>
                  <a:lnTo>
                    <a:pt x="330708" y="1542288"/>
                  </a:lnTo>
                  <a:lnTo>
                    <a:pt x="330708" y="377952"/>
                  </a:lnTo>
                  <a:close/>
                </a:path>
                <a:path w="335280" h="1542414">
                  <a:moveTo>
                    <a:pt x="335280" y="281940"/>
                  </a:moveTo>
                  <a:lnTo>
                    <a:pt x="332232" y="281940"/>
                  </a:lnTo>
                  <a:lnTo>
                    <a:pt x="332232" y="1542288"/>
                  </a:lnTo>
                  <a:lnTo>
                    <a:pt x="335280" y="1542288"/>
                  </a:lnTo>
                  <a:lnTo>
                    <a:pt x="335280" y="28194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857500" y="2368295"/>
              <a:ext cx="335280" cy="1495425"/>
            </a:xfrm>
            <a:custGeom>
              <a:avLst/>
              <a:gdLst/>
              <a:ahLst/>
              <a:cxnLst/>
              <a:rect l="l" t="t" r="r" b="b"/>
              <a:pathLst>
                <a:path w="335280" h="1495425">
                  <a:moveTo>
                    <a:pt x="3048" y="234696"/>
                  </a:moveTo>
                  <a:lnTo>
                    <a:pt x="0" y="234696"/>
                  </a:lnTo>
                  <a:lnTo>
                    <a:pt x="0" y="1495044"/>
                  </a:lnTo>
                  <a:lnTo>
                    <a:pt x="3048" y="1495044"/>
                  </a:lnTo>
                  <a:lnTo>
                    <a:pt x="3048" y="234696"/>
                  </a:lnTo>
                  <a:close/>
                </a:path>
                <a:path w="335280" h="1495425">
                  <a:moveTo>
                    <a:pt x="7620" y="262128"/>
                  </a:moveTo>
                  <a:lnTo>
                    <a:pt x="6096" y="262128"/>
                  </a:lnTo>
                  <a:lnTo>
                    <a:pt x="6096" y="1495044"/>
                  </a:lnTo>
                  <a:lnTo>
                    <a:pt x="7620" y="1495044"/>
                  </a:lnTo>
                  <a:lnTo>
                    <a:pt x="7620" y="262128"/>
                  </a:lnTo>
                  <a:close/>
                </a:path>
                <a:path w="335280" h="1495425">
                  <a:moveTo>
                    <a:pt x="12192" y="361188"/>
                  </a:moveTo>
                  <a:lnTo>
                    <a:pt x="10668" y="361188"/>
                  </a:lnTo>
                  <a:lnTo>
                    <a:pt x="10668" y="1495044"/>
                  </a:lnTo>
                  <a:lnTo>
                    <a:pt x="12192" y="1495044"/>
                  </a:lnTo>
                  <a:lnTo>
                    <a:pt x="12192" y="361188"/>
                  </a:lnTo>
                  <a:close/>
                </a:path>
                <a:path w="335280" h="1495425">
                  <a:moveTo>
                    <a:pt x="16764" y="397764"/>
                  </a:moveTo>
                  <a:lnTo>
                    <a:pt x="15240" y="397764"/>
                  </a:lnTo>
                  <a:lnTo>
                    <a:pt x="15240" y="1495044"/>
                  </a:lnTo>
                  <a:lnTo>
                    <a:pt x="16764" y="1495044"/>
                  </a:lnTo>
                  <a:lnTo>
                    <a:pt x="16764" y="397764"/>
                  </a:lnTo>
                  <a:close/>
                </a:path>
                <a:path w="335280" h="1495425">
                  <a:moveTo>
                    <a:pt x="21336" y="283464"/>
                  </a:moveTo>
                  <a:lnTo>
                    <a:pt x="19812" y="283464"/>
                  </a:lnTo>
                  <a:lnTo>
                    <a:pt x="19812" y="1495044"/>
                  </a:lnTo>
                  <a:lnTo>
                    <a:pt x="21336" y="1495044"/>
                  </a:lnTo>
                  <a:lnTo>
                    <a:pt x="21336" y="283464"/>
                  </a:lnTo>
                  <a:close/>
                </a:path>
                <a:path w="335280" h="1495425">
                  <a:moveTo>
                    <a:pt x="25908" y="324612"/>
                  </a:moveTo>
                  <a:lnTo>
                    <a:pt x="24384" y="324612"/>
                  </a:lnTo>
                  <a:lnTo>
                    <a:pt x="24384" y="1495044"/>
                  </a:lnTo>
                  <a:lnTo>
                    <a:pt x="25908" y="1495044"/>
                  </a:lnTo>
                  <a:lnTo>
                    <a:pt x="25908" y="324612"/>
                  </a:lnTo>
                  <a:close/>
                </a:path>
                <a:path w="335280" h="1495425">
                  <a:moveTo>
                    <a:pt x="30480" y="246888"/>
                  </a:moveTo>
                  <a:lnTo>
                    <a:pt x="28956" y="246888"/>
                  </a:lnTo>
                  <a:lnTo>
                    <a:pt x="28956" y="1495044"/>
                  </a:lnTo>
                  <a:lnTo>
                    <a:pt x="30480" y="1495044"/>
                  </a:lnTo>
                  <a:lnTo>
                    <a:pt x="30480" y="246888"/>
                  </a:lnTo>
                  <a:close/>
                </a:path>
                <a:path w="335280" h="1495425">
                  <a:moveTo>
                    <a:pt x="35052" y="397764"/>
                  </a:moveTo>
                  <a:lnTo>
                    <a:pt x="33528" y="397764"/>
                  </a:lnTo>
                  <a:lnTo>
                    <a:pt x="33528" y="1495044"/>
                  </a:lnTo>
                  <a:lnTo>
                    <a:pt x="35052" y="1495044"/>
                  </a:lnTo>
                  <a:lnTo>
                    <a:pt x="35052" y="397764"/>
                  </a:lnTo>
                  <a:close/>
                </a:path>
                <a:path w="335280" h="1495425">
                  <a:moveTo>
                    <a:pt x="41148" y="306324"/>
                  </a:moveTo>
                  <a:lnTo>
                    <a:pt x="38100" y="306324"/>
                  </a:lnTo>
                  <a:lnTo>
                    <a:pt x="38100" y="1495044"/>
                  </a:lnTo>
                  <a:lnTo>
                    <a:pt x="41148" y="1495044"/>
                  </a:lnTo>
                  <a:lnTo>
                    <a:pt x="41148" y="306324"/>
                  </a:lnTo>
                  <a:close/>
                </a:path>
                <a:path w="335280" h="1495425">
                  <a:moveTo>
                    <a:pt x="45720" y="419100"/>
                  </a:moveTo>
                  <a:lnTo>
                    <a:pt x="42672" y="419100"/>
                  </a:lnTo>
                  <a:lnTo>
                    <a:pt x="42672" y="1495044"/>
                  </a:lnTo>
                  <a:lnTo>
                    <a:pt x="45720" y="1495044"/>
                  </a:lnTo>
                  <a:lnTo>
                    <a:pt x="45720" y="419100"/>
                  </a:lnTo>
                  <a:close/>
                </a:path>
                <a:path w="335280" h="1495425">
                  <a:moveTo>
                    <a:pt x="50292" y="330708"/>
                  </a:moveTo>
                  <a:lnTo>
                    <a:pt x="48768" y="330708"/>
                  </a:lnTo>
                  <a:lnTo>
                    <a:pt x="48768" y="1495044"/>
                  </a:lnTo>
                  <a:lnTo>
                    <a:pt x="50292" y="1495044"/>
                  </a:lnTo>
                  <a:lnTo>
                    <a:pt x="50292" y="330708"/>
                  </a:lnTo>
                  <a:close/>
                </a:path>
                <a:path w="335280" h="1495425">
                  <a:moveTo>
                    <a:pt x="54864" y="256032"/>
                  </a:moveTo>
                  <a:lnTo>
                    <a:pt x="53340" y="256032"/>
                  </a:lnTo>
                  <a:lnTo>
                    <a:pt x="53340" y="1495044"/>
                  </a:lnTo>
                  <a:lnTo>
                    <a:pt x="54864" y="1495044"/>
                  </a:lnTo>
                  <a:lnTo>
                    <a:pt x="54864" y="256032"/>
                  </a:lnTo>
                  <a:close/>
                </a:path>
                <a:path w="335280" h="1495425">
                  <a:moveTo>
                    <a:pt x="59436" y="330708"/>
                  </a:moveTo>
                  <a:lnTo>
                    <a:pt x="57912" y="330708"/>
                  </a:lnTo>
                  <a:lnTo>
                    <a:pt x="57912" y="1495044"/>
                  </a:lnTo>
                  <a:lnTo>
                    <a:pt x="59436" y="1495044"/>
                  </a:lnTo>
                  <a:lnTo>
                    <a:pt x="59436" y="330708"/>
                  </a:lnTo>
                  <a:close/>
                </a:path>
                <a:path w="335280" h="1495425">
                  <a:moveTo>
                    <a:pt x="64008" y="371856"/>
                  </a:moveTo>
                  <a:lnTo>
                    <a:pt x="62484" y="371856"/>
                  </a:lnTo>
                  <a:lnTo>
                    <a:pt x="62484" y="1495044"/>
                  </a:lnTo>
                  <a:lnTo>
                    <a:pt x="64008" y="1495044"/>
                  </a:lnTo>
                  <a:lnTo>
                    <a:pt x="64008" y="371856"/>
                  </a:lnTo>
                  <a:close/>
                </a:path>
                <a:path w="335280" h="1495425">
                  <a:moveTo>
                    <a:pt x="68580" y="624840"/>
                  </a:moveTo>
                  <a:lnTo>
                    <a:pt x="67056" y="624840"/>
                  </a:lnTo>
                  <a:lnTo>
                    <a:pt x="67056" y="1495044"/>
                  </a:lnTo>
                  <a:lnTo>
                    <a:pt x="68580" y="1495044"/>
                  </a:lnTo>
                  <a:lnTo>
                    <a:pt x="68580" y="624840"/>
                  </a:lnTo>
                  <a:close/>
                </a:path>
                <a:path w="335280" h="1495425">
                  <a:moveTo>
                    <a:pt x="73152" y="345948"/>
                  </a:moveTo>
                  <a:lnTo>
                    <a:pt x="71628" y="345948"/>
                  </a:lnTo>
                  <a:lnTo>
                    <a:pt x="71628" y="1495044"/>
                  </a:lnTo>
                  <a:lnTo>
                    <a:pt x="73152" y="1495044"/>
                  </a:lnTo>
                  <a:lnTo>
                    <a:pt x="73152" y="345948"/>
                  </a:lnTo>
                  <a:close/>
                </a:path>
                <a:path w="335280" h="1495425">
                  <a:moveTo>
                    <a:pt x="79248" y="397764"/>
                  </a:moveTo>
                  <a:lnTo>
                    <a:pt x="76200" y="397764"/>
                  </a:lnTo>
                  <a:lnTo>
                    <a:pt x="76200" y="1495044"/>
                  </a:lnTo>
                  <a:lnTo>
                    <a:pt x="79248" y="1495044"/>
                  </a:lnTo>
                  <a:lnTo>
                    <a:pt x="79248" y="397764"/>
                  </a:lnTo>
                  <a:close/>
                </a:path>
                <a:path w="335280" h="1495425">
                  <a:moveTo>
                    <a:pt x="83820" y="146304"/>
                  </a:moveTo>
                  <a:lnTo>
                    <a:pt x="80772" y="146304"/>
                  </a:lnTo>
                  <a:lnTo>
                    <a:pt x="80772" y="1495044"/>
                  </a:lnTo>
                  <a:lnTo>
                    <a:pt x="83820" y="1495044"/>
                  </a:lnTo>
                  <a:lnTo>
                    <a:pt x="83820" y="146304"/>
                  </a:lnTo>
                  <a:close/>
                </a:path>
                <a:path w="335280" h="1495425">
                  <a:moveTo>
                    <a:pt x="88392" y="140208"/>
                  </a:moveTo>
                  <a:lnTo>
                    <a:pt x="85344" y="140208"/>
                  </a:lnTo>
                  <a:lnTo>
                    <a:pt x="85344" y="1495044"/>
                  </a:lnTo>
                  <a:lnTo>
                    <a:pt x="88392" y="1495044"/>
                  </a:lnTo>
                  <a:lnTo>
                    <a:pt x="88392" y="140208"/>
                  </a:lnTo>
                  <a:close/>
                </a:path>
                <a:path w="335280" h="1495425">
                  <a:moveTo>
                    <a:pt x="92964" y="147828"/>
                  </a:moveTo>
                  <a:lnTo>
                    <a:pt x="91440" y="147828"/>
                  </a:lnTo>
                  <a:lnTo>
                    <a:pt x="91440" y="1495044"/>
                  </a:lnTo>
                  <a:lnTo>
                    <a:pt x="92964" y="1495044"/>
                  </a:lnTo>
                  <a:lnTo>
                    <a:pt x="92964" y="147828"/>
                  </a:lnTo>
                  <a:close/>
                </a:path>
                <a:path w="335280" h="1495425">
                  <a:moveTo>
                    <a:pt x="97536" y="114300"/>
                  </a:moveTo>
                  <a:lnTo>
                    <a:pt x="96012" y="114300"/>
                  </a:lnTo>
                  <a:lnTo>
                    <a:pt x="96012" y="1495044"/>
                  </a:lnTo>
                  <a:lnTo>
                    <a:pt x="97536" y="1495044"/>
                  </a:lnTo>
                  <a:lnTo>
                    <a:pt x="97536" y="114300"/>
                  </a:lnTo>
                  <a:close/>
                </a:path>
                <a:path w="335280" h="1495425">
                  <a:moveTo>
                    <a:pt x="102108" y="361188"/>
                  </a:moveTo>
                  <a:lnTo>
                    <a:pt x="100584" y="361188"/>
                  </a:lnTo>
                  <a:lnTo>
                    <a:pt x="100584" y="1495044"/>
                  </a:lnTo>
                  <a:lnTo>
                    <a:pt x="102108" y="1495044"/>
                  </a:lnTo>
                  <a:lnTo>
                    <a:pt x="102108" y="361188"/>
                  </a:lnTo>
                  <a:close/>
                </a:path>
                <a:path w="335280" h="1495425">
                  <a:moveTo>
                    <a:pt x="106680" y="231648"/>
                  </a:moveTo>
                  <a:lnTo>
                    <a:pt x="105156" y="231648"/>
                  </a:lnTo>
                  <a:lnTo>
                    <a:pt x="105156" y="1495044"/>
                  </a:lnTo>
                  <a:lnTo>
                    <a:pt x="106680" y="1495044"/>
                  </a:lnTo>
                  <a:lnTo>
                    <a:pt x="106680" y="231648"/>
                  </a:lnTo>
                  <a:close/>
                </a:path>
                <a:path w="335280" h="1495425">
                  <a:moveTo>
                    <a:pt x="111252" y="146304"/>
                  </a:moveTo>
                  <a:lnTo>
                    <a:pt x="109728" y="146304"/>
                  </a:lnTo>
                  <a:lnTo>
                    <a:pt x="109728" y="1495044"/>
                  </a:lnTo>
                  <a:lnTo>
                    <a:pt x="111252" y="1495044"/>
                  </a:lnTo>
                  <a:lnTo>
                    <a:pt x="111252" y="146304"/>
                  </a:lnTo>
                  <a:close/>
                </a:path>
                <a:path w="335280" h="1495425">
                  <a:moveTo>
                    <a:pt x="115824" y="134112"/>
                  </a:moveTo>
                  <a:lnTo>
                    <a:pt x="114300" y="134112"/>
                  </a:lnTo>
                  <a:lnTo>
                    <a:pt x="114300" y="1495044"/>
                  </a:lnTo>
                  <a:lnTo>
                    <a:pt x="115824" y="1495044"/>
                  </a:lnTo>
                  <a:lnTo>
                    <a:pt x="115824" y="134112"/>
                  </a:lnTo>
                  <a:close/>
                </a:path>
                <a:path w="335280" h="1495425">
                  <a:moveTo>
                    <a:pt x="121920" y="217932"/>
                  </a:moveTo>
                  <a:lnTo>
                    <a:pt x="118872" y="217932"/>
                  </a:lnTo>
                  <a:lnTo>
                    <a:pt x="118872" y="1495044"/>
                  </a:lnTo>
                  <a:lnTo>
                    <a:pt x="121920" y="1495044"/>
                  </a:lnTo>
                  <a:lnTo>
                    <a:pt x="121920" y="217932"/>
                  </a:lnTo>
                  <a:close/>
                </a:path>
                <a:path w="335280" h="1495425">
                  <a:moveTo>
                    <a:pt x="126492" y="181356"/>
                  </a:moveTo>
                  <a:lnTo>
                    <a:pt x="123444" y="181356"/>
                  </a:lnTo>
                  <a:lnTo>
                    <a:pt x="123444" y="1495044"/>
                  </a:lnTo>
                  <a:lnTo>
                    <a:pt x="126492" y="1495044"/>
                  </a:lnTo>
                  <a:lnTo>
                    <a:pt x="126492" y="181356"/>
                  </a:lnTo>
                  <a:close/>
                </a:path>
                <a:path w="335280" h="1495425">
                  <a:moveTo>
                    <a:pt x="131064" y="330708"/>
                  </a:moveTo>
                  <a:lnTo>
                    <a:pt x="129540" y="330708"/>
                  </a:lnTo>
                  <a:lnTo>
                    <a:pt x="129540" y="1495044"/>
                  </a:lnTo>
                  <a:lnTo>
                    <a:pt x="131064" y="1495044"/>
                  </a:lnTo>
                  <a:lnTo>
                    <a:pt x="131064" y="330708"/>
                  </a:lnTo>
                  <a:close/>
                </a:path>
                <a:path w="335280" h="1495425">
                  <a:moveTo>
                    <a:pt x="135636" y="391668"/>
                  </a:moveTo>
                  <a:lnTo>
                    <a:pt x="134112" y="391668"/>
                  </a:lnTo>
                  <a:lnTo>
                    <a:pt x="134112" y="1495044"/>
                  </a:lnTo>
                  <a:lnTo>
                    <a:pt x="135636" y="1495044"/>
                  </a:lnTo>
                  <a:lnTo>
                    <a:pt x="135636" y="391668"/>
                  </a:lnTo>
                  <a:close/>
                </a:path>
                <a:path w="335280" h="1495425">
                  <a:moveTo>
                    <a:pt x="140208" y="559308"/>
                  </a:moveTo>
                  <a:lnTo>
                    <a:pt x="138684" y="559308"/>
                  </a:lnTo>
                  <a:lnTo>
                    <a:pt x="138684" y="1495044"/>
                  </a:lnTo>
                  <a:lnTo>
                    <a:pt x="140208" y="1495044"/>
                  </a:lnTo>
                  <a:lnTo>
                    <a:pt x="140208" y="559308"/>
                  </a:lnTo>
                  <a:close/>
                </a:path>
                <a:path w="335280" h="1495425">
                  <a:moveTo>
                    <a:pt x="144780" y="246888"/>
                  </a:moveTo>
                  <a:lnTo>
                    <a:pt x="143256" y="246888"/>
                  </a:lnTo>
                  <a:lnTo>
                    <a:pt x="143256" y="1495044"/>
                  </a:lnTo>
                  <a:lnTo>
                    <a:pt x="144780" y="1495044"/>
                  </a:lnTo>
                  <a:lnTo>
                    <a:pt x="144780" y="246888"/>
                  </a:lnTo>
                  <a:close/>
                </a:path>
                <a:path w="335280" h="1495425">
                  <a:moveTo>
                    <a:pt x="149352" y="181356"/>
                  </a:moveTo>
                  <a:lnTo>
                    <a:pt x="147828" y="181356"/>
                  </a:lnTo>
                  <a:lnTo>
                    <a:pt x="147828" y="1495044"/>
                  </a:lnTo>
                  <a:lnTo>
                    <a:pt x="149352" y="1495044"/>
                  </a:lnTo>
                  <a:lnTo>
                    <a:pt x="149352" y="181356"/>
                  </a:lnTo>
                  <a:close/>
                </a:path>
                <a:path w="335280" h="1495425">
                  <a:moveTo>
                    <a:pt x="153924" y="370332"/>
                  </a:moveTo>
                  <a:lnTo>
                    <a:pt x="152400" y="370332"/>
                  </a:lnTo>
                  <a:lnTo>
                    <a:pt x="152400" y="1495044"/>
                  </a:lnTo>
                  <a:lnTo>
                    <a:pt x="153924" y="1495044"/>
                  </a:lnTo>
                  <a:lnTo>
                    <a:pt x="153924" y="370332"/>
                  </a:lnTo>
                  <a:close/>
                </a:path>
                <a:path w="335280" h="1495425">
                  <a:moveTo>
                    <a:pt x="158496" y="775716"/>
                  </a:moveTo>
                  <a:lnTo>
                    <a:pt x="156972" y="775716"/>
                  </a:lnTo>
                  <a:lnTo>
                    <a:pt x="156972" y="1495044"/>
                  </a:lnTo>
                  <a:lnTo>
                    <a:pt x="158496" y="1495044"/>
                  </a:lnTo>
                  <a:lnTo>
                    <a:pt x="158496" y="775716"/>
                  </a:lnTo>
                  <a:close/>
                </a:path>
                <a:path w="335280" h="1495425">
                  <a:moveTo>
                    <a:pt x="164592" y="775716"/>
                  </a:moveTo>
                  <a:lnTo>
                    <a:pt x="161544" y="775716"/>
                  </a:lnTo>
                  <a:lnTo>
                    <a:pt x="161544" y="1495044"/>
                  </a:lnTo>
                  <a:lnTo>
                    <a:pt x="164592" y="1495044"/>
                  </a:lnTo>
                  <a:lnTo>
                    <a:pt x="164592" y="775716"/>
                  </a:lnTo>
                  <a:close/>
                </a:path>
                <a:path w="335280" h="1495425">
                  <a:moveTo>
                    <a:pt x="169164" y="445008"/>
                  </a:moveTo>
                  <a:lnTo>
                    <a:pt x="166116" y="445008"/>
                  </a:lnTo>
                  <a:lnTo>
                    <a:pt x="166116" y="1495044"/>
                  </a:lnTo>
                  <a:lnTo>
                    <a:pt x="169164" y="1495044"/>
                  </a:lnTo>
                  <a:lnTo>
                    <a:pt x="169164" y="445008"/>
                  </a:lnTo>
                  <a:close/>
                </a:path>
                <a:path w="335280" h="1495425">
                  <a:moveTo>
                    <a:pt x="173736" y="377952"/>
                  </a:moveTo>
                  <a:lnTo>
                    <a:pt x="172212" y="377952"/>
                  </a:lnTo>
                  <a:lnTo>
                    <a:pt x="172212" y="1495044"/>
                  </a:lnTo>
                  <a:lnTo>
                    <a:pt x="173736" y="1495044"/>
                  </a:lnTo>
                  <a:lnTo>
                    <a:pt x="173736" y="377952"/>
                  </a:lnTo>
                  <a:close/>
                </a:path>
                <a:path w="335280" h="1495425">
                  <a:moveTo>
                    <a:pt x="178308" y="330708"/>
                  </a:moveTo>
                  <a:lnTo>
                    <a:pt x="176784" y="330708"/>
                  </a:lnTo>
                  <a:lnTo>
                    <a:pt x="176784" y="1495044"/>
                  </a:lnTo>
                  <a:lnTo>
                    <a:pt x="178308" y="1495044"/>
                  </a:lnTo>
                  <a:lnTo>
                    <a:pt x="178308" y="330708"/>
                  </a:lnTo>
                  <a:close/>
                </a:path>
                <a:path w="335280" h="1495425">
                  <a:moveTo>
                    <a:pt x="182880" y="361188"/>
                  </a:moveTo>
                  <a:lnTo>
                    <a:pt x="181356" y="361188"/>
                  </a:lnTo>
                  <a:lnTo>
                    <a:pt x="181356" y="1495044"/>
                  </a:lnTo>
                  <a:lnTo>
                    <a:pt x="182880" y="1495044"/>
                  </a:lnTo>
                  <a:lnTo>
                    <a:pt x="182880" y="361188"/>
                  </a:lnTo>
                  <a:close/>
                </a:path>
                <a:path w="335280" h="1495425">
                  <a:moveTo>
                    <a:pt x="187452" y="377952"/>
                  </a:moveTo>
                  <a:lnTo>
                    <a:pt x="185928" y="377952"/>
                  </a:lnTo>
                  <a:lnTo>
                    <a:pt x="185928" y="1495044"/>
                  </a:lnTo>
                  <a:lnTo>
                    <a:pt x="187452" y="1495044"/>
                  </a:lnTo>
                  <a:lnTo>
                    <a:pt x="187452" y="377952"/>
                  </a:lnTo>
                  <a:close/>
                </a:path>
                <a:path w="335280" h="1495425">
                  <a:moveTo>
                    <a:pt x="192024" y="306324"/>
                  </a:moveTo>
                  <a:lnTo>
                    <a:pt x="190500" y="306324"/>
                  </a:lnTo>
                  <a:lnTo>
                    <a:pt x="190500" y="1495044"/>
                  </a:lnTo>
                  <a:lnTo>
                    <a:pt x="192024" y="1495044"/>
                  </a:lnTo>
                  <a:lnTo>
                    <a:pt x="192024" y="306324"/>
                  </a:lnTo>
                  <a:close/>
                </a:path>
                <a:path w="335280" h="1495425">
                  <a:moveTo>
                    <a:pt x="196596" y="67056"/>
                  </a:moveTo>
                  <a:lnTo>
                    <a:pt x="195072" y="67056"/>
                  </a:lnTo>
                  <a:lnTo>
                    <a:pt x="195072" y="1495044"/>
                  </a:lnTo>
                  <a:lnTo>
                    <a:pt x="196596" y="1495044"/>
                  </a:lnTo>
                  <a:lnTo>
                    <a:pt x="196596" y="67056"/>
                  </a:lnTo>
                  <a:close/>
                </a:path>
                <a:path w="335280" h="1495425">
                  <a:moveTo>
                    <a:pt x="202692" y="170688"/>
                  </a:moveTo>
                  <a:lnTo>
                    <a:pt x="199644" y="170688"/>
                  </a:lnTo>
                  <a:lnTo>
                    <a:pt x="199644" y="1495044"/>
                  </a:lnTo>
                  <a:lnTo>
                    <a:pt x="202692" y="1495044"/>
                  </a:lnTo>
                  <a:lnTo>
                    <a:pt x="202692" y="170688"/>
                  </a:lnTo>
                  <a:close/>
                </a:path>
                <a:path w="335280" h="1495425">
                  <a:moveTo>
                    <a:pt x="207264" y="0"/>
                  </a:moveTo>
                  <a:lnTo>
                    <a:pt x="204216" y="0"/>
                  </a:lnTo>
                  <a:lnTo>
                    <a:pt x="204216" y="1495044"/>
                  </a:lnTo>
                  <a:lnTo>
                    <a:pt x="207264" y="1495044"/>
                  </a:lnTo>
                  <a:lnTo>
                    <a:pt x="207264" y="0"/>
                  </a:lnTo>
                  <a:close/>
                </a:path>
                <a:path w="335280" h="1495425">
                  <a:moveTo>
                    <a:pt x="211836" y="260604"/>
                  </a:moveTo>
                  <a:lnTo>
                    <a:pt x="208788" y="260604"/>
                  </a:lnTo>
                  <a:lnTo>
                    <a:pt x="208788" y="1495044"/>
                  </a:lnTo>
                  <a:lnTo>
                    <a:pt x="211836" y="1495044"/>
                  </a:lnTo>
                  <a:lnTo>
                    <a:pt x="211836" y="260604"/>
                  </a:lnTo>
                  <a:close/>
                </a:path>
                <a:path w="335280" h="1495425">
                  <a:moveTo>
                    <a:pt x="216408" y="397764"/>
                  </a:moveTo>
                  <a:lnTo>
                    <a:pt x="214884" y="397764"/>
                  </a:lnTo>
                  <a:lnTo>
                    <a:pt x="214884" y="1495044"/>
                  </a:lnTo>
                  <a:lnTo>
                    <a:pt x="216408" y="1495044"/>
                  </a:lnTo>
                  <a:lnTo>
                    <a:pt x="216408" y="397764"/>
                  </a:lnTo>
                  <a:close/>
                </a:path>
                <a:path w="335280" h="1495425">
                  <a:moveTo>
                    <a:pt x="220980" y="316992"/>
                  </a:moveTo>
                  <a:lnTo>
                    <a:pt x="219456" y="316992"/>
                  </a:lnTo>
                  <a:lnTo>
                    <a:pt x="219456" y="1495044"/>
                  </a:lnTo>
                  <a:lnTo>
                    <a:pt x="220980" y="1495044"/>
                  </a:lnTo>
                  <a:lnTo>
                    <a:pt x="220980" y="316992"/>
                  </a:lnTo>
                  <a:close/>
                </a:path>
                <a:path w="335280" h="1495425">
                  <a:moveTo>
                    <a:pt x="225552" y="114300"/>
                  </a:moveTo>
                  <a:lnTo>
                    <a:pt x="224028" y="114300"/>
                  </a:lnTo>
                  <a:lnTo>
                    <a:pt x="224028" y="1495044"/>
                  </a:lnTo>
                  <a:lnTo>
                    <a:pt x="225552" y="1495044"/>
                  </a:lnTo>
                  <a:lnTo>
                    <a:pt x="225552" y="114300"/>
                  </a:lnTo>
                  <a:close/>
                </a:path>
                <a:path w="335280" h="1495425">
                  <a:moveTo>
                    <a:pt x="230124" y="445008"/>
                  </a:moveTo>
                  <a:lnTo>
                    <a:pt x="228600" y="445008"/>
                  </a:lnTo>
                  <a:lnTo>
                    <a:pt x="228600" y="1495044"/>
                  </a:lnTo>
                  <a:lnTo>
                    <a:pt x="230124" y="1495044"/>
                  </a:lnTo>
                  <a:lnTo>
                    <a:pt x="230124" y="445008"/>
                  </a:lnTo>
                  <a:close/>
                </a:path>
                <a:path w="335280" h="1495425">
                  <a:moveTo>
                    <a:pt x="234696" y="67056"/>
                  </a:moveTo>
                  <a:lnTo>
                    <a:pt x="233172" y="67056"/>
                  </a:lnTo>
                  <a:lnTo>
                    <a:pt x="233172" y="1495044"/>
                  </a:lnTo>
                  <a:lnTo>
                    <a:pt x="234696" y="1495044"/>
                  </a:lnTo>
                  <a:lnTo>
                    <a:pt x="234696" y="67056"/>
                  </a:lnTo>
                  <a:close/>
                </a:path>
                <a:path w="335280" h="1495425">
                  <a:moveTo>
                    <a:pt x="239268" y="306324"/>
                  </a:moveTo>
                  <a:lnTo>
                    <a:pt x="237744" y="306324"/>
                  </a:lnTo>
                  <a:lnTo>
                    <a:pt x="237744" y="1495044"/>
                  </a:lnTo>
                  <a:lnTo>
                    <a:pt x="239268" y="1495044"/>
                  </a:lnTo>
                  <a:lnTo>
                    <a:pt x="239268" y="306324"/>
                  </a:lnTo>
                  <a:close/>
                </a:path>
                <a:path w="335280" h="1495425">
                  <a:moveTo>
                    <a:pt x="245364" y="283464"/>
                  </a:moveTo>
                  <a:lnTo>
                    <a:pt x="242316" y="283464"/>
                  </a:lnTo>
                  <a:lnTo>
                    <a:pt x="242316" y="1495044"/>
                  </a:lnTo>
                  <a:lnTo>
                    <a:pt x="245364" y="1495044"/>
                  </a:lnTo>
                  <a:lnTo>
                    <a:pt x="245364" y="283464"/>
                  </a:lnTo>
                  <a:close/>
                </a:path>
                <a:path w="335280" h="1495425">
                  <a:moveTo>
                    <a:pt x="249936" y="397764"/>
                  </a:moveTo>
                  <a:lnTo>
                    <a:pt x="246888" y="397764"/>
                  </a:lnTo>
                  <a:lnTo>
                    <a:pt x="246888" y="1495044"/>
                  </a:lnTo>
                  <a:lnTo>
                    <a:pt x="249936" y="1495044"/>
                  </a:lnTo>
                  <a:lnTo>
                    <a:pt x="249936" y="397764"/>
                  </a:lnTo>
                  <a:close/>
                </a:path>
                <a:path w="335280" h="1495425">
                  <a:moveTo>
                    <a:pt x="254508" y="283464"/>
                  </a:moveTo>
                  <a:lnTo>
                    <a:pt x="252984" y="283464"/>
                  </a:lnTo>
                  <a:lnTo>
                    <a:pt x="252984" y="1495044"/>
                  </a:lnTo>
                  <a:lnTo>
                    <a:pt x="254508" y="1495044"/>
                  </a:lnTo>
                  <a:lnTo>
                    <a:pt x="254508" y="283464"/>
                  </a:lnTo>
                  <a:close/>
                </a:path>
                <a:path w="335280" h="1495425">
                  <a:moveTo>
                    <a:pt x="259080" y="294132"/>
                  </a:moveTo>
                  <a:lnTo>
                    <a:pt x="257556" y="294132"/>
                  </a:lnTo>
                  <a:lnTo>
                    <a:pt x="257556" y="1495044"/>
                  </a:lnTo>
                  <a:lnTo>
                    <a:pt x="259080" y="1495044"/>
                  </a:lnTo>
                  <a:lnTo>
                    <a:pt x="259080" y="294132"/>
                  </a:lnTo>
                  <a:close/>
                </a:path>
                <a:path w="335280" h="1495425">
                  <a:moveTo>
                    <a:pt x="263652" y="361188"/>
                  </a:moveTo>
                  <a:lnTo>
                    <a:pt x="262128" y="361188"/>
                  </a:lnTo>
                  <a:lnTo>
                    <a:pt x="262128" y="1495044"/>
                  </a:lnTo>
                  <a:lnTo>
                    <a:pt x="263652" y="1495044"/>
                  </a:lnTo>
                  <a:lnTo>
                    <a:pt x="263652" y="361188"/>
                  </a:lnTo>
                  <a:close/>
                </a:path>
                <a:path w="335280" h="1495425">
                  <a:moveTo>
                    <a:pt x="268224" y="371856"/>
                  </a:moveTo>
                  <a:lnTo>
                    <a:pt x="266700" y="371856"/>
                  </a:lnTo>
                  <a:lnTo>
                    <a:pt x="266700" y="1495044"/>
                  </a:lnTo>
                  <a:lnTo>
                    <a:pt x="268224" y="1495044"/>
                  </a:lnTo>
                  <a:lnTo>
                    <a:pt x="268224" y="371856"/>
                  </a:lnTo>
                  <a:close/>
                </a:path>
                <a:path w="335280" h="1495425">
                  <a:moveTo>
                    <a:pt x="272796" y="377952"/>
                  </a:moveTo>
                  <a:lnTo>
                    <a:pt x="271272" y="377952"/>
                  </a:lnTo>
                  <a:lnTo>
                    <a:pt x="271272" y="1495044"/>
                  </a:lnTo>
                  <a:lnTo>
                    <a:pt x="272796" y="1495044"/>
                  </a:lnTo>
                  <a:lnTo>
                    <a:pt x="272796" y="377952"/>
                  </a:lnTo>
                  <a:close/>
                </a:path>
                <a:path w="335280" h="1495425">
                  <a:moveTo>
                    <a:pt x="277368" y="377952"/>
                  </a:moveTo>
                  <a:lnTo>
                    <a:pt x="275844" y="377952"/>
                  </a:lnTo>
                  <a:lnTo>
                    <a:pt x="275844" y="1495044"/>
                  </a:lnTo>
                  <a:lnTo>
                    <a:pt x="277368" y="1495044"/>
                  </a:lnTo>
                  <a:lnTo>
                    <a:pt x="277368" y="377952"/>
                  </a:lnTo>
                  <a:close/>
                </a:path>
                <a:path w="335280" h="1495425">
                  <a:moveTo>
                    <a:pt x="281940" y="394716"/>
                  </a:moveTo>
                  <a:lnTo>
                    <a:pt x="280416" y="394716"/>
                  </a:lnTo>
                  <a:lnTo>
                    <a:pt x="280416" y="1495044"/>
                  </a:lnTo>
                  <a:lnTo>
                    <a:pt x="281940" y="1495044"/>
                  </a:lnTo>
                  <a:lnTo>
                    <a:pt x="281940" y="394716"/>
                  </a:lnTo>
                  <a:close/>
                </a:path>
                <a:path w="335280" h="1495425">
                  <a:moveTo>
                    <a:pt x="288036" y="198120"/>
                  </a:moveTo>
                  <a:lnTo>
                    <a:pt x="284988" y="198120"/>
                  </a:lnTo>
                  <a:lnTo>
                    <a:pt x="284988" y="1495044"/>
                  </a:lnTo>
                  <a:lnTo>
                    <a:pt x="288036" y="1495044"/>
                  </a:lnTo>
                  <a:lnTo>
                    <a:pt x="288036" y="198120"/>
                  </a:lnTo>
                  <a:close/>
                </a:path>
                <a:path w="335280" h="1495425">
                  <a:moveTo>
                    <a:pt x="292608" y="181356"/>
                  </a:moveTo>
                  <a:lnTo>
                    <a:pt x="289560" y="181356"/>
                  </a:lnTo>
                  <a:lnTo>
                    <a:pt x="289560" y="1495044"/>
                  </a:lnTo>
                  <a:lnTo>
                    <a:pt x="292608" y="1495044"/>
                  </a:lnTo>
                  <a:lnTo>
                    <a:pt x="292608" y="181356"/>
                  </a:lnTo>
                  <a:close/>
                </a:path>
                <a:path w="335280" h="1495425">
                  <a:moveTo>
                    <a:pt x="297180" y="115824"/>
                  </a:moveTo>
                  <a:lnTo>
                    <a:pt x="295656" y="115824"/>
                  </a:lnTo>
                  <a:lnTo>
                    <a:pt x="295656" y="1495044"/>
                  </a:lnTo>
                  <a:lnTo>
                    <a:pt x="297180" y="1495044"/>
                  </a:lnTo>
                  <a:lnTo>
                    <a:pt x="297180" y="115824"/>
                  </a:lnTo>
                  <a:close/>
                </a:path>
                <a:path w="335280" h="1495425">
                  <a:moveTo>
                    <a:pt x="301752" y="822960"/>
                  </a:moveTo>
                  <a:lnTo>
                    <a:pt x="300228" y="822960"/>
                  </a:lnTo>
                  <a:lnTo>
                    <a:pt x="300228" y="1495044"/>
                  </a:lnTo>
                  <a:lnTo>
                    <a:pt x="301752" y="1495044"/>
                  </a:lnTo>
                  <a:lnTo>
                    <a:pt x="301752" y="822960"/>
                  </a:lnTo>
                  <a:close/>
                </a:path>
                <a:path w="335280" h="1495425">
                  <a:moveTo>
                    <a:pt x="306324" y="684276"/>
                  </a:moveTo>
                  <a:lnTo>
                    <a:pt x="304800" y="684276"/>
                  </a:lnTo>
                  <a:lnTo>
                    <a:pt x="304800" y="1495044"/>
                  </a:lnTo>
                  <a:lnTo>
                    <a:pt x="306324" y="1495044"/>
                  </a:lnTo>
                  <a:lnTo>
                    <a:pt x="306324" y="684276"/>
                  </a:lnTo>
                  <a:close/>
                </a:path>
                <a:path w="335280" h="1495425">
                  <a:moveTo>
                    <a:pt x="310896" y="397764"/>
                  </a:moveTo>
                  <a:lnTo>
                    <a:pt x="309372" y="397764"/>
                  </a:lnTo>
                  <a:lnTo>
                    <a:pt x="309372" y="1495044"/>
                  </a:lnTo>
                  <a:lnTo>
                    <a:pt x="310896" y="1495044"/>
                  </a:lnTo>
                  <a:lnTo>
                    <a:pt x="310896" y="397764"/>
                  </a:lnTo>
                  <a:close/>
                </a:path>
                <a:path w="335280" h="1495425">
                  <a:moveTo>
                    <a:pt x="315468" y="345948"/>
                  </a:moveTo>
                  <a:lnTo>
                    <a:pt x="313944" y="345948"/>
                  </a:lnTo>
                  <a:lnTo>
                    <a:pt x="313944" y="1495044"/>
                  </a:lnTo>
                  <a:lnTo>
                    <a:pt x="315468" y="1495044"/>
                  </a:lnTo>
                  <a:lnTo>
                    <a:pt x="315468" y="345948"/>
                  </a:lnTo>
                  <a:close/>
                </a:path>
                <a:path w="335280" h="1495425">
                  <a:moveTo>
                    <a:pt x="320040" y="419100"/>
                  </a:moveTo>
                  <a:lnTo>
                    <a:pt x="318516" y="419100"/>
                  </a:lnTo>
                  <a:lnTo>
                    <a:pt x="318516" y="1495044"/>
                  </a:lnTo>
                  <a:lnTo>
                    <a:pt x="320040" y="1495044"/>
                  </a:lnTo>
                  <a:lnTo>
                    <a:pt x="320040" y="419100"/>
                  </a:lnTo>
                  <a:close/>
                </a:path>
                <a:path w="335280" h="1495425">
                  <a:moveTo>
                    <a:pt x="326136" y="512064"/>
                  </a:moveTo>
                  <a:lnTo>
                    <a:pt x="323088" y="512064"/>
                  </a:lnTo>
                  <a:lnTo>
                    <a:pt x="323088" y="1495044"/>
                  </a:lnTo>
                  <a:lnTo>
                    <a:pt x="326136" y="1495044"/>
                  </a:lnTo>
                  <a:lnTo>
                    <a:pt x="326136" y="512064"/>
                  </a:lnTo>
                  <a:close/>
                </a:path>
                <a:path w="335280" h="1495425">
                  <a:moveTo>
                    <a:pt x="330708" y="475488"/>
                  </a:moveTo>
                  <a:lnTo>
                    <a:pt x="327660" y="475488"/>
                  </a:lnTo>
                  <a:lnTo>
                    <a:pt x="327660" y="1495044"/>
                  </a:lnTo>
                  <a:lnTo>
                    <a:pt x="330708" y="1495044"/>
                  </a:lnTo>
                  <a:lnTo>
                    <a:pt x="330708" y="475488"/>
                  </a:lnTo>
                  <a:close/>
                </a:path>
                <a:path w="335280" h="1495425">
                  <a:moveTo>
                    <a:pt x="335280" y="512064"/>
                  </a:moveTo>
                  <a:lnTo>
                    <a:pt x="332232" y="512064"/>
                  </a:lnTo>
                  <a:lnTo>
                    <a:pt x="332232" y="1495044"/>
                  </a:lnTo>
                  <a:lnTo>
                    <a:pt x="335280" y="1495044"/>
                  </a:lnTo>
                  <a:lnTo>
                    <a:pt x="335280" y="512064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189732" y="2351531"/>
              <a:ext cx="335280" cy="1511935"/>
            </a:xfrm>
            <a:custGeom>
              <a:avLst/>
              <a:gdLst/>
              <a:ahLst/>
              <a:cxnLst/>
              <a:rect l="l" t="t" r="r" b="b"/>
              <a:pathLst>
                <a:path w="335279" h="1511935">
                  <a:moveTo>
                    <a:pt x="3048" y="528828"/>
                  </a:moveTo>
                  <a:lnTo>
                    <a:pt x="0" y="528828"/>
                  </a:lnTo>
                  <a:lnTo>
                    <a:pt x="0" y="1511808"/>
                  </a:lnTo>
                  <a:lnTo>
                    <a:pt x="3048" y="1511808"/>
                  </a:lnTo>
                  <a:lnTo>
                    <a:pt x="3048" y="528828"/>
                  </a:lnTo>
                  <a:close/>
                </a:path>
                <a:path w="335279" h="1511935">
                  <a:moveTo>
                    <a:pt x="7620" y="528828"/>
                  </a:moveTo>
                  <a:lnTo>
                    <a:pt x="6096" y="528828"/>
                  </a:lnTo>
                  <a:lnTo>
                    <a:pt x="6096" y="1511808"/>
                  </a:lnTo>
                  <a:lnTo>
                    <a:pt x="7620" y="1511808"/>
                  </a:lnTo>
                  <a:lnTo>
                    <a:pt x="7620" y="528828"/>
                  </a:lnTo>
                  <a:close/>
                </a:path>
                <a:path w="335279" h="1511935">
                  <a:moveTo>
                    <a:pt x="12192" y="569976"/>
                  </a:moveTo>
                  <a:lnTo>
                    <a:pt x="10668" y="569976"/>
                  </a:lnTo>
                  <a:lnTo>
                    <a:pt x="10668" y="1511808"/>
                  </a:lnTo>
                  <a:lnTo>
                    <a:pt x="12192" y="1511808"/>
                  </a:lnTo>
                  <a:lnTo>
                    <a:pt x="12192" y="569976"/>
                  </a:lnTo>
                  <a:close/>
                </a:path>
                <a:path w="335279" h="1511935">
                  <a:moveTo>
                    <a:pt x="16764" y="528828"/>
                  </a:moveTo>
                  <a:lnTo>
                    <a:pt x="15240" y="528828"/>
                  </a:lnTo>
                  <a:lnTo>
                    <a:pt x="15240" y="1511808"/>
                  </a:lnTo>
                  <a:lnTo>
                    <a:pt x="16764" y="1511808"/>
                  </a:lnTo>
                  <a:lnTo>
                    <a:pt x="16764" y="528828"/>
                  </a:lnTo>
                  <a:close/>
                </a:path>
                <a:path w="335279" h="1511935">
                  <a:moveTo>
                    <a:pt x="21336" y="347472"/>
                  </a:moveTo>
                  <a:lnTo>
                    <a:pt x="19812" y="347472"/>
                  </a:lnTo>
                  <a:lnTo>
                    <a:pt x="19812" y="1511808"/>
                  </a:lnTo>
                  <a:lnTo>
                    <a:pt x="21336" y="1511808"/>
                  </a:lnTo>
                  <a:lnTo>
                    <a:pt x="21336" y="347472"/>
                  </a:lnTo>
                  <a:close/>
                </a:path>
                <a:path w="335279" h="1511935">
                  <a:moveTo>
                    <a:pt x="25908" y="641604"/>
                  </a:moveTo>
                  <a:lnTo>
                    <a:pt x="24384" y="641604"/>
                  </a:lnTo>
                  <a:lnTo>
                    <a:pt x="24384" y="1511808"/>
                  </a:lnTo>
                  <a:lnTo>
                    <a:pt x="25908" y="1511808"/>
                  </a:lnTo>
                  <a:lnTo>
                    <a:pt x="25908" y="641604"/>
                  </a:lnTo>
                  <a:close/>
                </a:path>
                <a:path w="335279" h="1511935">
                  <a:moveTo>
                    <a:pt x="30480" y="528828"/>
                  </a:moveTo>
                  <a:lnTo>
                    <a:pt x="28956" y="528828"/>
                  </a:lnTo>
                  <a:lnTo>
                    <a:pt x="28956" y="1511808"/>
                  </a:lnTo>
                  <a:lnTo>
                    <a:pt x="30480" y="1511808"/>
                  </a:lnTo>
                  <a:lnTo>
                    <a:pt x="30480" y="528828"/>
                  </a:lnTo>
                  <a:close/>
                </a:path>
                <a:path w="335279" h="1511935">
                  <a:moveTo>
                    <a:pt x="36576" y="394716"/>
                  </a:moveTo>
                  <a:lnTo>
                    <a:pt x="33528" y="394716"/>
                  </a:lnTo>
                  <a:lnTo>
                    <a:pt x="33528" y="1511808"/>
                  </a:lnTo>
                  <a:lnTo>
                    <a:pt x="36576" y="1511808"/>
                  </a:lnTo>
                  <a:lnTo>
                    <a:pt x="36576" y="394716"/>
                  </a:lnTo>
                  <a:close/>
                </a:path>
                <a:path w="335279" h="1511935">
                  <a:moveTo>
                    <a:pt x="41148" y="528828"/>
                  </a:moveTo>
                  <a:lnTo>
                    <a:pt x="38100" y="528828"/>
                  </a:lnTo>
                  <a:lnTo>
                    <a:pt x="38100" y="1511808"/>
                  </a:lnTo>
                  <a:lnTo>
                    <a:pt x="41148" y="1511808"/>
                  </a:lnTo>
                  <a:lnTo>
                    <a:pt x="41148" y="528828"/>
                  </a:lnTo>
                  <a:close/>
                </a:path>
                <a:path w="335279" h="1511935">
                  <a:moveTo>
                    <a:pt x="45720" y="347472"/>
                  </a:moveTo>
                  <a:lnTo>
                    <a:pt x="42672" y="347472"/>
                  </a:lnTo>
                  <a:lnTo>
                    <a:pt x="42672" y="1511808"/>
                  </a:lnTo>
                  <a:lnTo>
                    <a:pt x="45720" y="1511808"/>
                  </a:lnTo>
                  <a:lnTo>
                    <a:pt x="45720" y="347472"/>
                  </a:lnTo>
                  <a:close/>
                </a:path>
                <a:path w="335279" h="1511935">
                  <a:moveTo>
                    <a:pt x="50292" y="428244"/>
                  </a:moveTo>
                  <a:lnTo>
                    <a:pt x="48768" y="428244"/>
                  </a:lnTo>
                  <a:lnTo>
                    <a:pt x="48768" y="1511808"/>
                  </a:lnTo>
                  <a:lnTo>
                    <a:pt x="50292" y="1511808"/>
                  </a:lnTo>
                  <a:lnTo>
                    <a:pt x="50292" y="428244"/>
                  </a:lnTo>
                  <a:close/>
                </a:path>
                <a:path w="335279" h="1511935">
                  <a:moveTo>
                    <a:pt x="54864" y="362712"/>
                  </a:moveTo>
                  <a:lnTo>
                    <a:pt x="53340" y="362712"/>
                  </a:lnTo>
                  <a:lnTo>
                    <a:pt x="53340" y="1511808"/>
                  </a:lnTo>
                  <a:lnTo>
                    <a:pt x="54864" y="1511808"/>
                  </a:lnTo>
                  <a:lnTo>
                    <a:pt x="54864" y="362712"/>
                  </a:lnTo>
                  <a:close/>
                </a:path>
                <a:path w="335279" h="1511935">
                  <a:moveTo>
                    <a:pt x="59436" y="414528"/>
                  </a:moveTo>
                  <a:lnTo>
                    <a:pt x="57912" y="414528"/>
                  </a:lnTo>
                  <a:lnTo>
                    <a:pt x="57912" y="1511808"/>
                  </a:lnTo>
                  <a:lnTo>
                    <a:pt x="59436" y="1511808"/>
                  </a:lnTo>
                  <a:lnTo>
                    <a:pt x="59436" y="414528"/>
                  </a:lnTo>
                  <a:close/>
                </a:path>
                <a:path w="335279" h="1511935">
                  <a:moveTo>
                    <a:pt x="64008" y="362712"/>
                  </a:moveTo>
                  <a:lnTo>
                    <a:pt x="62471" y="362712"/>
                  </a:lnTo>
                  <a:lnTo>
                    <a:pt x="62471" y="1511808"/>
                  </a:lnTo>
                  <a:lnTo>
                    <a:pt x="64008" y="1511808"/>
                  </a:lnTo>
                  <a:lnTo>
                    <a:pt x="64008" y="362712"/>
                  </a:lnTo>
                  <a:close/>
                </a:path>
                <a:path w="335279" h="1511935">
                  <a:moveTo>
                    <a:pt x="68580" y="414528"/>
                  </a:moveTo>
                  <a:lnTo>
                    <a:pt x="67056" y="414528"/>
                  </a:lnTo>
                  <a:lnTo>
                    <a:pt x="67056" y="1511808"/>
                  </a:lnTo>
                  <a:lnTo>
                    <a:pt x="68580" y="1511808"/>
                  </a:lnTo>
                  <a:lnTo>
                    <a:pt x="68580" y="414528"/>
                  </a:lnTo>
                  <a:close/>
                </a:path>
                <a:path w="335279" h="1511935">
                  <a:moveTo>
                    <a:pt x="73152" y="394716"/>
                  </a:moveTo>
                  <a:lnTo>
                    <a:pt x="71628" y="394716"/>
                  </a:lnTo>
                  <a:lnTo>
                    <a:pt x="71628" y="1511808"/>
                  </a:lnTo>
                  <a:lnTo>
                    <a:pt x="73152" y="1511808"/>
                  </a:lnTo>
                  <a:lnTo>
                    <a:pt x="73152" y="394716"/>
                  </a:lnTo>
                  <a:close/>
                </a:path>
                <a:path w="335279" h="1511935">
                  <a:moveTo>
                    <a:pt x="79235" y="461772"/>
                  </a:moveTo>
                  <a:lnTo>
                    <a:pt x="76200" y="461772"/>
                  </a:lnTo>
                  <a:lnTo>
                    <a:pt x="76200" y="1511808"/>
                  </a:lnTo>
                  <a:lnTo>
                    <a:pt x="79235" y="1511808"/>
                  </a:lnTo>
                  <a:lnTo>
                    <a:pt x="79235" y="461772"/>
                  </a:lnTo>
                  <a:close/>
                </a:path>
                <a:path w="335279" h="1511935">
                  <a:moveTo>
                    <a:pt x="83820" y="377952"/>
                  </a:moveTo>
                  <a:lnTo>
                    <a:pt x="80759" y="377952"/>
                  </a:lnTo>
                  <a:lnTo>
                    <a:pt x="80759" y="1511808"/>
                  </a:lnTo>
                  <a:lnTo>
                    <a:pt x="83820" y="1511808"/>
                  </a:lnTo>
                  <a:lnTo>
                    <a:pt x="83820" y="377952"/>
                  </a:lnTo>
                  <a:close/>
                </a:path>
                <a:path w="335279" h="1511935">
                  <a:moveTo>
                    <a:pt x="88392" y="435864"/>
                  </a:moveTo>
                  <a:lnTo>
                    <a:pt x="86868" y="435864"/>
                  </a:lnTo>
                  <a:lnTo>
                    <a:pt x="86868" y="1511808"/>
                  </a:lnTo>
                  <a:lnTo>
                    <a:pt x="88392" y="1511808"/>
                  </a:lnTo>
                  <a:lnTo>
                    <a:pt x="88392" y="435864"/>
                  </a:lnTo>
                  <a:close/>
                </a:path>
                <a:path w="335279" h="1511935">
                  <a:moveTo>
                    <a:pt x="92964" y="414528"/>
                  </a:moveTo>
                  <a:lnTo>
                    <a:pt x="91440" y="414528"/>
                  </a:lnTo>
                  <a:lnTo>
                    <a:pt x="91440" y="1511808"/>
                  </a:lnTo>
                  <a:lnTo>
                    <a:pt x="92964" y="1511808"/>
                  </a:lnTo>
                  <a:lnTo>
                    <a:pt x="92964" y="414528"/>
                  </a:lnTo>
                  <a:close/>
                </a:path>
                <a:path w="335279" h="1511935">
                  <a:moveTo>
                    <a:pt x="97523" y="475488"/>
                  </a:moveTo>
                  <a:lnTo>
                    <a:pt x="96012" y="475488"/>
                  </a:lnTo>
                  <a:lnTo>
                    <a:pt x="96012" y="1511808"/>
                  </a:lnTo>
                  <a:lnTo>
                    <a:pt x="97523" y="1511808"/>
                  </a:lnTo>
                  <a:lnTo>
                    <a:pt x="97523" y="475488"/>
                  </a:lnTo>
                  <a:close/>
                </a:path>
                <a:path w="335279" h="1511935">
                  <a:moveTo>
                    <a:pt x="102108" y="496824"/>
                  </a:moveTo>
                  <a:lnTo>
                    <a:pt x="100571" y="496824"/>
                  </a:lnTo>
                  <a:lnTo>
                    <a:pt x="100571" y="1511808"/>
                  </a:lnTo>
                  <a:lnTo>
                    <a:pt x="102108" y="1511808"/>
                  </a:lnTo>
                  <a:lnTo>
                    <a:pt x="102108" y="496824"/>
                  </a:lnTo>
                  <a:close/>
                </a:path>
                <a:path w="335279" h="1511935">
                  <a:moveTo>
                    <a:pt x="106680" y="528828"/>
                  </a:moveTo>
                  <a:lnTo>
                    <a:pt x="105156" y="528828"/>
                  </a:lnTo>
                  <a:lnTo>
                    <a:pt x="105156" y="1511808"/>
                  </a:lnTo>
                  <a:lnTo>
                    <a:pt x="106680" y="1511808"/>
                  </a:lnTo>
                  <a:lnTo>
                    <a:pt x="106680" y="528828"/>
                  </a:lnTo>
                  <a:close/>
                </a:path>
                <a:path w="335279" h="1511935">
                  <a:moveTo>
                    <a:pt x="111252" y="576072"/>
                  </a:moveTo>
                  <a:lnTo>
                    <a:pt x="109728" y="576072"/>
                  </a:lnTo>
                  <a:lnTo>
                    <a:pt x="109728" y="1511808"/>
                  </a:lnTo>
                  <a:lnTo>
                    <a:pt x="111252" y="1511808"/>
                  </a:lnTo>
                  <a:lnTo>
                    <a:pt x="111252" y="576072"/>
                  </a:lnTo>
                  <a:close/>
                </a:path>
                <a:path w="335279" h="1511935">
                  <a:moveTo>
                    <a:pt x="117335" y="528828"/>
                  </a:moveTo>
                  <a:lnTo>
                    <a:pt x="114300" y="528828"/>
                  </a:lnTo>
                  <a:lnTo>
                    <a:pt x="114300" y="1511808"/>
                  </a:lnTo>
                  <a:lnTo>
                    <a:pt x="117335" y="1511808"/>
                  </a:lnTo>
                  <a:lnTo>
                    <a:pt x="117335" y="528828"/>
                  </a:lnTo>
                  <a:close/>
                </a:path>
                <a:path w="335279" h="1511935">
                  <a:moveTo>
                    <a:pt x="121920" y="461772"/>
                  </a:moveTo>
                  <a:lnTo>
                    <a:pt x="118859" y="461772"/>
                  </a:lnTo>
                  <a:lnTo>
                    <a:pt x="118859" y="1511808"/>
                  </a:lnTo>
                  <a:lnTo>
                    <a:pt x="121920" y="1511808"/>
                  </a:lnTo>
                  <a:lnTo>
                    <a:pt x="121920" y="461772"/>
                  </a:lnTo>
                  <a:close/>
                </a:path>
                <a:path w="335279" h="1511935">
                  <a:moveTo>
                    <a:pt x="126492" y="528828"/>
                  </a:moveTo>
                  <a:lnTo>
                    <a:pt x="123444" y="528828"/>
                  </a:lnTo>
                  <a:lnTo>
                    <a:pt x="123444" y="1511808"/>
                  </a:lnTo>
                  <a:lnTo>
                    <a:pt x="126492" y="1511808"/>
                  </a:lnTo>
                  <a:lnTo>
                    <a:pt x="126492" y="528828"/>
                  </a:lnTo>
                  <a:close/>
                </a:path>
                <a:path w="335279" h="1511935">
                  <a:moveTo>
                    <a:pt x="131064" y="528828"/>
                  </a:moveTo>
                  <a:lnTo>
                    <a:pt x="129540" y="528828"/>
                  </a:lnTo>
                  <a:lnTo>
                    <a:pt x="129540" y="1511808"/>
                  </a:lnTo>
                  <a:lnTo>
                    <a:pt x="131064" y="1511808"/>
                  </a:lnTo>
                  <a:lnTo>
                    <a:pt x="131064" y="528828"/>
                  </a:lnTo>
                  <a:close/>
                </a:path>
                <a:path w="335279" h="1511935">
                  <a:moveTo>
                    <a:pt x="135623" y="528828"/>
                  </a:moveTo>
                  <a:lnTo>
                    <a:pt x="134112" y="528828"/>
                  </a:lnTo>
                  <a:lnTo>
                    <a:pt x="134112" y="1511808"/>
                  </a:lnTo>
                  <a:lnTo>
                    <a:pt x="135623" y="1511808"/>
                  </a:lnTo>
                  <a:lnTo>
                    <a:pt x="135623" y="528828"/>
                  </a:lnTo>
                  <a:close/>
                </a:path>
                <a:path w="335279" h="1511935">
                  <a:moveTo>
                    <a:pt x="140208" y="573024"/>
                  </a:moveTo>
                  <a:lnTo>
                    <a:pt x="138671" y="573024"/>
                  </a:lnTo>
                  <a:lnTo>
                    <a:pt x="138671" y="1511808"/>
                  </a:lnTo>
                  <a:lnTo>
                    <a:pt x="140208" y="1511808"/>
                  </a:lnTo>
                  <a:lnTo>
                    <a:pt x="140208" y="573024"/>
                  </a:lnTo>
                  <a:close/>
                </a:path>
                <a:path w="335279" h="1511935">
                  <a:moveTo>
                    <a:pt x="144780" y="195072"/>
                  </a:moveTo>
                  <a:lnTo>
                    <a:pt x="143256" y="195072"/>
                  </a:lnTo>
                  <a:lnTo>
                    <a:pt x="143256" y="1511808"/>
                  </a:lnTo>
                  <a:lnTo>
                    <a:pt x="144780" y="1511808"/>
                  </a:lnTo>
                  <a:lnTo>
                    <a:pt x="144780" y="195072"/>
                  </a:lnTo>
                  <a:close/>
                </a:path>
                <a:path w="335279" h="1511935">
                  <a:moveTo>
                    <a:pt x="149352" y="120396"/>
                  </a:moveTo>
                  <a:lnTo>
                    <a:pt x="147828" y="120396"/>
                  </a:lnTo>
                  <a:lnTo>
                    <a:pt x="147828" y="1511808"/>
                  </a:lnTo>
                  <a:lnTo>
                    <a:pt x="149352" y="1511808"/>
                  </a:lnTo>
                  <a:lnTo>
                    <a:pt x="149352" y="120396"/>
                  </a:lnTo>
                  <a:close/>
                </a:path>
                <a:path w="335279" h="1511935">
                  <a:moveTo>
                    <a:pt x="153924" y="1019556"/>
                  </a:moveTo>
                  <a:lnTo>
                    <a:pt x="152400" y="1019556"/>
                  </a:lnTo>
                  <a:lnTo>
                    <a:pt x="152400" y="1511808"/>
                  </a:lnTo>
                  <a:lnTo>
                    <a:pt x="153924" y="1511808"/>
                  </a:lnTo>
                  <a:lnTo>
                    <a:pt x="153924" y="1019556"/>
                  </a:lnTo>
                  <a:close/>
                </a:path>
                <a:path w="335279" h="1511935">
                  <a:moveTo>
                    <a:pt x="160020" y="1019556"/>
                  </a:moveTo>
                  <a:lnTo>
                    <a:pt x="156972" y="1019556"/>
                  </a:lnTo>
                  <a:lnTo>
                    <a:pt x="156972" y="1511808"/>
                  </a:lnTo>
                  <a:lnTo>
                    <a:pt x="160020" y="1511808"/>
                  </a:lnTo>
                  <a:lnTo>
                    <a:pt x="160020" y="1019556"/>
                  </a:lnTo>
                  <a:close/>
                </a:path>
                <a:path w="335279" h="1511935">
                  <a:moveTo>
                    <a:pt x="164592" y="1019556"/>
                  </a:moveTo>
                  <a:lnTo>
                    <a:pt x="161544" y="1019556"/>
                  </a:lnTo>
                  <a:lnTo>
                    <a:pt x="161544" y="1511808"/>
                  </a:lnTo>
                  <a:lnTo>
                    <a:pt x="164592" y="1511808"/>
                  </a:lnTo>
                  <a:lnTo>
                    <a:pt x="164592" y="1019556"/>
                  </a:lnTo>
                  <a:close/>
                </a:path>
                <a:path w="335279" h="1511935">
                  <a:moveTo>
                    <a:pt x="169164" y="870204"/>
                  </a:moveTo>
                  <a:lnTo>
                    <a:pt x="166116" y="870204"/>
                  </a:lnTo>
                  <a:lnTo>
                    <a:pt x="166116" y="1511808"/>
                  </a:lnTo>
                  <a:lnTo>
                    <a:pt x="169164" y="1511808"/>
                  </a:lnTo>
                  <a:lnTo>
                    <a:pt x="169164" y="870204"/>
                  </a:lnTo>
                  <a:close/>
                </a:path>
                <a:path w="335279" h="1511935">
                  <a:moveTo>
                    <a:pt x="173736" y="792480"/>
                  </a:moveTo>
                  <a:lnTo>
                    <a:pt x="172212" y="792480"/>
                  </a:lnTo>
                  <a:lnTo>
                    <a:pt x="172212" y="1511808"/>
                  </a:lnTo>
                  <a:lnTo>
                    <a:pt x="173736" y="1511808"/>
                  </a:lnTo>
                  <a:lnTo>
                    <a:pt x="173736" y="792480"/>
                  </a:lnTo>
                  <a:close/>
                </a:path>
                <a:path w="335279" h="1511935">
                  <a:moveTo>
                    <a:pt x="178308" y="234696"/>
                  </a:moveTo>
                  <a:lnTo>
                    <a:pt x="176784" y="234696"/>
                  </a:lnTo>
                  <a:lnTo>
                    <a:pt x="176784" y="1511808"/>
                  </a:lnTo>
                  <a:lnTo>
                    <a:pt x="178308" y="1511808"/>
                  </a:lnTo>
                  <a:lnTo>
                    <a:pt x="178308" y="234696"/>
                  </a:lnTo>
                  <a:close/>
                </a:path>
                <a:path w="335279" h="1511935">
                  <a:moveTo>
                    <a:pt x="182880" y="362712"/>
                  </a:moveTo>
                  <a:lnTo>
                    <a:pt x="181356" y="362712"/>
                  </a:lnTo>
                  <a:lnTo>
                    <a:pt x="181356" y="1511808"/>
                  </a:lnTo>
                  <a:lnTo>
                    <a:pt x="182880" y="1511808"/>
                  </a:lnTo>
                  <a:lnTo>
                    <a:pt x="182880" y="362712"/>
                  </a:lnTo>
                  <a:close/>
                </a:path>
                <a:path w="335279" h="1511935">
                  <a:moveTo>
                    <a:pt x="187452" y="377952"/>
                  </a:moveTo>
                  <a:lnTo>
                    <a:pt x="185928" y="377952"/>
                  </a:lnTo>
                  <a:lnTo>
                    <a:pt x="185928" y="1511808"/>
                  </a:lnTo>
                  <a:lnTo>
                    <a:pt x="187452" y="1511808"/>
                  </a:lnTo>
                  <a:lnTo>
                    <a:pt x="187452" y="377952"/>
                  </a:lnTo>
                  <a:close/>
                </a:path>
                <a:path w="335279" h="1511935">
                  <a:moveTo>
                    <a:pt x="192024" y="192024"/>
                  </a:moveTo>
                  <a:lnTo>
                    <a:pt x="190500" y="192024"/>
                  </a:lnTo>
                  <a:lnTo>
                    <a:pt x="190500" y="1511808"/>
                  </a:lnTo>
                  <a:lnTo>
                    <a:pt x="192024" y="1511808"/>
                  </a:lnTo>
                  <a:lnTo>
                    <a:pt x="192024" y="192024"/>
                  </a:lnTo>
                  <a:close/>
                </a:path>
                <a:path w="335279" h="1511935">
                  <a:moveTo>
                    <a:pt x="196596" y="187452"/>
                  </a:moveTo>
                  <a:lnTo>
                    <a:pt x="195072" y="187452"/>
                  </a:lnTo>
                  <a:lnTo>
                    <a:pt x="195072" y="1511808"/>
                  </a:lnTo>
                  <a:lnTo>
                    <a:pt x="196596" y="1511808"/>
                  </a:lnTo>
                  <a:lnTo>
                    <a:pt x="196596" y="187452"/>
                  </a:lnTo>
                  <a:close/>
                </a:path>
                <a:path w="335279" h="1511935">
                  <a:moveTo>
                    <a:pt x="202692" y="362712"/>
                  </a:moveTo>
                  <a:lnTo>
                    <a:pt x="199644" y="362712"/>
                  </a:lnTo>
                  <a:lnTo>
                    <a:pt x="199644" y="1511808"/>
                  </a:lnTo>
                  <a:lnTo>
                    <a:pt x="202692" y="1511808"/>
                  </a:lnTo>
                  <a:lnTo>
                    <a:pt x="202692" y="362712"/>
                  </a:lnTo>
                  <a:close/>
                </a:path>
                <a:path w="335279" h="1511935">
                  <a:moveTo>
                    <a:pt x="207264" y="248412"/>
                  </a:moveTo>
                  <a:lnTo>
                    <a:pt x="204216" y="248412"/>
                  </a:lnTo>
                  <a:lnTo>
                    <a:pt x="204216" y="1511808"/>
                  </a:lnTo>
                  <a:lnTo>
                    <a:pt x="207264" y="1511808"/>
                  </a:lnTo>
                  <a:lnTo>
                    <a:pt x="207264" y="248412"/>
                  </a:lnTo>
                  <a:close/>
                </a:path>
                <a:path w="335279" h="1511935">
                  <a:moveTo>
                    <a:pt x="211836" y="355092"/>
                  </a:moveTo>
                  <a:lnTo>
                    <a:pt x="210312" y="355092"/>
                  </a:lnTo>
                  <a:lnTo>
                    <a:pt x="210312" y="1511808"/>
                  </a:lnTo>
                  <a:lnTo>
                    <a:pt x="211836" y="1511808"/>
                  </a:lnTo>
                  <a:lnTo>
                    <a:pt x="211836" y="355092"/>
                  </a:lnTo>
                  <a:close/>
                </a:path>
                <a:path w="335279" h="1511935">
                  <a:moveTo>
                    <a:pt x="216408" y="641604"/>
                  </a:moveTo>
                  <a:lnTo>
                    <a:pt x="214884" y="641604"/>
                  </a:lnTo>
                  <a:lnTo>
                    <a:pt x="214884" y="1511808"/>
                  </a:lnTo>
                  <a:lnTo>
                    <a:pt x="216408" y="1511808"/>
                  </a:lnTo>
                  <a:lnTo>
                    <a:pt x="216408" y="641604"/>
                  </a:lnTo>
                  <a:close/>
                </a:path>
                <a:path w="335279" h="1511935">
                  <a:moveTo>
                    <a:pt x="220980" y="358140"/>
                  </a:moveTo>
                  <a:lnTo>
                    <a:pt x="219456" y="358140"/>
                  </a:lnTo>
                  <a:lnTo>
                    <a:pt x="219456" y="1511808"/>
                  </a:lnTo>
                  <a:lnTo>
                    <a:pt x="220980" y="1511808"/>
                  </a:lnTo>
                  <a:lnTo>
                    <a:pt x="220980" y="358140"/>
                  </a:lnTo>
                  <a:close/>
                </a:path>
                <a:path w="335279" h="1511935">
                  <a:moveTo>
                    <a:pt x="225552" y="170688"/>
                  </a:moveTo>
                  <a:lnTo>
                    <a:pt x="224028" y="170688"/>
                  </a:lnTo>
                  <a:lnTo>
                    <a:pt x="224028" y="1511808"/>
                  </a:lnTo>
                  <a:lnTo>
                    <a:pt x="225552" y="1511808"/>
                  </a:lnTo>
                  <a:lnTo>
                    <a:pt x="225552" y="170688"/>
                  </a:lnTo>
                  <a:close/>
                </a:path>
                <a:path w="335279" h="1511935">
                  <a:moveTo>
                    <a:pt x="230124" y="167640"/>
                  </a:moveTo>
                  <a:lnTo>
                    <a:pt x="228600" y="167640"/>
                  </a:lnTo>
                  <a:lnTo>
                    <a:pt x="228600" y="1511808"/>
                  </a:lnTo>
                  <a:lnTo>
                    <a:pt x="230124" y="1511808"/>
                  </a:lnTo>
                  <a:lnTo>
                    <a:pt x="230124" y="167640"/>
                  </a:lnTo>
                  <a:close/>
                </a:path>
                <a:path w="335279" h="1511935">
                  <a:moveTo>
                    <a:pt x="234696" y="202692"/>
                  </a:moveTo>
                  <a:lnTo>
                    <a:pt x="233172" y="202692"/>
                  </a:lnTo>
                  <a:lnTo>
                    <a:pt x="233172" y="1511808"/>
                  </a:lnTo>
                  <a:lnTo>
                    <a:pt x="234696" y="1511808"/>
                  </a:lnTo>
                  <a:lnTo>
                    <a:pt x="234696" y="202692"/>
                  </a:lnTo>
                  <a:close/>
                </a:path>
                <a:path w="335279" h="1511935">
                  <a:moveTo>
                    <a:pt x="240792" y="377952"/>
                  </a:moveTo>
                  <a:lnTo>
                    <a:pt x="237744" y="377952"/>
                  </a:lnTo>
                  <a:lnTo>
                    <a:pt x="237744" y="1511808"/>
                  </a:lnTo>
                  <a:lnTo>
                    <a:pt x="240792" y="1511808"/>
                  </a:lnTo>
                  <a:lnTo>
                    <a:pt x="240792" y="377952"/>
                  </a:lnTo>
                  <a:close/>
                </a:path>
                <a:path w="335279" h="1511935">
                  <a:moveTo>
                    <a:pt x="245364" y="167640"/>
                  </a:moveTo>
                  <a:lnTo>
                    <a:pt x="242316" y="167640"/>
                  </a:lnTo>
                  <a:lnTo>
                    <a:pt x="242316" y="1511808"/>
                  </a:lnTo>
                  <a:lnTo>
                    <a:pt x="245364" y="1511808"/>
                  </a:lnTo>
                  <a:lnTo>
                    <a:pt x="245364" y="167640"/>
                  </a:lnTo>
                  <a:close/>
                </a:path>
                <a:path w="335279" h="1511935">
                  <a:moveTo>
                    <a:pt x="249936" y="498348"/>
                  </a:moveTo>
                  <a:lnTo>
                    <a:pt x="246888" y="498348"/>
                  </a:lnTo>
                  <a:lnTo>
                    <a:pt x="246888" y="1511808"/>
                  </a:lnTo>
                  <a:lnTo>
                    <a:pt x="249936" y="1511808"/>
                  </a:lnTo>
                  <a:lnTo>
                    <a:pt x="249936" y="498348"/>
                  </a:lnTo>
                  <a:close/>
                </a:path>
                <a:path w="335279" h="1511935">
                  <a:moveTo>
                    <a:pt x="254508" y="792480"/>
                  </a:moveTo>
                  <a:lnTo>
                    <a:pt x="252984" y="792480"/>
                  </a:lnTo>
                  <a:lnTo>
                    <a:pt x="252984" y="1511808"/>
                  </a:lnTo>
                  <a:lnTo>
                    <a:pt x="254508" y="1511808"/>
                  </a:lnTo>
                  <a:lnTo>
                    <a:pt x="254508" y="792480"/>
                  </a:lnTo>
                  <a:close/>
                </a:path>
                <a:path w="335279" h="1511935">
                  <a:moveTo>
                    <a:pt x="259080" y="792480"/>
                  </a:moveTo>
                  <a:lnTo>
                    <a:pt x="257556" y="792480"/>
                  </a:lnTo>
                  <a:lnTo>
                    <a:pt x="257556" y="1511808"/>
                  </a:lnTo>
                  <a:lnTo>
                    <a:pt x="259080" y="1511808"/>
                  </a:lnTo>
                  <a:lnTo>
                    <a:pt x="259080" y="792480"/>
                  </a:lnTo>
                  <a:close/>
                </a:path>
                <a:path w="335279" h="1511935">
                  <a:moveTo>
                    <a:pt x="263652" y="839724"/>
                  </a:moveTo>
                  <a:lnTo>
                    <a:pt x="262128" y="839724"/>
                  </a:lnTo>
                  <a:lnTo>
                    <a:pt x="262128" y="1511808"/>
                  </a:lnTo>
                  <a:lnTo>
                    <a:pt x="263652" y="1511808"/>
                  </a:lnTo>
                  <a:lnTo>
                    <a:pt x="263652" y="839724"/>
                  </a:lnTo>
                  <a:close/>
                </a:path>
                <a:path w="335279" h="1511935">
                  <a:moveTo>
                    <a:pt x="268224" y="263652"/>
                  </a:moveTo>
                  <a:lnTo>
                    <a:pt x="266700" y="263652"/>
                  </a:lnTo>
                  <a:lnTo>
                    <a:pt x="266700" y="1511808"/>
                  </a:lnTo>
                  <a:lnTo>
                    <a:pt x="268224" y="1511808"/>
                  </a:lnTo>
                  <a:lnTo>
                    <a:pt x="268224" y="263652"/>
                  </a:lnTo>
                  <a:close/>
                </a:path>
                <a:path w="335279" h="1511935">
                  <a:moveTo>
                    <a:pt x="272796" y="114300"/>
                  </a:moveTo>
                  <a:lnTo>
                    <a:pt x="271272" y="114300"/>
                  </a:lnTo>
                  <a:lnTo>
                    <a:pt x="271272" y="1511808"/>
                  </a:lnTo>
                  <a:lnTo>
                    <a:pt x="272796" y="1511808"/>
                  </a:lnTo>
                  <a:lnTo>
                    <a:pt x="272796" y="114300"/>
                  </a:lnTo>
                  <a:close/>
                </a:path>
                <a:path w="335279" h="1511935">
                  <a:moveTo>
                    <a:pt x="277368" y="472440"/>
                  </a:moveTo>
                  <a:lnTo>
                    <a:pt x="275844" y="472440"/>
                  </a:lnTo>
                  <a:lnTo>
                    <a:pt x="275844" y="1511808"/>
                  </a:lnTo>
                  <a:lnTo>
                    <a:pt x="277368" y="1511808"/>
                  </a:lnTo>
                  <a:lnTo>
                    <a:pt x="277368" y="472440"/>
                  </a:lnTo>
                  <a:close/>
                </a:path>
                <a:path w="335279" h="1511935">
                  <a:moveTo>
                    <a:pt x="283464" y="150876"/>
                  </a:moveTo>
                  <a:lnTo>
                    <a:pt x="280416" y="150876"/>
                  </a:lnTo>
                  <a:lnTo>
                    <a:pt x="280416" y="1511808"/>
                  </a:lnTo>
                  <a:lnTo>
                    <a:pt x="283464" y="1511808"/>
                  </a:lnTo>
                  <a:lnTo>
                    <a:pt x="283464" y="150876"/>
                  </a:lnTo>
                  <a:close/>
                </a:path>
                <a:path w="335279" h="1511935">
                  <a:moveTo>
                    <a:pt x="288036" y="167640"/>
                  </a:moveTo>
                  <a:lnTo>
                    <a:pt x="284988" y="167640"/>
                  </a:lnTo>
                  <a:lnTo>
                    <a:pt x="284988" y="1511808"/>
                  </a:lnTo>
                  <a:lnTo>
                    <a:pt x="288036" y="1511808"/>
                  </a:lnTo>
                  <a:lnTo>
                    <a:pt x="288036" y="167640"/>
                  </a:lnTo>
                  <a:close/>
                </a:path>
                <a:path w="335279" h="1511935">
                  <a:moveTo>
                    <a:pt x="292608" y="220980"/>
                  </a:moveTo>
                  <a:lnTo>
                    <a:pt x="289560" y="220980"/>
                  </a:lnTo>
                  <a:lnTo>
                    <a:pt x="289560" y="1511808"/>
                  </a:lnTo>
                  <a:lnTo>
                    <a:pt x="292608" y="1511808"/>
                  </a:lnTo>
                  <a:lnTo>
                    <a:pt x="292608" y="220980"/>
                  </a:lnTo>
                  <a:close/>
                </a:path>
                <a:path w="335279" h="1511935">
                  <a:moveTo>
                    <a:pt x="297180" y="167640"/>
                  </a:moveTo>
                  <a:lnTo>
                    <a:pt x="295656" y="167640"/>
                  </a:lnTo>
                  <a:lnTo>
                    <a:pt x="295656" y="1511808"/>
                  </a:lnTo>
                  <a:lnTo>
                    <a:pt x="297180" y="1511808"/>
                  </a:lnTo>
                  <a:lnTo>
                    <a:pt x="297180" y="167640"/>
                  </a:lnTo>
                  <a:close/>
                </a:path>
                <a:path w="335279" h="1511935">
                  <a:moveTo>
                    <a:pt x="301752" y="128016"/>
                  </a:moveTo>
                  <a:lnTo>
                    <a:pt x="300228" y="128016"/>
                  </a:lnTo>
                  <a:lnTo>
                    <a:pt x="300228" y="1511808"/>
                  </a:lnTo>
                  <a:lnTo>
                    <a:pt x="301752" y="1511808"/>
                  </a:lnTo>
                  <a:lnTo>
                    <a:pt x="301752" y="128016"/>
                  </a:lnTo>
                  <a:close/>
                </a:path>
                <a:path w="335279" h="1511935">
                  <a:moveTo>
                    <a:pt x="306324" y="0"/>
                  </a:moveTo>
                  <a:lnTo>
                    <a:pt x="304800" y="0"/>
                  </a:lnTo>
                  <a:lnTo>
                    <a:pt x="304800" y="1511808"/>
                  </a:lnTo>
                  <a:lnTo>
                    <a:pt x="306324" y="1511808"/>
                  </a:lnTo>
                  <a:lnTo>
                    <a:pt x="306324" y="0"/>
                  </a:lnTo>
                  <a:close/>
                </a:path>
                <a:path w="335279" h="1511935">
                  <a:moveTo>
                    <a:pt x="310896" y="73152"/>
                  </a:moveTo>
                  <a:lnTo>
                    <a:pt x="309372" y="73152"/>
                  </a:lnTo>
                  <a:lnTo>
                    <a:pt x="309372" y="1511808"/>
                  </a:lnTo>
                  <a:lnTo>
                    <a:pt x="310896" y="1511808"/>
                  </a:lnTo>
                  <a:lnTo>
                    <a:pt x="310896" y="73152"/>
                  </a:lnTo>
                  <a:close/>
                </a:path>
                <a:path w="335279" h="1511935">
                  <a:moveTo>
                    <a:pt x="315468" y="167640"/>
                  </a:moveTo>
                  <a:lnTo>
                    <a:pt x="313944" y="167640"/>
                  </a:lnTo>
                  <a:lnTo>
                    <a:pt x="313944" y="1511808"/>
                  </a:lnTo>
                  <a:lnTo>
                    <a:pt x="315468" y="1511808"/>
                  </a:lnTo>
                  <a:lnTo>
                    <a:pt x="315468" y="167640"/>
                  </a:lnTo>
                  <a:close/>
                </a:path>
                <a:path w="335279" h="1511935">
                  <a:moveTo>
                    <a:pt x="320040" y="198120"/>
                  </a:moveTo>
                  <a:lnTo>
                    <a:pt x="318516" y="198120"/>
                  </a:lnTo>
                  <a:lnTo>
                    <a:pt x="318516" y="1511808"/>
                  </a:lnTo>
                  <a:lnTo>
                    <a:pt x="320040" y="1511808"/>
                  </a:lnTo>
                  <a:lnTo>
                    <a:pt x="320040" y="198120"/>
                  </a:lnTo>
                  <a:close/>
                </a:path>
                <a:path w="335279" h="1511935">
                  <a:moveTo>
                    <a:pt x="326136" y="150876"/>
                  </a:moveTo>
                  <a:lnTo>
                    <a:pt x="323088" y="150876"/>
                  </a:lnTo>
                  <a:lnTo>
                    <a:pt x="323088" y="1511808"/>
                  </a:lnTo>
                  <a:lnTo>
                    <a:pt x="326136" y="1511808"/>
                  </a:lnTo>
                  <a:lnTo>
                    <a:pt x="326136" y="150876"/>
                  </a:lnTo>
                  <a:close/>
                </a:path>
                <a:path w="335279" h="1511935">
                  <a:moveTo>
                    <a:pt x="330708" y="678180"/>
                  </a:moveTo>
                  <a:lnTo>
                    <a:pt x="327660" y="678180"/>
                  </a:lnTo>
                  <a:lnTo>
                    <a:pt x="327660" y="1511808"/>
                  </a:lnTo>
                  <a:lnTo>
                    <a:pt x="330708" y="1511808"/>
                  </a:lnTo>
                  <a:lnTo>
                    <a:pt x="330708" y="678180"/>
                  </a:lnTo>
                  <a:close/>
                </a:path>
                <a:path w="335279" h="1511935">
                  <a:moveTo>
                    <a:pt x="335280" y="234696"/>
                  </a:moveTo>
                  <a:lnTo>
                    <a:pt x="333756" y="234696"/>
                  </a:lnTo>
                  <a:lnTo>
                    <a:pt x="333756" y="1511808"/>
                  </a:lnTo>
                  <a:lnTo>
                    <a:pt x="335280" y="1511808"/>
                  </a:lnTo>
                  <a:lnTo>
                    <a:pt x="335280" y="234696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523488" y="1746503"/>
              <a:ext cx="334010" cy="2117090"/>
            </a:xfrm>
            <a:custGeom>
              <a:avLst/>
              <a:gdLst/>
              <a:ahLst/>
              <a:cxnLst/>
              <a:rect l="l" t="t" r="r" b="b"/>
              <a:pathLst>
                <a:path w="334010" h="2117090">
                  <a:moveTo>
                    <a:pt x="1524" y="839724"/>
                  </a:moveTo>
                  <a:lnTo>
                    <a:pt x="0" y="839724"/>
                  </a:lnTo>
                  <a:lnTo>
                    <a:pt x="0" y="2116836"/>
                  </a:lnTo>
                  <a:lnTo>
                    <a:pt x="1524" y="2116836"/>
                  </a:lnTo>
                  <a:lnTo>
                    <a:pt x="1524" y="839724"/>
                  </a:lnTo>
                  <a:close/>
                </a:path>
                <a:path w="334010" h="2117090">
                  <a:moveTo>
                    <a:pt x="6096" y="786384"/>
                  </a:moveTo>
                  <a:lnTo>
                    <a:pt x="4572" y="786384"/>
                  </a:lnTo>
                  <a:lnTo>
                    <a:pt x="4572" y="2116836"/>
                  </a:lnTo>
                  <a:lnTo>
                    <a:pt x="6096" y="2116836"/>
                  </a:lnTo>
                  <a:lnTo>
                    <a:pt x="6096" y="786384"/>
                  </a:lnTo>
                  <a:close/>
                </a:path>
                <a:path w="334010" h="2117090">
                  <a:moveTo>
                    <a:pt x="10668" y="992124"/>
                  </a:moveTo>
                  <a:lnTo>
                    <a:pt x="9144" y="992124"/>
                  </a:lnTo>
                  <a:lnTo>
                    <a:pt x="9144" y="2116836"/>
                  </a:lnTo>
                  <a:lnTo>
                    <a:pt x="10668" y="2116836"/>
                  </a:lnTo>
                  <a:lnTo>
                    <a:pt x="10668" y="992124"/>
                  </a:lnTo>
                  <a:close/>
                </a:path>
                <a:path w="334010" h="2117090">
                  <a:moveTo>
                    <a:pt x="15240" y="1019556"/>
                  </a:moveTo>
                  <a:lnTo>
                    <a:pt x="13716" y="1019556"/>
                  </a:lnTo>
                  <a:lnTo>
                    <a:pt x="13716" y="2116836"/>
                  </a:lnTo>
                  <a:lnTo>
                    <a:pt x="15240" y="2116836"/>
                  </a:lnTo>
                  <a:lnTo>
                    <a:pt x="15240" y="1019556"/>
                  </a:lnTo>
                  <a:close/>
                </a:path>
                <a:path w="334010" h="2117090">
                  <a:moveTo>
                    <a:pt x="19812" y="574548"/>
                  </a:moveTo>
                  <a:lnTo>
                    <a:pt x="18288" y="574548"/>
                  </a:lnTo>
                  <a:lnTo>
                    <a:pt x="18288" y="2116836"/>
                  </a:lnTo>
                  <a:lnTo>
                    <a:pt x="19812" y="2116836"/>
                  </a:lnTo>
                  <a:lnTo>
                    <a:pt x="19812" y="574548"/>
                  </a:lnTo>
                  <a:close/>
                </a:path>
                <a:path w="334010" h="2117090">
                  <a:moveTo>
                    <a:pt x="24384" y="633984"/>
                  </a:moveTo>
                  <a:lnTo>
                    <a:pt x="22860" y="633984"/>
                  </a:lnTo>
                  <a:lnTo>
                    <a:pt x="22860" y="2116836"/>
                  </a:lnTo>
                  <a:lnTo>
                    <a:pt x="24384" y="2116836"/>
                  </a:lnTo>
                  <a:lnTo>
                    <a:pt x="24384" y="633984"/>
                  </a:lnTo>
                  <a:close/>
                </a:path>
                <a:path w="334010" h="2117090">
                  <a:moveTo>
                    <a:pt x="28956" y="803148"/>
                  </a:moveTo>
                  <a:lnTo>
                    <a:pt x="27432" y="803148"/>
                  </a:lnTo>
                  <a:lnTo>
                    <a:pt x="27432" y="2116836"/>
                  </a:lnTo>
                  <a:lnTo>
                    <a:pt x="28956" y="2116836"/>
                  </a:lnTo>
                  <a:lnTo>
                    <a:pt x="28956" y="803148"/>
                  </a:lnTo>
                  <a:close/>
                </a:path>
                <a:path w="334010" h="2117090">
                  <a:moveTo>
                    <a:pt x="35052" y="772668"/>
                  </a:moveTo>
                  <a:lnTo>
                    <a:pt x="32004" y="772668"/>
                  </a:lnTo>
                  <a:lnTo>
                    <a:pt x="32004" y="2116836"/>
                  </a:lnTo>
                  <a:lnTo>
                    <a:pt x="35052" y="2116836"/>
                  </a:lnTo>
                  <a:lnTo>
                    <a:pt x="35052" y="772668"/>
                  </a:lnTo>
                  <a:close/>
                </a:path>
                <a:path w="334010" h="2117090">
                  <a:moveTo>
                    <a:pt x="39624" y="1345692"/>
                  </a:moveTo>
                  <a:lnTo>
                    <a:pt x="36576" y="1345692"/>
                  </a:lnTo>
                  <a:lnTo>
                    <a:pt x="36576" y="2116836"/>
                  </a:lnTo>
                  <a:lnTo>
                    <a:pt x="39624" y="2116836"/>
                  </a:lnTo>
                  <a:lnTo>
                    <a:pt x="39624" y="1345692"/>
                  </a:lnTo>
                  <a:close/>
                </a:path>
                <a:path w="334010" h="2117090">
                  <a:moveTo>
                    <a:pt x="44196" y="1053084"/>
                  </a:moveTo>
                  <a:lnTo>
                    <a:pt x="42672" y="1053084"/>
                  </a:lnTo>
                  <a:lnTo>
                    <a:pt x="42672" y="2116836"/>
                  </a:lnTo>
                  <a:lnTo>
                    <a:pt x="44196" y="2116836"/>
                  </a:lnTo>
                  <a:lnTo>
                    <a:pt x="44196" y="1053084"/>
                  </a:lnTo>
                  <a:close/>
                </a:path>
                <a:path w="334010" h="2117090">
                  <a:moveTo>
                    <a:pt x="48768" y="982980"/>
                  </a:moveTo>
                  <a:lnTo>
                    <a:pt x="47244" y="982980"/>
                  </a:lnTo>
                  <a:lnTo>
                    <a:pt x="47244" y="2116836"/>
                  </a:lnTo>
                  <a:lnTo>
                    <a:pt x="48768" y="2116836"/>
                  </a:lnTo>
                  <a:lnTo>
                    <a:pt x="48768" y="982980"/>
                  </a:lnTo>
                  <a:close/>
                </a:path>
                <a:path w="334010" h="2117090">
                  <a:moveTo>
                    <a:pt x="53340" y="952500"/>
                  </a:moveTo>
                  <a:lnTo>
                    <a:pt x="51816" y="952500"/>
                  </a:lnTo>
                  <a:lnTo>
                    <a:pt x="51816" y="2116836"/>
                  </a:lnTo>
                  <a:lnTo>
                    <a:pt x="53340" y="2116836"/>
                  </a:lnTo>
                  <a:lnTo>
                    <a:pt x="53340" y="952500"/>
                  </a:lnTo>
                  <a:close/>
                </a:path>
                <a:path w="334010" h="2117090">
                  <a:moveTo>
                    <a:pt x="57912" y="1066800"/>
                  </a:moveTo>
                  <a:lnTo>
                    <a:pt x="56388" y="1066800"/>
                  </a:lnTo>
                  <a:lnTo>
                    <a:pt x="56388" y="2116836"/>
                  </a:lnTo>
                  <a:lnTo>
                    <a:pt x="57912" y="2116836"/>
                  </a:lnTo>
                  <a:lnTo>
                    <a:pt x="57912" y="1066800"/>
                  </a:lnTo>
                  <a:close/>
                </a:path>
                <a:path w="334010" h="2117090">
                  <a:moveTo>
                    <a:pt x="62484" y="967740"/>
                  </a:moveTo>
                  <a:lnTo>
                    <a:pt x="60960" y="967740"/>
                  </a:lnTo>
                  <a:lnTo>
                    <a:pt x="60960" y="2116836"/>
                  </a:lnTo>
                  <a:lnTo>
                    <a:pt x="62484" y="2116836"/>
                  </a:lnTo>
                  <a:lnTo>
                    <a:pt x="62484" y="967740"/>
                  </a:lnTo>
                  <a:close/>
                </a:path>
                <a:path w="334010" h="2117090">
                  <a:moveTo>
                    <a:pt x="67056" y="1097280"/>
                  </a:moveTo>
                  <a:lnTo>
                    <a:pt x="65532" y="1097280"/>
                  </a:lnTo>
                  <a:lnTo>
                    <a:pt x="65532" y="2116836"/>
                  </a:lnTo>
                  <a:lnTo>
                    <a:pt x="67056" y="2116836"/>
                  </a:lnTo>
                  <a:lnTo>
                    <a:pt x="67056" y="1097280"/>
                  </a:lnTo>
                  <a:close/>
                </a:path>
                <a:path w="334010" h="2117090">
                  <a:moveTo>
                    <a:pt x="73152" y="803148"/>
                  </a:moveTo>
                  <a:lnTo>
                    <a:pt x="70104" y="803148"/>
                  </a:lnTo>
                  <a:lnTo>
                    <a:pt x="70104" y="2116836"/>
                  </a:lnTo>
                  <a:lnTo>
                    <a:pt x="73152" y="2116836"/>
                  </a:lnTo>
                  <a:lnTo>
                    <a:pt x="73152" y="803148"/>
                  </a:lnTo>
                  <a:close/>
                </a:path>
                <a:path w="334010" h="2117090">
                  <a:moveTo>
                    <a:pt x="77724" y="792480"/>
                  </a:moveTo>
                  <a:lnTo>
                    <a:pt x="74676" y="792480"/>
                  </a:lnTo>
                  <a:lnTo>
                    <a:pt x="74676" y="2116836"/>
                  </a:lnTo>
                  <a:lnTo>
                    <a:pt x="77724" y="2116836"/>
                  </a:lnTo>
                  <a:lnTo>
                    <a:pt x="77724" y="792480"/>
                  </a:lnTo>
                  <a:close/>
                </a:path>
                <a:path w="334010" h="2117090">
                  <a:moveTo>
                    <a:pt x="82296" y="896112"/>
                  </a:moveTo>
                  <a:lnTo>
                    <a:pt x="79248" y="896112"/>
                  </a:lnTo>
                  <a:lnTo>
                    <a:pt x="79248" y="2116836"/>
                  </a:lnTo>
                  <a:lnTo>
                    <a:pt x="82296" y="2116836"/>
                  </a:lnTo>
                  <a:lnTo>
                    <a:pt x="82296" y="896112"/>
                  </a:lnTo>
                  <a:close/>
                </a:path>
                <a:path w="334010" h="2117090">
                  <a:moveTo>
                    <a:pt x="86868" y="940308"/>
                  </a:moveTo>
                  <a:lnTo>
                    <a:pt x="85344" y="940308"/>
                  </a:lnTo>
                  <a:lnTo>
                    <a:pt x="85344" y="2116836"/>
                  </a:lnTo>
                  <a:lnTo>
                    <a:pt x="86868" y="2116836"/>
                  </a:lnTo>
                  <a:lnTo>
                    <a:pt x="86868" y="940308"/>
                  </a:lnTo>
                  <a:close/>
                </a:path>
                <a:path w="334010" h="2117090">
                  <a:moveTo>
                    <a:pt x="91440" y="1066800"/>
                  </a:moveTo>
                  <a:lnTo>
                    <a:pt x="89916" y="1066800"/>
                  </a:lnTo>
                  <a:lnTo>
                    <a:pt x="89916" y="2116836"/>
                  </a:lnTo>
                  <a:lnTo>
                    <a:pt x="91440" y="2116836"/>
                  </a:lnTo>
                  <a:lnTo>
                    <a:pt x="91440" y="1066800"/>
                  </a:lnTo>
                  <a:close/>
                </a:path>
                <a:path w="334010" h="2117090">
                  <a:moveTo>
                    <a:pt x="96012" y="982980"/>
                  </a:moveTo>
                  <a:lnTo>
                    <a:pt x="94488" y="982980"/>
                  </a:lnTo>
                  <a:lnTo>
                    <a:pt x="94488" y="2116836"/>
                  </a:lnTo>
                  <a:lnTo>
                    <a:pt x="96012" y="2116836"/>
                  </a:lnTo>
                  <a:lnTo>
                    <a:pt x="96012" y="982980"/>
                  </a:lnTo>
                  <a:close/>
                </a:path>
                <a:path w="334010" h="2117090">
                  <a:moveTo>
                    <a:pt x="100584" y="896112"/>
                  </a:moveTo>
                  <a:lnTo>
                    <a:pt x="99060" y="896112"/>
                  </a:lnTo>
                  <a:lnTo>
                    <a:pt x="99060" y="2116836"/>
                  </a:lnTo>
                  <a:lnTo>
                    <a:pt x="100584" y="2116836"/>
                  </a:lnTo>
                  <a:lnTo>
                    <a:pt x="100584" y="896112"/>
                  </a:lnTo>
                  <a:close/>
                </a:path>
                <a:path w="334010" h="2117090">
                  <a:moveTo>
                    <a:pt x="105156" y="1306068"/>
                  </a:moveTo>
                  <a:lnTo>
                    <a:pt x="103632" y="1306068"/>
                  </a:lnTo>
                  <a:lnTo>
                    <a:pt x="103632" y="2116836"/>
                  </a:lnTo>
                  <a:lnTo>
                    <a:pt x="105156" y="2116836"/>
                  </a:lnTo>
                  <a:lnTo>
                    <a:pt x="105156" y="1306068"/>
                  </a:lnTo>
                  <a:close/>
                </a:path>
                <a:path w="334010" h="2117090">
                  <a:moveTo>
                    <a:pt x="109728" y="1004316"/>
                  </a:moveTo>
                  <a:lnTo>
                    <a:pt x="108204" y="1004316"/>
                  </a:lnTo>
                  <a:lnTo>
                    <a:pt x="108204" y="2116836"/>
                  </a:lnTo>
                  <a:lnTo>
                    <a:pt x="109728" y="2116836"/>
                  </a:lnTo>
                  <a:lnTo>
                    <a:pt x="109728" y="1004316"/>
                  </a:lnTo>
                  <a:close/>
                </a:path>
                <a:path w="334010" h="2117090">
                  <a:moveTo>
                    <a:pt x="115824" y="1048512"/>
                  </a:moveTo>
                  <a:lnTo>
                    <a:pt x="112776" y="1048512"/>
                  </a:lnTo>
                  <a:lnTo>
                    <a:pt x="112776" y="2116836"/>
                  </a:lnTo>
                  <a:lnTo>
                    <a:pt x="115824" y="2116836"/>
                  </a:lnTo>
                  <a:lnTo>
                    <a:pt x="115824" y="1048512"/>
                  </a:lnTo>
                  <a:close/>
                </a:path>
                <a:path w="334010" h="2117090">
                  <a:moveTo>
                    <a:pt x="120396" y="1306068"/>
                  </a:moveTo>
                  <a:lnTo>
                    <a:pt x="117348" y="1306068"/>
                  </a:lnTo>
                  <a:lnTo>
                    <a:pt x="117348" y="2116836"/>
                  </a:lnTo>
                  <a:lnTo>
                    <a:pt x="120396" y="2116836"/>
                  </a:lnTo>
                  <a:lnTo>
                    <a:pt x="120396" y="1306068"/>
                  </a:lnTo>
                  <a:close/>
                </a:path>
                <a:path w="334010" h="2117090">
                  <a:moveTo>
                    <a:pt x="124968" y="1475232"/>
                  </a:moveTo>
                  <a:lnTo>
                    <a:pt x="123444" y="1475232"/>
                  </a:lnTo>
                  <a:lnTo>
                    <a:pt x="123444" y="2116836"/>
                  </a:lnTo>
                  <a:lnTo>
                    <a:pt x="124968" y="2116836"/>
                  </a:lnTo>
                  <a:lnTo>
                    <a:pt x="124968" y="1475232"/>
                  </a:lnTo>
                  <a:close/>
                </a:path>
                <a:path w="334010" h="2117090">
                  <a:moveTo>
                    <a:pt x="129540" y="1475232"/>
                  </a:moveTo>
                  <a:lnTo>
                    <a:pt x="128016" y="1475232"/>
                  </a:lnTo>
                  <a:lnTo>
                    <a:pt x="128016" y="2116836"/>
                  </a:lnTo>
                  <a:lnTo>
                    <a:pt x="129540" y="2116836"/>
                  </a:lnTo>
                  <a:lnTo>
                    <a:pt x="129540" y="1475232"/>
                  </a:lnTo>
                  <a:close/>
                </a:path>
                <a:path w="334010" h="2117090">
                  <a:moveTo>
                    <a:pt x="134112" y="1360932"/>
                  </a:moveTo>
                  <a:lnTo>
                    <a:pt x="132588" y="1360932"/>
                  </a:lnTo>
                  <a:lnTo>
                    <a:pt x="132588" y="2116836"/>
                  </a:lnTo>
                  <a:lnTo>
                    <a:pt x="134112" y="2116836"/>
                  </a:lnTo>
                  <a:lnTo>
                    <a:pt x="134112" y="1360932"/>
                  </a:lnTo>
                  <a:close/>
                </a:path>
                <a:path w="334010" h="2117090">
                  <a:moveTo>
                    <a:pt x="138684" y="1431036"/>
                  </a:moveTo>
                  <a:lnTo>
                    <a:pt x="137160" y="1431036"/>
                  </a:lnTo>
                  <a:lnTo>
                    <a:pt x="137160" y="2116836"/>
                  </a:lnTo>
                  <a:lnTo>
                    <a:pt x="138684" y="2116836"/>
                  </a:lnTo>
                  <a:lnTo>
                    <a:pt x="138684" y="1431036"/>
                  </a:lnTo>
                  <a:close/>
                </a:path>
                <a:path w="334010" h="2117090">
                  <a:moveTo>
                    <a:pt x="143256" y="803148"/>
                  </a:moveTo>
                  <a:lnTo>
                    <a:pt x="141732" y="803148"/>
                  </a:lnTo>
                  <a:lnTo>
                    <a:pt x="141732" y="2116836"/>
                  </a:lnTo>
                  <a:lnTo>
                    <a:pt x="143256" y="2116836"/>
                  </a:lnTo>
                  <a:lnTo>
                    <a:pt x="143256" y="803148"/>
                  </a:lnTo>
                  <a:close/>
                </a:path>
                <a:path w="334010" h="2117090">
                  <a:moveTo>
                    <a:pt x="147828" y="755904"/>
                  </a:moveTo>
                  <a:lnTo>
                    <a:pt x="146304" y="755904"/>
                  </a:lnTo>
                  <a:lnTo>
                    <a:pt x="146304" y="2116836"/>
                  </a:lnTo>
                  <a:lnTo>
                    <a:pt x="147828" y="2116836"/>
                  </a:lnTo>
                  <a:lnTo>
                    <a:pt x="147828" y="755904"/>
                  </a:lnTo>
                  <a:close/>
                </a:path>
                <a:path w="334010" h="2117090">
                  <a:moveTo>
                    <a:pt x="152400" y="940308"/>
                  </a:moveTo>
                  <a:lnTo>
                    <a:pt x="150876" y="940308"/>
                  </a:lnTo>
                  <a:lnTo>
                    <a:pt x="150876" y="2116836"/>
                  </a:lnTo>
                  <a:lnTo>
                    <a:pt x="152400" y="2116836"/>
                  </a:lnTo>
                  <a:lnTo>
                    <a:pt x="152400" y="940308"/>
                  </a:lnTo>
                  <a:close/>
                </a:path>
                <a:path w="334010" h="2117090">
                  <a:moveTo>
                    <a:pt x="158496" y="286512"/>
                  </a:moveTo>
                  <a:lnTo>
                    <a:pt x="155448" y="286512"/>
                  </a:lnTo>
                  <a:lnTo>
                    <a:pt x="155448" y="2116836"/>
                  </a:lnTo>
                  <a:lnTo>
                    <a:pt x="158496" y="2116836"/>
                  </a:lnTo>
                  <a:lnTo>
                    <a:pt x="158496" y="286512"/>
                  </a:lnTo>
                  <a:close/>
                </a:path>
                <a:path w="334010" h="2117090">
                  <a:moveTo>
                    <a:pt x="163068" y="1264920"/>
                  </a:moveTo>
                  <a:lnTo>
                    <a:pt x="160020" y="1264920"/>
                  </a:lnTo>
                  <a:lnTo>
                    <a:pt x="160020" y="2116836"/>
                  </a:lnTo>
                  <a:lnTo>
                    <a:pt x="163068" y="2116836"/>
                  </a:lnTo>
                  <a:lnTo>
                    <a:pt x="163068" y="1264920"/>
                  </a:lnTo>
                  <a:close/>
                </a:path>
                <a:path w="334010" h="2117090">
                  <a:moveTo>
                    <a:pt x="167640" y="886968"/>
                  </a:moveTo>
                  <a:lnTo>
                    <a:pt x="166116" y="886968"/>
                  </a:lnTo>
                  <a:lnTo>
                    <a:pt x="166116" y="2116836"/>
                  </a:lnTo>
                  <a:lnTo>
                    <a:pt x="167640" y="2116836"/>
                  </a:lnTo>
                  <a:lnTo>
                    <a:pt x="167640" y="886968"/>
                  </a:lnTo>
                  <a:close/>
                </a:path>
                <a:path w="334010" h="2117090">
                  <a:moveTo>
                    <a:pt x="172212" y="1019556"/>
                  </a:moveTo>
                  <a:lnTo>
                    <a:pt x="170688" y="1019556"/>
                  </a:lnTo>
                  <a:lnTo>
                    <a:pt x="170688" y="2116836"/>
                  </a:lnTo>
                  <a:lnTo>
                    <a:pt x="172212" y="2116836"/>
                  </a:lnTo>
                  <a:lnTo>
                    <a:pt x="172212" y="1019556"/>
                  </a:lnTo>
                  <a:close/>
                </a:path>
                <a:path w="334010" h="2117090">
                  <a:moveTo>
                    <a:pt x="176784" y="999744"/>
                  </a:moveTo>
                  <a:lnTo>
                    <a:pt x="175260" y="999744"/>
                  </a:lnTo>
                  <a:lnTo>
                    <a:pt x="175260" y="2116836"/>
                  </a:lnTo>
                  <a:lnTo>
                    <a:pt x="176784" y="2116836"/>
                  </a:lnTo>
                  <a:lnTo>
                    <a:pt x="176784" y="999744"/>
                  </a:lnTo>
                  <a:close/>
                </a:path>
                <a:path w="334010" h="2117090">
                  <a:moveTo>
                    <a:pt x="181356" y="1330452"/>
                  </a:moveTo>
                  <a:lnTo>
                    <a:pt x="179832" y="1330452"/>
                  </a:lnTo>
                  <a:lnTo>
                    <a:pt x="179832" y="2116836"/>
                  </a:lnTo>
                  <a:lnTo>
                    <a:pt x="181356" y="2116836"/>
                  </a:lnTo>
                  <a:lnTo>
                    <a:pt x="181356" y="1330452"/>
                  </a:lnTo>
                  <a:close/>
                </a:path>
                <a:path w="334010" h="2117090">
                  <a:moveTo>
                    <a:pt x="185928" y="967740"/>
                  </a:moveTo>
                  <a:lnTo>
                    <a:pt x="184404" y="967740"/>
                  </a:lnTo>
                  <a:lnTo>
                    <a:pt x="184404" y="2116836"/>
                  </a:lnTo>
                  <a:lnTo>
                    <a:pt x="185928" y="2116836"/>
                  </a:lnTo>
                  <a:lnTo>
                    <a:pt x="185928" y="967740"/>
                  </a:lnTo>
                  <a:close/>
                </a:path>
                <a:path w="334010" h="2117090">
                  <a:moveTo>
                    <a:pt x="190500" y="1019556"/>
                  </a:moveTo>
                  <a:lnTo>
                    <a:pt x="188976" y="1019556"/>
                  </a:lnTo>
                  <a:lnTo>
                    <a:pt x="188976" y="2116836"/>
                  </a:lnTo>
                  <a:lnTo>
                    <a:pt x="190500" y="2116836"/>
                  </a:lnTo>
                  <a:lnTo>
                    <a:pt x="190500" y="1019556"/>
                  </a:lnTo>
                  <a:close/>
                </a:path>
                <a:path w="334010" h="2117090">
                  <a:moveTo>
                    <a:pt x="196596" y="1028700"/>
                  </a:moveTo>
                  <a:lnTo>
                    <a:pt x="193548" y="1028700"/>
                  </a:lnTo>
                  <a:lnTo>
                    <a:pt x="193548" y="2116836"/>
                  </a:lnTo>
                  <a:lnTo>
                    <a:pt x="196596" y="2116836"/>
                  </a:lnTo>
                  <a:lnTo>
                    <a:pt x="196596" y="1028700"/>
                  </a:lnTo>
                  <a:close/>
                </a:path>
                <a:path w="334010" h="2117090">
                  <a:moveTo>
                    <a:pt x="201168" y="1360932"/>
                  </a:moveTo>
                  <a:lnTo>
                    <a:pt x="198120" y="1360932"/>
                  </a:lnTo>
                  <a:lnTo>
                    <a:pt x="198120" y="2116836"/>
                  </a:lnTo>
                  <a:lnTo>
                    <a:pt x="201168" y="2116836"/>
                  </a:lnTo>
                  <a:lnTo>
                    <a:pt x="201168" y="1360932"/>
                  </a:lnTo>
                  <a:close/>
                </a:path>
                <a:path w="334010" h="2117090">
                  <a:moveTo>
                    <a:pt x="205740" y="1293876"/>
                  </a:moveTo>
                  <a:lnTo>
                    <a:pt x="202692" y="1293876"/>
                  </a:lnTo>
                  <a:lnTo>
                    <a:pt x="202692" y="2116836"/>
                  </a:lnTo>
                  <a:lnTo>
                    <a:pt x="205740" y="2116836"/>
                  </a:lnTo>
                  <a:lnTo>
                    <a:pt x="205740" y="1293876"/>
                  </a:lnTo>
                  <a:close/>
                </a:path>
                <a:path w="334010" h="2117090">
                  <a:moveTo>
                    <a:pt x="210312" y="1330452"/>
                  </a:moveTo>
                  <a:lnTo>
                    <a:pt x="208788" y="1330452"/>
                  </a:lnTo>
                  <a:lnTo>
                    <a:pt x="208788" y="2116836"/>
                  </a:lnTo>
                  <a:lnTo>
                    <a:pt x="210312" y="2116836"/>
                  </a:lnTo>
                  <a:lnTo>
                    <a:pt x="210312" y="1330452"/>
                  </a:lnTo>
                  <a:close/>
                </a:path>
                <a:path w="334010" h="2117090">
                  <a:moveTo>
                    <a:pt x="214884" y="1306068"/>
                  </a:moveTo>
                  <a:lnTo>
                    <a:pt x="213360" y="1306068"/>
                  </a:lnTo>
                  <a:lnTo>
                    <a:pt x="213360" y="2116836"/>
                  </a:lnTo>
                  <a:lnTo>
                    <a:pt x="214884" y="2116836"/>
                  </a:lnTo>
                  <a:lnTo>
                    <a:pt x="214884" y="1306068"/>
                  </a:lnTo>
                  <a:close/>
                </a:path>
                <a:path w="334010" h="2117090">
                  <a:moveTo>
                    <a:pt x="219456" y="1274064"/>
                  </a:moveTo>
                  <a:lnTo>
                    <a:pt x="217932" y="1274064"/>
                  </a:lnTo>
                  <a:lnTo>
                    <a:pt x="217932" y="2116836"/>
                  </a:lnTo>
                  <a:lnTo>
                    <a:pt x="219456" y="2116836"/>
                  </a:lnTo>
                  <a:lnTo>
                    <a:pt x="219456" y="1274064"/>
                  </a:lnTo>
                  <a:close/>
                </a:path>
                <a:path w="334010" h="2117090">
                  <a:moveTo>
                    <a:pt x="224028" y="853440"/>
                  </a:moveTo>
                  <a:lnTo>
                    <a:pt x="222504" y="853440"/>
                  </a:lnTo>
                  <a:lnTo>
                    <a:pt x="222504" y="2116836"/>
                  </a:lnTo>
                  <a:lnTo>
                    <a:pt x="224028" y="2116836"/>
                  </a:lnTo>
                  <a:lnTo>
                    <a:pt x="224028" y="853440"/>
                  </a:lnTo>
                  <a:close/>
                </a:path>
                <a:path w="334010" h="2117090">
                  <a:moveTo>
                    <a:pt x="228600" y="982980"/>
                  </a:moveTo>
                  <a:lnTo>
                    <a:pt x="227076" y="982980"/>
                  </a:lnTo>
                  <a:lnTo>
                    <a:pt x="227076" y="2116836"/>
                  </a:lnTo>
                  <a:lnTo>
                    <a:pt x="228600" y="2116836"/>
                  </a:lnTo>
                  <a:lnTo>
                    <a:pt x="228600" y="982980"/>
                  </a:lnTo>
                  <a:close/>
                </a:path>
                <a:path w="334010" h="2117090">
                  <a:moveTo>
                    <a:pt x="233172" y="839724"/>
                  </a:moveTo>
                  <a:lnTo>
                    <a:pt x="231648" y="839724"/>
                  </a:lnTo>
                  <a:lnTo>
                    <a:pt x="231648" y="2116836"/>
                  </a:lnTo>
                  <a:lnTo>
                    <a:pt x="233172" y="2116836"/>
                  </a:lnTo>
                  <a:lnTo>
                    <a:pt x="233172" y="839724"/>
                  </a:lnTo>
                  <a:close/>
                </a:path>
                <a:path w="334010" h="2117090">
                  <a:moveTo>
                    <a:pt x="239268" y="905256"/>
                  </a:moveTo>
                  <a:lnTo>
                    <a:pt x="236220" y="905256"/>
                  </a:lnTo>
                  <a:lnTo>
                    <a:pt x="236220" y="2116836"/>
                  </a:lnTo>
                  <a:lnTo>
                    <a:pt x="239268" y="2116836"/>
                  </a:lnTo>
                  <a:lnTo>
                    <a:pt x="239268" y="905256"/>
                  </a:lnTo>
                  <a:close/>
                </a:path>
                <a:path w="334010" h="2117090">
                  <a:moveTo>
                    <a:pt x="243840" y="982980"/>
                  </a:moveTo>
                  <a:lnTo>
                    <a:pt x="240792" y="982980"/>
                  </a:lnTo>
                  <a:lnTo>
                    <a:pt x="240792" y="2116836"/>
                  </a:lnTo>
                  <a:lnTo>
                    <a:pt x="243840" y="2116836"/>
                  </a:lnTo>
                  <a:lnTo>
                    <a:pt x="243840" y="982980"/>
                  </a:lnTo>
                  <a:close/>
                </a:path>
                <a:path w="334010" h="2117090">
                  <a:moveTo>
                    <a:pt x="248412" y="950976"/>
                  </a:moveTo>
                  <a:lnTo>
                    <a:pt x="246888" y="950976"/>
                  </a:lnTo>
                  <a:lnTo>
                    <a:pt x="246888" y="2116836"/>
                  </a:lnTo>
                  <a:lnTo>
                    <a:pt x="248412" y="2116836"/>
                  </a:lnTo>
                  <a:lnTo>
                    <a:pt x="248412" y="950976"/>
                  </a:lnTo>
                  <a:close/>
                </a:path>
                <a:path w="334010" h="2117090">
                  <a:moveTo>
                    <a:pt x="252984" y="1077468"/>
                  </a:moveTo>
                  <a:lnTo>
                    <a:pt x="251460" y="1077468"/>
                  </a:lnTo>
                  <a:lnTo>
                    <a:pt x="251460" y="2116836"/>
                  </a:lnTo>
                  <a:lnTo>
                    <a:pt x="252984" y="2116836"/>
                  </a:lnTo>
                  <a:lnTo>
                    <a:pt x="252984" y="1077468"/>
                  </a:lnTo>
                  <a:close/>
                </a:path>
                <a:path w="334010" h="2117090">
                  <a:moveTo>
                    <a:pt x="257556" y="1066800"/>
                  </a:moveTo>
                  <a:lnTo>
                    <a:pt x="256032" y="1066800"/>
                  </a:lnTo>
                  <a:lnTo>
                    <a:pt x="256032" y="2116836"/>
                  </a:lnTo>
                  <a:lnTo>
                    <a:pt x="257556" y="2116836"/>
                  </a:lnTo>
                  <a:lnTo>
                    <a:pt x="257556" y="1066800"/>
                  </a:lnTo>
                  <a:close/>
                </a:path>
                <a:path w="334010" h="2117090">
                  <a:moveTo>
                    <a:pt x="262128" y="905256"/>
                  </a:moveTo>
                  <a:lnTo>
                    <a:pt x="260604" y="905256"/>
                  </a:lnTo>
                  <a:lnTo>
                    <a:pt x="260604" y="2116836"/>
                  </a:lnTo>
                  <a:lnTo>
                    <a:pt x="262128" y="2116836"/>
                  </a:lnTo>
                  <a:lnTo>
                    <a:pt x="262128" y="905256"/>
                  </a:lnTo>
                  <a:close/>
                </a:path>
                <a:path w="334010" h="2117090">
                  <a:moveTo>
                    <a:pt x="266700" y="928116"/>
                  </a:moveTo>
                  <a:lnTo>
                    <a:pt x="265176" y="928116"/>
                  </a:lnTo>
                  <a:lnTo>
                    <a:pt x="265176" y="2116836"/>
                  </a:lnTo>
                  <a:lnTo>
                    <a:pt x="266700" y="2116836"/>
                  </a:lnTo>
                  <a:lnTo>
                    <a:pt x="266700" y="928116"/>
                  </a:lnTo>
                  <a:close/>
                </a:path>
                <a:path w="334010" h="2117090">
                  <a:moveTo>
                    <a:pt x="271272" y="1133856"/>
                  </a:moveTo>
                  <a:lnTo>
                    <a:pt x="269748" y="1133856"/>
                  </a:lnTo>
                  <a:lnTo>
                    <a:pt x="269748" y="2116836"/>
                  </a:lnTo>
                  <a:lnTo>
                    <a:pt x="271272" y="2116836"/>
                  </a:lnTo>
                  <a:lnTo>
                    <a:pt x="271272" y="1133856"/>
                  </a:lnTo>
                  <a:close/>
                </a:path>
                <a:path w="334010" h="2117090">
                  <a:moveTo>
                    <a:pt x="275844" y="1181100"/>
                  </a:moveTo>
                  <a:lnTo>
                    <a:pt x="274320" y="1181100"/>
                  </a:lnTo>
                  <a:lnTo>
                    <a:pt x="274320" y="2116836"/>
                  </a:lnTo>
                  <a:lnTo>
                    <a:pt x="275844" y="2116836"/>
                  </a:lnTo>
                  <a:lnTo>
                    <a:pt x="275844" y="1181100"/>
                  </a:lnTo>
                  <a:close/>
                </a:path>
                <a:path w="334010" h="2117090">
                  <a:moveTo>
                    <a:pt x="281940" y="1144524"/>
                  </a:moveTo>
                  <a:lnTo>
                    <a:pt x="278892" y="1144524"/>
                  </a:lnTo>
                  <a:lnTo>
                    <a:pt x="278892" y="2116836"/>
                  </a:lnTo>
                  <a:lnTo>
                    <a:pt x="281940" y="2116836"/>
                  </a:lnTo>
                  <a:lnTo>
                    <a:pt x="281940" y="1144524"/>
                  </a:lnTo>
                  <a:close/>
                </a:path>
                <a:path w="334010" h="2117090">
                  <a:moveTo>
                    <a:pt x="286512" y="928116"/>
                  </a:moveTo>
                  <a:lnTo>
                    <a:pt x="283464" y="928116"/>
                  </a:lnTo>
                  <a:lnTo>
                    <a:pt x="283464" y="2116836"/>
                  </a:lnTo>
                  <a:lnTo>
                    <a:pt x="286512" y="2116836"/>
                  </a:lnTo>
                  <a:lnTo>
                    <a:pt x="286512" y="928116"/>
                  </a:lnTo>
                  <a:close/>
                </a:path>
                <a:path w="334010" h="2117090">
                  <a:moveTo>
                    <a:pt x="291084" y="641604"/>
                  </a:moveTo>
                  <a:lnTo>
                    <a:pt x="289560" y="641604"/>
                  </a:lnTo>
                  <a:lnTo>
                    <a:pt x="289560" y="2116836"/>
                  </a:lnTo>
                  <a:lnTo>
                    <a:pt x="291084" y="2116836"/>
                  </a:lnTo>
                  <a:lnTo>
                    <a:pt x="291084" y="641604"/>
                  </a:lnTo>
                  <a:close/>
                </a:path>
                <a:path w="334010" h="2117090">
                  <a:moveTo>
                    <a:pt x="295656" y="719328"/>
                  </a:moveTo>
                  <a:lnTo>
                    <a:pt x="294132" y="719328"/>
                  </a:lnTo>
                  <a:lnTo>
                    <a:pt x="294132" y="2116836"/>
                  </a:lnTo>
                  <a:lnTo>
                    <a:pt x="295656" y="2116836"/>
                  </a:lnTo>
                  <a:lnTo>
                    <a:pt x="295656" y="719328"/>
                  </a:lnTo>
                  <a:close/>
                </a:path>
                <a:path w="334010" h="2117090">
                  <a:moveTo>
                    <a:pt x="300228" y="839724"/>
                  </a:moveTo>
                  <a:lnTo>
                    <a:pt x="298704" y="839724"/>
                  </a:lnTo>
                  <a:lnTo>
                    <a:pt x="298704" y="2116836"/>
                  </a:lnTo>
                  <a:lnTo>
                    <a:pt x="300228" y="2116836"/>
                  </a:lnTo>
                  <a:lnTo>
                    <a:pt x="300228" y="839724"/>
                  </a:lnTo>
                  <a:close/>
                </a:path>
                <a:path w="334010" h="2117090">
                  <a:moveTo>
                    <a:pt x="304800" y="1511808"/>
                  </a:moveTo>
                  <a:lnTo>
                    <a:pt x="303276" y="1511808"/>
                  </a:lnTo>
                  <a:lnTo>
                    <a:pt x="303276" y="2116836"/>
                  </a:lnTo>
                  <a:lnTo>
                    <a:pt x="304800" y="2116836"/>
                  </a:lnTo>
                  <a:lnTo>
                    <a:pt x="304800" y="1511808"/>
                  </a:lnTo>
                  <a:close/>
                </a:path>
                <a:path w="334010" h="2117090">
                  <a:moveTo>
                    <a:pt x="309372" y="1475232"/>
                  </a:moveTo>
                  <a:lnTo>
                    <a:pt x="307848" y="1475232"/>
                  </a:lnTo>
                  <a:lnTo>
                    <a:pt x="307848" y="2116836"/>
                  </a:lnTo>
                  <a:lnTo>
                    <a:pt x="309372" y="2116836"/>
                  </a:lnTo>
                  <a:lnTo>
                    <a:pt x="309372" y="1475232"/>
                  </a:lnTo>
                  <a:close/>
                </a:path>
                <a:path w="334010" h="2117090">
                  <a:moveTo>
                    <a:pt x="313944" y="0"/>
                  </a:moveTo>
                  <a:lnTo>
                    <a:pt x="312420" y="0"/>
                  </a:lnTo>
                  <a:lnTo>
                    <a:pt x="312420" y="2116836"/>
                  </a:lnTo>
                  <a:lnTo>
                    <a:pt x="313944" y="2116836"/>
                  </a:lnTo>
                  <a:lnTo>
                    <a:pt x="313944" y="0"/>
                  </a:lnTo>
                  <a:close/>
                </a:path>
                <a:path w="334010" h="2117090">
                  <a:moveTo>
                    <a:pt x="320040" y="1097280"/>
                  </a:moveTo>
                  <a:lnTo>
                    <a:pt x="316992" y="1097280"/>
                  </a:lnTo>
                  <a:lnTo>
                    <a:pt x="316992" y="2116836"/>
                  </a:lnTo>
                  <a:lnTo>
                    <a:pt x="320040" y="2116836"/>
                  </a:lnTo>
                  <a:lnTo>
                    <a:pt x="320040" y="1097280"/>
                  </a:lnTo>
                  <a:close/>
                </a:path>
                <a:path w="334010" h="2117090">
                  <a:moveTo>
                    <a:pt x="324612" y="827532"/>
                  </a:moveTo>
                  <a:lnTo>
                    <a:pt x="321564" y="827532"/>
                  </a:lnTo>
                  <a:lnTo>
                    <a:pt x="321564" y="2116836"/>
                  </a:lnTo>
                  <a:lnTo>
                    <a:pt x="324612" y="2116836"/>
                  </a:lnTo>
                  <a:lnTo>
                    <a:pt x="324612" y="827532"/>
                  </a:lnTo>
                  <a:close/>
                </a:path>
                <a:path w="334010" h="2117090">
                  <a:moveTo>
                    <a:pt x="329184" y="1389888"/>
                  </a:moveTo>
                  <a:lnTo>
                    <a:pt x="326136" y="1389888"/>
                  </a:lnTo>
                  <a:lnTo>
                    <a:pt x="326136" y="2116836"/>
                  </a:lnTo>
                  <a:lnTo>
                    <a:pt x="329184" y="2116836"/>
                  </a:lnTo>
                  <a:lnTo>
                    <a:pt x="329184" y="1389888"/>
                  </a:lnTo>
                  <a:close/>
                </a:path>
                <a:path w="334010" h="2117090">
                  <a:moveTo>
                    <a:pt x="333756" y="1397508"/>
                  </a:moveTo>
                  <a:lnTo>
                    <a:pt x="332232" y="1397508"/>
                  </a:lnTo>
                  <a:lnTo>
                    <a:pt x="332232" y="2116836"/>
                  </a:lnTo>
                  <a:lnTo>
                    <a:pt x="333756" y="2116836"/>
                  </a:lnTo>
                  <a:lnTo>
                    <a:pt x="333756" y="1397508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855720" y="2072639"/>
              <a:ext cx="334010" cy="1790700"/>
            </a:xfrm>
            <a:custGeom>
              <a:avLst/>
              <a:gdLst/>
              <a:ahLst/>
              <a:cxnLst/>
              <a:rect l="l" t="t" r="r" b="b"/>
              <a:pathLst>
                <a:path w="334010" h="1790700">
                  <a:moveTo>
                    <a:pt x="1524" y="1071372"/>
                  </a:moveTo>
                  <a:lnTo>
                    <a:pt x="0" y="1071372"/>
                  </a:lnTo>
                  <a:lnTo>
                    <a:pt x="0" y="1790700"/>
                  </a:lnTo>
                  <a:lnTo>
                    <a:pt x="1524" y="1790700"/>
                  </a:lnTo>
                  <a:lnTo>
                    <a:pt x="1524" y="1071372"/>
                  </a:lnTo>
                  <a:close/>
                </a:path>
                <a:path w="334010" h="1790700">
                  <a:moveTo>
                    <a:pt x="6096" y="1071372"/>
                  </a:moveTo>
                  <a:lnTo>
                    <a:pt x="4572" y="1071372"/>
                  </a:lnTo>
                  <a:lnTo>
                    <a:pt x="4572" y="1790700"/>
                  </a:lnTo>
                  <a:lnTo>
                    <a:pt x="6096" y="1790700"/>
                  </a:lnTo>
                  <a:lnTo>
                    <a:pt x="6096" y="1071372"/>
                  </a:lnTo>
                  <a:close/>
                </a:path>
                <a:path w="334010" h="1790700">
                  <a:moveTo>
                    <a:pt x="10668" y="495300"/>
                  </a:moveTo>
                  <a:lnTo>
                    <a:pt x="9144" y="495300"/>
                  </a:lnTo>
                  <a:lnTo>
                    <a:pt x="9144" y="1790700"/>
                  </a:lnTo>
                  <a:lnTo>
                    <a:pt x="10668" y="1790700"/>
                  </a:lnTo>
                  <a:lnTo>
                    <a:pt x="10668" y="495300"/>
                  </a:lnTo>
                  <a:close/>
                </a:path>
                <a:path w="334010" h="1790700">
                  <a:moveTo>
                    <a:pt x="15240" y="413004"/>
                  </a:moveTo>
                  <a:lnTo>
                    <a:pt x="13716" y="413004"/>
                  </a:lnTo>
                  <a:lnTo>
                    <a:pt x="13716" y="1790700"/>
                  </a:lnTo>
                  <a:lnTo>
                    <a:pt x="15240" y="1790700"/>
                  </a:lnTo>
                  <a:lnTo>
                    <a:pt x="15240" y="413004"/>
                  </a:lnTo>
                  <a:close/>
                </a:path>
                <a:path w="334010" h="1790700">
                  <a:moveTo>
                    <a:pt x="19812" y="466344"/>
                  </a:moveTo>
                  <a:lnTo>
                    <a:pt x="18288" y="466344"/>
                  </a:lnTo>
                  <a:lnTo>
                    <a:pt x="18288" y="1790700"/>
                  </a:lnTo>
                  <a:lnTo>
                    <a:pt x="19812" y="1790700"/>
                  </a:lnTo>
                  <a:lnTo>
                    <a:pt x="19812" y="466344"/>
                  </a:lnTo>
                  <a:close/>
                </a:path>
                <a:path w="334010" h="1790700">
                  <a:moveTo>
                    <a:pt x="24384" y="409956"/>
                  </a:moveTo>
                  <a:lnTo>
                    <a:pt x="22860" y="409956"/>
                  </a:lnTo>
                  <a:lnTo>
                    <a:pt x="22860" y="1790700"/>
                  </a:lnTo>
                  <a:lnTo>
                    <a:pt x="24384" y="1790700"/>
                  </a:lnTo>
                  <a:lnTo>
                    <a:pt x="24384" y="409956"/>
                  </a:lnTo>
                  <a:close/>
                </a:path>
                <a:path w="334010" h="1790700">
                  <a:moveTo>
                    <a:pt x="30480" y="455676"/>
                  </a:moveTo>
                  <a:lnTo>
                    <a:pt x="27432" y="455676"/>
                  </a:lnTo>
                  <a:lnTo>
                    <a:pt x="27432" y="1790700"/>
                  </a:lnTo>
                  <a:lnTo>
                    <a:pt x="30480" y="1790700"/>
                  </a:lnTo>
                  <a:lnTo>
                    <a:pt x="30480" y="455676"/>
                  </a:lnTo>
                  <a:close/>
                </a:path>
                <a:path w="334010" h="1790700">
                  <a:moveTo>
                    <a:pt x="35052" y="446532"/>
                  </a:moveTo>
                  <a:lnTo>
                    <a:pt x="32004" y="446532"/>
                  </a:lnTo>
                  <a:lnTo>
                    <a:pt x="32004" y="1790700"/>
                  </a:lnTo>
                  <a:lnTo>
                    <a:pt x="35052" y="1790700"/>
                  </a:lnTo>
                  <a:lnTo>
                    <a:pt x="35052" y="446532"/>
                  </a:lnTo>
                  <a:close/>
                </a:path>
                <a:path w="334010" h="1790700">
                  <a:moveTo>
                    <a:pt x="39624" y="477012"/>
                  </a:moveTo>
                  <a:lnTo>
                    <a:pt x="38100" y="477012"/>
                  </a:lnTo>
                  <a:lnTo>
                    <a:pt x="38100" y="1790700"/>
                  </a:lnTo>
                  <a:lnTo>
                    <a:pt x="39624" y="1790700"/>
                  </a:lnTo>
                  <a:lnTo>
                    <a:pt x="39624" y="477012"/>
                  </a:lnTo>
                  <a:close/>
                </a:path>
                <a:path w="334010" h="1790700">
                  <a:moveTo>
                    <a:pt x="44196" y="579120"/>
                  </a:moveTo>
                  <a:lnTo>
                    <a:pt x="42672" y="579120"/>
                  </a:lnTo>
                  <a:lnTo>
                    <a:pt x="42672" y="1790700"/>
                  </a:lnTo>
                  <a:lnTo>
                    <a:pt x="44196" y="1790700"/>
                  </a:lnTo>
                  <a:lnTo>
                    <a:pt x="44196" y="579120"/>
                  </a:lnTo>
                  <a:close/>
                </a:path>
                <a:path w="334010" h="1790700">
                  <a:moveTo>
                    <a:pt x="48768" y="646176"/>
                  </a:moveTo>
                  <a:lnTo>
                    <a:pt x="47244" y="646176"/>
                  </a:lnTo>
                  <a:lnTo>
                    <a:pt x="47244" y="1790700"/>
                  </a:lnTo>
                  <a:lnTo>
                    <a:pt x="48768" y="1790700"/>
                  </a:lnTo>
                  <a:lnTo>
                    <a:pt x="48768" y="646176"/>
                  </a:lnTo>
                  <a:close/>
                </a:path>
                <a:path w="334010" h="1790700">
                  <a:moveTo>
                    <a:pt x="53340" y="582168"/>
                  </a:moveTo>
                  <a:lnTo>
                    <a:pt x="51816" y="582168"/>
                  </a:lnTo>
                  <a:lnTo>
                    <a:pt x="51816" y="1790700"/>
                  </a:lnTo>
                  <a:lnTo>
                    <a:pt x="53340" y="1790700"/>
                  </a:lnTo>
                  <a:lnTo>
                    <a:pt x="53340" y="582168"/>
                  </a:lnTo>
                  <a:close/>
                </a:path>
                <a:path w="334010" h="1790700">
                  <a:moveTo>
                    <a:pt x="57912" y="542544"/>
                  </a:moveTo>
                  <a:lnTo>
                    <a:pt x="56388" y="542544"/>
                  </a:lnTo>
                  <a:lnTo>
                    <a:pt x="56388" y="1790700"/>
                  </a:lnTo>
                  <a:lnTo>
                    <a:pt x="57912" y="1790700"/>
                  </a:lnTo>
                  <a:lnTo>
                    <a:pt x="57912" y="542544"/>
                  </a:lnTo>
                  <a:close/>
                </a:path>
                <a:path w="334010" h="1790700">
                  <a:moveTo>
                    <a:pt x="62484" y="0"/>
                  </a:moveTo>
                  <a:lnTo>
                    <a:pt x="60960" y="0"/>
                  </a:lnTo>
                  <a:lnTo>
                    <a:pt x="60960" y="1790700"/>
                  </a:lnTo>
                  <a:lnTo>
                    <a:pt x="62484" y="1790700"/>
                  </a:lnTo>
                  <a:lnTo>
                    <a:pt x="62484" y="0"/>
                  </a:lnTo>
                  <a:close/>
                </a:path>
                <a:path w="334010" h="1790700">
                  <a:moveTo>
                    <a:pt x="67056" y="833628"/>
                  </a:moveTo>
                  <a:lnTo>
                    <a:pt x="65532" y="833628"/>
                  </a:lnTo>
                  <a:lnTo>
                    <a:pt x="65532" y="1790700"/>
                  </a:lnTo>
                  <a:lnTo>
                    <a:pt x="67056" y="1790700"/>
                  </a:lnTo>
                  <a:lnTo>
                    <a:pt x="67056" y="833628"/>
                  </a:lnTo>
                  <a:close/>
                </a:path>
                <a:path w="334010" h="1790700">
                  <a:moveTo>
                    <a:pt x="73152" y="399288"/>
                  </a:moveTo>
                  <a:lnTo>
                    <a:pt x="70104" y="399288"/>
                  </a:lnTo>
                  <a:lnTo>
                    <a:pt x="70104" y="1790700"/>
                  </a:lnTo>
                  <a:lnTo>
                    <a:pt x="73152" y="1790700"/>
                  </a:lnTo>
                  <a:lnTo>
                    <a:pt x="73152" y="399288"/>
                  </a:lnTo>
                  <a:close/>
                </a:path>
                <a:path w="334010" h="1790700">
                  <a:moveTo>
                    <a:pt x="77724" y="1149096"/>
                  </a:moveTo>
                  <a:lnTo>
                    <a:pt x="74676" y="1149096"/>
                  </a:lnTo>
                  <a:lnTo>
                    <a:pt x="74676" y="1790700"/>
                  </a:lnTo>
                  <a:lnTo>
                    <a:pt x="77724" y="1790700"/>
                  </a:lnTo>
                  <a:lnTo>
                    <a:pt x="77724" y="1149096"/>
                  </a:lnTo>
                  <a:close/>
                </a:path>
                <a:path w="334010" h="1790700">
                  <a:moveTo>
                    <a:pt x="82296" y="542544"/>
                  </a:moveTo>
                  <a:lnTo>
                    <a:pt x="80772" y="542544"/>
                  </a:lnTo>
                  <a:lnTo>
                    <a:pt x="80772" y="1790700"/>
                  </a:lnTo>
                  <a:lnTo>
                    <a:pt x="82296" y="1790700"/>
                  </a:lnTo>
                  <a:lnTo>
                    <a:pt x="82296" y="542544"/>
                  </a:lnTo>
                  <a:close/>
                </a:path>
                <a:path w="334010" h="1790700">
                  <a:moveTo>
                    <a:pt x="86868" y="1149096"/>
                  </a:moveTo>
                  <a:lnTo>
                    <a:pt x="85344" y="1149096"/>
                  </a:lnTo>
                  <a:lnTo>
                    <a:pt x="85344" y="1790700"/>
                  </a:lnTo>
                  <a:lnTo>
                    <a:pt x="86868" y="1790700"/>
                  </a:lnTo>
                  <a:lnTo>
                    <a:pt x="86868" y="1149096"/>
                  </a:lnTo>
                  <a:close/>
                </a:path>
                <a:path w="334010" h="1790700">
                  <a:moveTo>
                    <a:pt x="91440" y="1071372"/>
                  </a:moveTo>
                  <a:lnTo>
                    <a:pt x="89916" y="1071372"/>
                  </a:lnTo>
                  <a:lnTo>
                    <a:pt x="89916" y="1790700"/>
                  </a:lnTo>
                  <a:lnTo>
                    <a:pt x="91440" y="1790700"/>
                  </a:lnTo>
                  <a:lnTo>
                    <a:pt x="91440" y="1071372"/>
                  </a:lnTo>
                  <a:close/>
                </a:path>
                <a:path w="334010" h="1790700">
                  <a:moveTo>
                    <a:pt x="96012" y="1193292"/>
                  </a:moveTo>
                  <a:lnTo>
                    <a:pt x="94488" y="1193292"/>
                  </a:lnTo>
                  <a:lnTo>
                    <a:pt x="94488" y="1790700"/>
                  </a:lnTo>
                  <a:lnTo>
                    <a:pt x="96012" y="1790700"/>
                  </a:lnTo>
                  <a:lnTo>
                    <a:pt x="96012" y="1193292"/>
                  </a:lnTo>
                  <a:close/>
                </a:path>
                <a:path w="334010" h="1790700">
                  <a:moveTo>
                    <a:pt x="100584" y="560832"/>
                  </a:moveTo>
                  <a:lnTo>
                    <a:pt x="99060" y="560832"/>
                  </a:lnTo>
                  <a:lnTo>
                    <a:pt x="99060" y="1790700"/>
                  </a:lnTo>
                  <a:lnTo>
                    <a:pt x="100584" y="1790700"/>
                  </a:lnTo>
                  <a:lnTo>
                    <a:pt x="100584" y="560832"/>
                  </a:lnTo>
                  <a:close/>
                </a:path>
                <a:path w="334010" h="1790700">
                  <a:moveTo>
                    <a:pt x="105156" y="559308"/>
                  </a:moveTo>
                  <a:lnTo>
                    <a:pt x="103632" y="559308"/>
                  </a:lnTo>
                  <a:lnTo>
                    <a:pt x="103632" y="1790700"/>
                  </a:lnTo>
                  <a:lnTo>
                    <a:pt x="105156" y="1790700"/>
                  </a:lnTo>
                  <a:lnTo>
                    <a:pt x="105156" y="559308"/>
                  </a:lnTo>
                  <a:close/>
                </a:path>
                <a:path w="334010" h="1790700">
                  <a:moveTo>
                    <a:pt x="111252" y="487680"/>
                  </a:moveTo>
                  <a:lnTo>
                    <a:pt x="108204" y="487680"/>
                  </a:lnTo>
                  <a:lnTo>
                    <a:pt x="108204" y="1790700"/>
                  </a:lnTo>
                  <a:lnTo>
                    <a:pt x="111252" y="1790700"/>
                  </a:lnTo>
                  <a:lnTo>
                    <a:pt x="111252" y="487680"/>
                  </a:lnTo>
                  <a:close/>
                </a:path>
                <a:path w="334010" h="1790700">
                  <a:moveTo>
                    <a:pt x="115824" y="693420"/>
                  </a:moveTo>
                  <a:lnTo>
                    <a:pt x="112776" y="693420"/>
                  </a:lnTo>
                  <a:lnTo>
                    <a:pt x="112776" y="1790700"/>
                  </a:lnTo>
                  <a:lnTo>
                    <a:pt x="115824" y="1790700"/>
                  </a:lnTo>
                  <a:lnTo>
                    <a:pt x="115824" y="693420"/>
                  </a:lnTo>
                  <a:close/>
                </a:path>
                <a:path w="334010" h="1790700">
                  <a:moveTo>
                    <a:pt x="120396" y="601980"/>
                  </a:moveTo>
                  <a:lnTo>
                    <a:pt x="117348" y="601980"/>
                  </a:lnTo>
                  <a:lnTo>
                    <a:pt x="117348" y="1790700"/>
                  </a:lnTo>
                  <a:lnTo>
                    <a:pt x="120396" y="1790700"/>
                  </a:lnTo>
                  <a:lnTo>
                    <a:pt x="120396" y="601980"/>
                  </a:lnTo>
                  <a:close/>
                </a:path>
                <a:path w="334010" h="1790700">
                  <a:moveTo>
                    <a:pt x="124968" y="659892"/>
                  </a:moveTo>
                  <a:lnTo>
                    <a:pt x="123444" y="659892"/>
                  </a:lnTo>
                  <a:lnTo>
                    <a:pt x="123444" y="1790700"/>
                  </a:lnTo>
                  <a:lnTo>
                    <a:pt x="124968" y="1790700"/>
                  </a:lnTo>
                  <a:lnTo>
                    <a:pt x="124968" y="659892"/>
                  </a:lnTo>
                  <a:close/>
                </a:path>
                <a:path w="334010" h="1790700">
                  <a:moveTo>
                    <a:pt x="129540" y="614172"/>
                  </a:moveTo>
                  <a:lnTo>
                    <a:pt x="128016" y="614172"/>
                  </a:lnTo>
                  <a:lnTo>
                    <a:pt x="128016" y="1790700"/>
                  </a:lnTo>
                  <a:lnTo>
                    <a:pt x="129540" y="1790700"/>
                  </a:lnTo>
                  <a:lnTo>
                    <a:pt x="129540" y="614172"/>
                  </a:lnTo>
                  <a:close/>
                </a:path>
                <a:path w="334010" h="1790700">
                  <a:moveTo>
                    <a:pt x="134112" y="560832"/>
                  </a:moveTo>
                  <a:lnTo>
                    <a:pt x="132588" y="560832"/>
                  </a:lnTo>
                  <a:lnTo>
                    <a:pt x="132588" y="1790700"/>
                  </a:lnTo>
                  <a:lnTo>
                    <a:pt x="134112" y="1790700"/>
                  </a:lnTo>
                  <a:lnTo>
                    <a:pt x="134112" y="560832"/>
                  </a:lnTo>
                  <a:close/>
                </a:path>
                <a:path w="334010" h="1790700">
                  <a:moveTo>
                    <a:pt x="138684" y="477012"/>
                  </a:moveTo>
                  <a:lnTo>
                    <a:pt x="137160" y="477012"/>
                  </a:lnTo>
                  <a:lnTo>
                    <a:pt x="137160" y="1790700"/>
                  </a:lnTo>
                  <a:lnTo>
                    <a:pt x="138684" y="1790700"/>
                  </a:lnTo>
                  <a:lnTo>
                    <a:pt x="138684" y="477012"/>
                  </a:lnTo>
                  <a:close/>
                </a:path>
                <a:path w="334010" h="1790700">
                  <a:moveTo>
                    <a:pt x="143256" y="422148"/>
                  </a:moveTo>
                  <a:lnTo>
                    <a:pt x="141732" y="422148"/>
                  </a:lnTo>
                  <a:lnTo>
                    <a:pt x="141732" y="1790700"/>
                  </a:lnTo>
                  <a:lnTo>
                    <a:pt x="143256" y="1790700"/>
                  </a:lnTo>
                  <a:lnTo>
                    <a:pt x="143256" y="422148"/>
                  </a:lnTo>
                  <a:close/>
                </a:path>
                <a:path w="334010" h="1790700">
                  <a:moveTo>
                    <a:pt x="147828" y="569976"/>
                  </a:moveTo>
                  <a:lnTo>
                    <a:pt x="146304" y="569976"/>
                  </a:lnTo>
                  <a:lnTo>
                    <a:pt x="146304" y="1790700"/>
                  </a:lnTo>
                  <a:lnTo>
                    <a:pt x="147828" y="1790700"/>
                  </a:lnTo>
                  <a:lnTo>
                    <a:pt x="147828" y="569976"/>
                  </a:lnTo>
                  <a:close/>
                </a:path>
                <a:path w="334010" h="1790700">
                  <a:moveTo>
                    <a:pt x="153924" y="513588"/>
                  </a:moveTo>
                  <a:lnTo>
                    <a:pt x="150876" y="513588"/>
                  </a:lnTo>
                  <a:lnTo>
                    <a:pt x="150876" y="1790700"/>
                  </a:lnTo>
                  <a:lnTo>
                    <a:pt x="153924" y="1790700"/>
                  </a:lnTo>
                  <a:lnTo>
                    <a:pt x="153924" y="513588"/>
                  </a:lnTo>
                  <a:close/>
                </a:path>
                <a:path w="334010" h="1790700">
                  <a:moveTo>
                    <a:pt x="158496" y="534924"/>
                  </a:moveTo>
                  <a:lnTo>
                    <a:pt x="155448" y="534924"/>
                  </a:lnTo>
                  <a:lnTo>
                    <a:pt x="155448" y="1790700"/>
                  </a:lnTo>
                  <a:lnTo>
                    <a:pt x="158496" y="1790700"/>
                  </a:lnTo>
                  <a:lnTo>
                    <a:pt x="158496" y="534924"/>
                  </a:lnTo>
                  <a:close/>
                </a:path>
                <a:path w="334010" h="1790700">
                  <a:moveTo>
                    <a:pt x="163068" y="429768"/>
                  </a:moveTo>
                  <a:lnTo>
                    <a:pt x="161544" y="429768"/>
                  </a:lnTo>
                  <a:lnTo>
                    <a:pt x="161544" y="1790700"/>
                  </a:lnTo>
                  <a:lnTo>
                    <a:pt x="163068" y="1790700"/>
                  </a:lnTo>
                  <a:lnTo>
                    <a:pt x="163068" y="429768"/>
                  </a:lnTo>
                  <a:close/>
                </a:path>
                <a:path w="334010" h="1790700">
                  <a:moveTo>
                    <a:pt x="167640" y="487680"/>
                  </a:moveTo>
                  <a:lnTo>
                    <a:pt x="166116" y="487680"/>
                  </a:lnTo>
                  <a:lnTo>
                    <a:pt x="166116" y="1790700"/>
                  </a:lnTo>
                  <a:lnTo>
                    <a:pt x="167640" y="1790700"/>
                  </a:lnTo>
                  <a:lnTo>
                    <a:pt x="167640" y="487680"/>
                  </a:lnTo>
                  <a:close/>
                </a:path>
                <a:path w="334010" h="1790700">
                  <a:moveTo>
                    <a:pt x="172212" y="626364"/>
                  </a:moveTo>
                  <a:lnTo>
                    <a:pt x="170688" y="626364"/>
                  </a:lnTo>
                  <a:lnTo>
                    <a:pt x="170688" y="1790700"/>
                  </a:lnTo>
                  <a:lnTo>
                    <a:pt x="172212" y="1790700"/>
                  </a:lnTo>
                  <a:lnTo>
                    <a:pt x="172212" y="626364"/>
                  </a:lnTo>
                  <a:close/>
                </a:path>
                <a:path w="334010" h="1790700">
                  <a:moveTo>
                    <a:pt x="176784" y="446532"/>
                  </a:moveTo>
                  <a:lnTo>
                    <a:pt x="175260" y="446532"/>
                  </a:lnTo>
                  <a:lnTo>
                    <a:pt x="175260" y="1790700"/>
                  </a:lnTo>
                  <a:lnTo>
                    <a:pt x="176784" y="1790700"/>
                  </a:lnTo>
                  <a:lnTo>
                    <a:pt x="176784" y="446532"/>
                  </a:lnTo>
                  <a:close/>
                </a:path>
                <a:path w="334010" h="1790700">
                  <a:moveTo>
                    <a:pt x="181356" y="477012"/>
                  </a:moveTo>
                  <a:lnTo>
                    <a:pt x="179832" y="477012"/>
                  </a:lnTo>
                  <a:lnTo>
                    <a:pt x="179832" y="1790700"/>
                  </a:lnTo>
                  <a:lnTo>
                    <a:pt x="181356" y="1790700"/>
                  </a:lnTo>
                  <a:lnTo>
                    <a:pt x="181356" y="477012"/>
                  </a:lnTo>
                  <a:close/>
                </a:path>
                <a:path w="334010" h="1790700">
                  <a:moveTo>
                    <a:pt x="185928" y="477012"/>
                  </a:moveTo>
                  <a:lnTo>
                    <a:pt x="184404" y="477012"/>
                  </a:lnTo>
                  <a:lnTo>
                    <a:pt x="184404" y="1790700"/>
                  </a:lnTo>
                  <a:lnTo>
                    <a:pt x="185928" y="1790700"/>
                  </a:lnTo>
                  <a:lnTo>
                    <a:pt x="185928" y="477012"/>
                  </a:lnTo>
                  <a:close/>
                </a:path>
                <a:path w="334010" h="1790700">
                  <a:moveTo>
                    <a:pt x="190500" y="560832"/>
                  </a:moveTo>
                  <a:lnTo>
                    <a:pt x="188976" y="560832"/>
                  </a:lnTo>
                  <a:lnTo>
                    <a:pt x="188976" y="1790700"/>
                  </a:lnTo>
                  <a:lnTo>
                    <a:pt x="190500" y="1790700"/>
                  </a:lnTo>
                  <a:lnTo>
                    <a:pt x="190500" y="560832"/>
                  </a:lnTo>
                  <a:close/>
                </a:path>
                <a:path w="334010" h="1790700">
                  <a:moveTo>
                    <a:pt x="196596" y="527304"/>
                  </a:moveTo>
                  <a:lnTo>
                    <a:pt x="193548" y="527304"/>
                  </a:lnTo>
                  <a:lnTo>
                    <a:pt x="193548" y="1790700"/>
                  </a:lnTo>
                  <a:lnTo>
                    <a:pt x="196596" y="1790700"/>
                  </a:lnTo>
                  <a:lnTo>
                    <a:pt x="196596" y="527304"/>
                  </a:lnTo>
                  <a:close/>
                </a:path>
                <a:path w="334010" h="1790700">
                  <a:moveTo>
                    <a:pt x="201168" y="513588"/>
                  </a:moveTo>
                  <a:lnTo>
                    <a:pt x="198120" y="513588"/>
                  </a:lnTo>
                  <a:lnTo>
                    <a:pt x="198120" y="1790700"/>
                  </a:lnTo>
                  <a:lnTo>
                    <a:pt x="201168" y="1790700"/>
                  </a:lnTo>
                  <a:lnTo>
                    <a:pt x="201168" y="513588"/>
                  </a:lnTo>
                  <a:close/>
                </a:path>
                <a:path w="334010" h="1790700">
                  <a:moveTo>
                    <a:pt x="205740" y="693420"/>
                  </a:moveTo>
                  <a:lnTo>
                    <a:pt x="204216" y="693420"/>
                  </a:lnTo>
                  <a:lnTo>
                    <a:pt x="204216" y="1790700"/>
                  </a:lnTo>
                  <a:lnTo>
                    <a:pt x="205740" y="1790700"/>
                  </a:lnTo>
                  <a:lnTo>
                    <a:pt x="205740" y="693420"/>
                  </a:lnTo>
                  <a:close/>
                </a:path>
                <a:path w="334010" h="1790700">
                  <a:moveTo>
                    <a:pt x="210312" y="693420"/>
                  </a:moveTo>
                  <a:lnTo>
                    <a:pt x="208788" y="693420"/>
                  </a:lnTo>
                  <a:lnTo>
                    <a:pt x="208788" y="1790700"/>
                  </a:lnTo>
                  <a:lnTo>
                    <a:pt x="210312" y="1790700"/>
                  </a:lnTo>
                  <a:lnTo>
                    <a:pt x="210312" y="693420"/>
                  </a:lnTo>
                  <a:close/>
                </a:path>
                <a:path w="334010" h="1790700">
                  <a:moveTo>
                    <a:pt x="214884" y="1051560"/>
                  </a:moveTo>
                  <a:lnTo>
                    <a:pt x="213360" y="1051560"/>
                  </a:lnTo>
                  <a:lnTo>
                    <a:pt x="213360" y="1790700"/>
                  </a:lnTo>
                  <a:lnTo>
                    <a:pt x="214884" y="1790700"/>
                  </a:lnTo>
                  <a:lnTo>
                    <a:pt x="214884" y="1051560"/>
                  </a:lnTo>
                  <a:close/>
                </a:path>
                <a:path w="334010" h="1790700">
                  <a:moveTo>
                    <a:pt x="219456" y="470916"/>
                  </a:moveTo>
                  <a:lnTo>
                    <a:pt x="217932" y="470916"/>
                  </a:lnTo>
                  <a:lnTo>
                    <a:pt x="217932" y="1790700"/>
                  </a:lnTo>
                  <a:lnTo>
                    <a:pt x="219456" y="1790700"/>
                  </a:lnTo>
                  <a:lnTo>
                    <a:pt x="219456" y="470916"/>
                  </a:lnTo>
                  <a:close/>
                </a:path>
                <a:path w="334010" h="1790700">
                  <a:moveTo>
                    <a:pt x="224028" y="437388"/>
                  </a:moveTo>
                  <a:lnTo>
                    <a:pt x="222504" y="437388"/>
                  </a:lnTo>
                  <a:lnTo>
                    <a:pt x="222504" y="1790700"/>
                  </a:lnTo>
                  <a:lnTo>
                    <a:pt x="224028" y="1790700"/>
                  </a:lnTo>
                  <a:lnTo>
                    <a:pt x="224028" y="437388"/>
                  </a:lnTo>
                  <a:close/>
                </a:path>
                <a:path w="334010" h="1790700">
                  <a:moveTo>
                    <a:pt x="228600" y="527304"/>
                  </a:moveTo>
                  <a:lnTo>
                    <a:pt x="227076" y="527304"/>
                  </a:lnTo>
                  <a:lnTo>
                    <a:pt x="227076" y="1790700"/>
                  </a:lnTo>
                  <a:lnTo>
                    <a:pt x="228600" y="1790700"/>
                  </a:lnTo>
                  <a:lnTo>
                    <a:pt x="228600" y="527304"/>
                  </a:lnTo>
                  <a:close/>
                </a:path>
                <a:path w="334010" h="1790700">
                  <a:moveTo>
                    <a:pt x="234696" y="560832"/>
                  </a:moveTo>
                  <a:lnTo>
                    <a:pt x="231648" y="560832"/>
                  </a:lnTo>
                  <a:lnTo>
                    <a:pt x="231648" y="1790700"/>
                  </a:lnTo>
                  <a:lnTo>
                    <a:pt x="234696" y="1790700"/>
                  </a:lnTo>
                  <a:lnTo>
                    <a:pt x="234696" y="560832"/>
                  </a:lnTo>
                  <a:close/>
                </a:path>
                <a:path w="334010" h="1790700">
                  <a:moveTo>
                    <a:pt x="239268" y="693420"/>
                  </a:moveTo>
                  <a:lnTo>
                    <a:pt x="236220" y="693420"/>
                  </a:lnTo>
                  <a:lnTo>
                    <a:pt x="236220" y="1790700"/>
                  </a:lnTo>
                  <a:lnTo>
                    <a:pt x="239268" y="1790700"/>
                  </a:lnTo>
                  <a:lnTo>
                    <a:pt x="239268" y="693420"/>
                  </a:lnTo>
                  <a:close/>
                </a:path>
                <a:path w="334010" h="1790700">
                  <a:moveTo>
                    <a:pt x="243840" y="542544"/>
                  </a:moveTo>
                  <a:lnTo>
                    <a:pt x="240792" y="542544"/>
                  </a:lnTo>
                  <a:lnTo>
                    <a:pt x="240792" y="1790700"/>
                  </a:lnTo>
                  <a:lnTo>
                    <a:pt x="243840" y="1790700"/>
                  </a:lnTo>
                  <a:lnTo>
                    <a:pt x="243840" y="542544"/>
                  </a:lnTo>
                  <a:close/>
                </a:path>
                <a:path w="334010" h="1790700">
                  <a:moveTo>
                    <a:pt x="248412" y="1357884"/>
                  </a:moveTo>
                  <a:lnTo>
                    <a:pt x="246888" y="1357884"/>
                  </a:lnTo>
                  <a:lnTo>
                    <a:pt x="246888" y="1790700"/>
                  </a:lnTo>
                  <a:lnTo>
                    <a:pt x="248412" y="1790700"/>
                  </a:lnTo>
                  <a:lnTo>
                    <a:pt x="248412" y="1357884"/>
                  </a:lnTo>
                  <a:close/>
                </a:path>
                <a:path w="334010" h="1790700">
                  <a:moveTo>
                    <a:pt x="252984" y="455676"/>
                  </a:moveTo>
                  <a:lnTo>
                    <a:pt x="251460" y="455676"/>
                  </a:lnTo>
                  <a:lnTo>
                    <a:pt x="251460" y="1790700"/>
                  </a:lnTo>
                  <a:lnTo>
                    <a:pt x="252984" y="1790700"/>
                  </a:lnTo>
                  <a:lnTo>
                    <a:pt x="252984" y="455676"/>
                  </a:lnTo>
                  <a:close/>
                </a:path>
                <a:path w="334010" h="1790700">
                  <a:moveTo>
                    <a:pt x="257556" y="579120"/>
                  </a:moveTo>
                  <a:lnTo>
                    <a:pt x="256032" y="579120"/>
                  </a:lnTo>
                  <a:lnTo>
                    <a:pt x="256032" y="1790700"/>
                  </a:lnTo>
                  <a:lnTo>
                    <a:pt x="257556" y="1790700"/>
                  </a:lnTo>
                  <a:lnTo>
                    <a:pt x="257556" y="579120"/>
                  </a:lnTo>
                  <a:close/>
                </a:path>
                <a:path w="334010" h="1790700">
                  <a:moveTo>
                    <a:pt x="262128" y="1034796"/>
                  </a:moveTo>
                  <a:lnTo>
                    <a:pt x="260604" y="1034796"/>
                  </a:lnTo>
                  <a:lnTo>
                    <a:pt x="260604" y="1790700"/>
                  </a:lnTo>
                  <a:lnTo>
                    <a:pt x="262128" y="1790700"/>
                  </a:lnTo>
                  <a:lnTo>
                    <a:pt x="262128" y="1034796"/>
                  </a:lnTo>
                  <a:close/>
                </a:path>
                <a:path w="334010" h="1790700">
                  <a:moveTo>
                    <a:pt x="266700" y="451104"/>
                  </a:moveTo>
                  <a:lnTo>
                    <a:pt x="265176" y="451104"/>
                  </a:lnTo>
                  <a:lnTo>
                    <a:pt x="265176" y="1790700"/>
                  </a:lnTo>
                  <a:lnTo>
                    <a:pt x="266700" y="1790700"/>
                  </a:lnTo>
                  <a:lnTo>
                    <a:pt x="266700" y="451104"/>
                  </a:lnTo>
                  <a:close/>
                </a:path>
                <a:path w="334010" h="1790700">
                  <a:moveTo>
                    <a:pt x="271272" y="740664"/>
                  </a:moveTo>
                  <a:lnTo>
                    <a:pt x="269748" y="740664"/>
                  </a:lnTo>
                  <a:lnTo>
                    <a:pt x="269748" y="1790700"/>
                  </a:lnTo>
                  <a:lnTo>
                    <a:pt x="271272" y="1790700"/>
                  </a:lnTo>
                  <a:lnTo>
                    <a:pt x="271272" y="740664"/>
                  </a:lnTo>
                  <a:close/>
                </a:path>
                <a:path w="334010" h="1790700">
                  <a:moveTo>
                    <a:pt x="277368" y="656844"/>
                  </a:moveTo>
                  <a:lnTo>
                    <a:pt x="274320" y="656844"/>
                  </a:lnTo>
                  <a:lnTo>
                    <a:pt x="274320" y="1790700"/>
                  </a:lnTo>
                  <a:lnTo>
                    <a:pt x="277368" y="1790700"/>
                  </a:lnTo>
                  <a:lnTo>
                    <a:pt x="277368" y="656844"/>
                  </a:lnTo>
                  <a:close/>
                </a:path>
                <a:path w="334010" h="1790700">
                  <a:moveTo>
                    <a:pt x="281940" y="638556"/>
                  </a:moveTo>
                  <a:lnTo>
                    <a:pt x="278892" y="638556"/>
                  </a:lnTo>
                  <a:lnTo>
                    <a:pt x="278892" y="1790700"/>
                  </a:lnTo>
                  <a:lnTo>
                    <a:pt x="281940" y="1790700"/>
                  </a:lnTo>
                  <a:lnTo>
                    <a:pt x="281940" y="638556"/>
                  </a:lnTo>
                  <a:close/>
                </a:path>
                <a:path w="334010" h="1790700">
                  <a:moveTo>
                    <a:pt x="286512" y="460248"/>
                  </a:moveTo>
                  <a:lnTo>
                    <a:pt x="283464" y="460248"/>
                  </a:lnTo>
                  <a:lnTo>
                    <a:pt x="283464" y="1790700"/>
                  </a:lnTo>
                  <a:lnTo>
                    <a:pt x="286512" y="1790700"/>
                  </a:lnTo>
                  <a:lnTo>
                    <a:pt x="286512" y="460248"/>
                  </a:lnTo>
                  <a:close/>
                </a:path>
                <a:path w="334010" h="1790700">
                  <a:moveTo>
                    <a:pt x="291084" y="455676"/>
                  </a:moveTo>
                  <a:lnTo>
                    <a:pt x="289560" y="455676"/>
                  </a:lnTo>
                  <a:lnTo>
                    <a:pt x="289560" y="1790700"/>
                  </a:lnTo>
                  <a:lnTo>
                    <a:pt x="291084" y="1790700"/>
                  </a:lnTo>
                  <a:lnTo>
                    <a:pt x="291084" y="455676"/>
                  </a:lnTo>
                  <a:close/>
                </a:path>
                <a:path w="334010" h="1790700">
                  <a:moveTo>
                    <a:pt x="295656" y="1298448"/>
                  </a:moveTo>
                  <a:lnTo>
                    <a:pt x="294132" y="1298448"/>
                  </a:lnTo>
                  <a:lnTo>
                    <a:pt x="294132" y="1790700"/>
                  </a:lnTo>
                  <a:lnTo>
                    <a:pt x="295656" y="1790700"/>
                  </a:lnTo>
                  <a:lnTo>
                    <a:pt x="295656" y="1298448"/>
                  </a:lnTo>
                  <a:close/>
                </a:path>
                <a:path w="334010" h="1790700">
                  <a:moveTo>
                    <a:pt x="300228" y="539496"/>
                  </a:moveTo>
                  <a:lnTo>
                    <a:pt x="298704" y="539496"/>
                  </a:lnTo>
                  <a:lnTo>
                    <a:pt x="298704" y="1790700"/>
                  </a:lnTo>
                  <a:lnTo>
                    <a:pt x="300228" y="1790700"/>
                  </a:lnTo>
                  <a:lnTo>
                    <a:pt x="300228" y="539496"/>
                  </a:lnTo>
                  <a:close/>
                </a:path>
                <a:path w="334010" h="1790700">
                  <a:moveTo>
                    <a:pt x="304800" y="487680"/>
                  </a:moveTo>
                  <a:lnTo>
                    <a:pt x="303276" y="487680"/>
                  </a:lnTo>
                  <a:lnTo>
                    <a:pt x="303276" y="1790700"/>
                  </a:lnTo>
                  <a:lnTo>
                    <a:pt x="304800" y="1790700"/>
                  </a:lnTo>
                  <a:lnTo>
                    <a:pt x="304800" y="487680"/>
                  </a:lnTo>
                  <a:close/>
                </a:path>
                <a:path w="334010" h="1790700">
                  <a:moveTo>
                    <a:pt x="309372" y="477012"/>
                  </a:moveTo>
                  <a:lnTo>
                    <a:pt x="307848" y="477012"/>
                  </a:lnTo>
                  <a:lnTo>
                    <a:pt x="307848" y="1790700"/>
                  </a:lnTo>
                  <a:lnTo>
                    <a:pt x="309372" y="1790700"/>
                  </a:lnTo>
                  <a:lnTo>
                    <a:pt x="309372" y="477012"/>
                  </a:lnTo>
                  <a:close/>
                </a:path>
                <a:path w="334010" h="1790700">
                  <a:moveTo>
                    <a:pt x="313944" y="477012"/>
                  </a:moveTo>
                  <a:lnTo>
                    <a:pt x="312420" y="477012"/>
                  </a:lnTo>
                  <a:lnTo>
                    <a:pt x="312420" y="1790700"/>
                  </a:lnTo>
                  <a:lnTo>
                    <a:pt x="313944" y="1790700"/>
                  </a:lnTo>
                  <a:lnTo>
                    <a:pt x="313944" y="477012"/>
                  </a:lnTo>
                  <a:close/>
                </a:path>
                <a:path w="334010" h="1790700">
                  <a:moveTo>
                    <a:pt x="320040" y="477012"/>
                  </a:moveTo>
                  <a:lnTo>
                    <a:pt x="316992" y="477012"/>
                  </a:lnTo>
                  <a:lnTo>
                    <a:pt x="316992" y="1790700"/>
                  </a:lnTo>
                  <a:lnTo>
                    <a:pt x="320040" y="1790700"/>
                  </a:lnTo>
                  <a:lnTo>
                    <a:pt x="320040" y="477012"/>
                  </a:lnTo>
                  <a:close/>
                </a:path>
                <a:path w="334010" h="1790700">
                  <a:moveTo>
                    <a:pt x="324612" y="477012"/>
                  </a:moveTo>
                  <a:lnTo>
                    <a:pt x="321564" y="477012"/>
                  </a:lnTo>
                  <a:lnTo>
                    <a:pt x="321564" y="1790700"/>
                  </a:lnTo>
                  <a:lnTo>
                    <a:pt x="324612" y="1790700"/>
                  </a:lnTo>
                  <a:lnTo>
                    <a:pt x="324612" y="477012"/>
                  </a:lnTo>
                  <a:close/>
                </a:path>
                <a:path w="334010" h="1790700">
                  <a:moveTo>
                    <a:pt x="329184" y="499872"/>
                  </a:moveTo>
                  <a:lnTo>
                    <a:pt x="327660" y="499872"/>
                  </a:lnTo>
                  <a:lnTo>
                    <a:pt x="327660" y="1790700"/>
                  </a:lnTo>
                  <a:lnTo>
                    <a:pt x="329184" y="1790700"/>
                  </a:lnTo>
                  <a:lnTo>
                    <a:pt x="329184" y="499872"/>
                  </a:lnTo>
                  <a:close/>
                </a:path>
                <a:path w="334010" h="1790700">
                  <a:moveTo>
                    <a:pt x="333756" y="579120"/>
                  </a:moveTo>
                  <a:lnTo>
                    <a:pt x="332232" y="579120"/>
                  </a:lnTo>
                  <a:lnTo>
                    <a:pt x="332232" y="1790700"/>
                  </a:lnTo>
                  <a:lnTo>
                    <a:pt x="333756" y="1790700"/>
                  </a:lnTo>
                  <a:lnTo>
                    <a:pt x="333756" y="57912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187952" y="1679447"/>
              <a:ext cx="334010" cy="2184400"/>
            </a:xfrm>
            <a:custGeom>
              <a:avLst/>
              <a:gdLst/>
              <a:ahLst/>
              <a:cxnLst/>
              <a:rect l="l" t="t" r="r" b="b"/>
              <a:pathLst>
                <a:path w="334010" h="2184400">
                  <a:moveTo>
                    <a:pt x="1524" y="972312"/>
                  </a:moveTo>
                  <a:lnTo>
                    <a:pt x="0" y="972312"/>
                  </a:lnTo>
                  <a:lnTo>
                    <a:pt x="0" y="2183892"/>
                  </a:lnTo>
                  <a:lnTo>
                    <a:pt x="1524" y="2183892"/>
                  </a:lnTo>
                  <a:lnTo>
                    <a:pt x="1524" y="972312"/>
                  </a:lnTo>
                  <a:close/>
                </a:path>
                <a:path w="334010" h="2184400">
                  <a:moveTo>
                    <a:pt x="6096" y="755904"/>
                  </a:moveTo>
                  <a:lnTo>
                    <a:pt x="4572" y="755904"/>
                  </a:lnTo>
                  <a:lnTo>
                    <a:pt x="4572" y="2183892"/>
                  </a:lnTo>
                  <a:lnTo>
                    <a:pt x="6096" y="2183892"/>
                  </a:lnTo>
                  <a:lnTo>
                    <a:pt x="6096" y="755904"/>
                  </a:lnTo>
                  <a:close/>
                </a:path>
                <a:path w="334010" h="2184400">
                  <a:moveTo>
                    <a:pt x="10668" y="935736"/>
                  </a:moveTo>
                  <a:lnTo>
                    <a:pt x="9144" y="935736"/>
                  </a:lnTo>
                  <a:lnTo>
                    <a:pt x="9144" y="2183892"/>
                  </a:lnTo>
                  <a:lnTo>
                    <a:pt x="10668" y="2183892"/>
                  </a:lnTo>
                  <a:lnTo>
                    <a:pt x="10668" y="935736"/>
                  </a:lnTo>
                  <a:close/>
                </a:path>
                <a:path w="334010" h="2184400">
                  <a:moveTo>
                    <a:pt x="15240" y="1019556"/>
                  </a:moveTo>
                  <a:lnTo>
                    <a:pt x="13716" y="1019556"/>
                  </a:lnTo>
                  <a:lnTo>
                    <a:pt x="13716" y="2183892"/>
                  </a:lnTo>
                  <a:lnTo>
                    <a:pt x="15240" y="2183892"/>
                  </a:lnTo>
                  <a:lnTo>
                    <a:pt x="15240" y="1019556"/>
                  </a:lnTo>
                  <a:close/>
                </a:path>
                <a:path w="334010" h="2184400">
                  <a:moveTo>
                    <a:pt x="19812" y="870204"/>
                  </a:moveTo>
                  <a:lnTo>
                    <a:pt x="18288" y="870204"/>
                  </a:lnTo>
                  <a:lnTo>
                    <a:pt x="18288" y="2183892"/>
                  </a:lnTo>
                  <a:lnTo>
                    <a:pt x="19812" y="2183892"/>
                  </a:lnTo>
                  <a:lnTo>
                    <a:pt x="19812" y="870204"/>
                  </a:lnTo>
                  <a:close/>
                </a:path>
                <a:path w="334010" h="2184400">
                  <a:moveTo>
                    <a:pt x="25908" y="963168"/>
                  </a:moveTo>
                  <a:lnTo>
                    <a:pt x="22860" y="963168"/>
                  </a:lnTo>
                  <a:lnTo>
                    <a:pt x="22860" y="2183892"/>
                  </a:lnTo>
                  <a:lnTo>
                    <a:pt x="25908" y="2183892"/>
                  </a:lnTo>
                  <a:lnTo>
                    <a:pt x="25908" y="963168"/>
                  </a:lnTo>
                  <a:close/>
                </a:path>
                <a:path w="334010" h="2184400">
                  <a:moveTo>
                    <a:pt x="30480" y="870204"/>
                  </a:moveTo>
                  <a:lnTo>
                    <a:pt x="27432" y="870204"/>
                  </a:lnTo>
                  <a:lnTo>
                    <a:pt x="27432" y="2183892"/>
                  </a:lnTo>
                  <a:lnTo>
                    <a:pt x="30480" y="2183892"/>
                  </a:lnTo>
                  <a:lnTo>
                    <a:pt x="30480" y="870204"/>
                  </a:lnTo>
                  <a:close/>
                </a:path>
                <a:path w="334010" h="2184400">
                  <a:moveTo>
                    <a:pt x="35052" y="906780"/>
                  </a:moveTo>
                  <a:lnTo>
                    <a:pt x="32004" y="906780"/>
                  </a:lnTo>
                  <a:lnTo>
                    <a:pt x="32004" y="2183892"/>
                  </a:lnTo>
                  <a:lnTo>
                    <a:pt x="35052" y="2183892"/>
                  </a:lnTo>
                  <a:lnTo>
                    <a:pt x="35052" y="906780"/>
                  </a:lnTo>
                  <a:close/>
                </a:path>
                <a:path w="334010" h="2184400">
                  <a:moveTo>
                    <a:pt x="39624" y="920496"/>
                  </a:moveTo>
                  <a:lnTo>
                    <a:pt x="38100" y="920496"/>
                  </a:lnTo>
                  <a:lnTo>
                    <a:pt x="38100" y="2183892"/>
                  </a:lnTo>
                  <a:lnTo>
                    <a:pt x="39624" y="2183892"/>
                  </a:lnTo>
                  <a:lnTo>
                    <a:pt x="39624" y="920496"/>
                  </a:lnTo>
                  <a:close/>
                </a:path>
                <a:path w="334010" h="2184400">
                  <a:moveTo>
                    <a:pt x="44196" y="1050036"/>
                  </a:moveTo>
                  <a:lnTo>
                    <a:pt x="42672" y="1050036"/>
                  </a:lnTo>
                  <a:lnTo>
                    <a:pt x="42672" y="2183892"/>
                  </a:lnTo>
                  <a:lnTo>
                    <a:pt x="44196" y="2183892"/>
                  </a:lnTo>
                  <a:lnTo>
                    <a:pt x="44196" y="1050036"/>
                  </a:lnTo>
                  <a:close/>
                </a:path>
                <a:path w="334010" h="2184400">
                  <a:moveTo>
                    <a:pt x="48768" y="131064"/>
                  </a:moveTo>
                  <a:lnTo>
                    <a:pt x="47244" y="131064"/>
                  </a:lnTo>
                  <a:lnTo>
                    <a:pt x="47244" y="2183892"/>
                  </a:lnTo>
                  <a:lnTo>
                    <a:pt x="48768" y="2183892"/>
                  </a:lnTo>
                  <a:lnTo>
                    <a:pt x="48768" y="131064"/>
                  </a:lnTo>
                  <a:close/>
                </a:path>
                <a:path w="334010" h="2184400">
                  <a:moveTo>
                    <a:pt x="53340" y="1007364"/>
                  </a:moveTo>
                  <a:lnTo>
                    <a:pt x="51816" y="1007364"/>
                  </a:lnTo>
                  <a:lnTo>
                    <a:pt x="51816" y="2183892"/>
                  </a:lnTo>
                  <a:lnTo>
                    <a:pt x="53340" y="2183892"/>
                  </a:lnTo>
                  <a:lnTo>
                    <a:pt x="53340" y="1007364"/>
                  </a:lnTo>
                  <a:close/>
                </a:path>
                <a:path w="334010" h="2184400">
                  <a:moveTo>
                    <a:pt x="57912" y="880872"/>
                  </a:moveTo>
                  <a:lnTo>
                    <a:pt x="56388" y="880872"/>
                  </a:lnTo>
                  <a:lnTo>
                    <a:pt x="56388" y="2183892"/>
                  </a:lnTo>
                  <a:lnTo>
                    <a:pt x="57912" y="2183892"/>
                  </a:lnTo>
                  <a:lnTo>
                    <a:pt x="57912" y="880872"/>
                  </a:lnTo>
                  <a:close/>
                </a:path>
                <a:path w="334010" h="2184400">
                  <a:moveTo>
                    <a:pt x="62484" y="1086612"/>
                  </a:moveTo>
                  <a:lnTo>
                    <a:pt x="60960" y="1086612"/>
                  </a:lnTo>
                  <a:lnTo>
                    <a:pt x="60960" y="2183892"/>
                  </a:lnTo>
                  <a:lnTo>
                    <a:pt x="62484" y="2183892"/>
                  </a:lnTo>
                  <a:lnTo>
                    <a:pt x="62484" y="1086612"/>
                  </a:lnTo>
                  <a:close/>
                </a:path>
                <a:path w="334010" h="2184400">
                  <a:moveTo>
                    <a:pt x="68580" y="1019556"/>
                  </a:moveTo>
                  <a:lnTo>
                    <a:pt x="65532" y="1019556"/>
                  </a:lnTo>
                  <a:lnTo>
                    <a:pt x="65532" y="2183892"/>
                  </a:lnTo>
                  <a:lnTo>
                    <a:pt x="68580" y="2183892"/>
                  </a:lnTo>
                  <a:lnTo>
                    <a:pt x="68580" y="1019556"/>
                  </a:lnTo>
                  <a:close/>
                </a:path>
                <a:path w="334010" h="2184400">
                  <a:moveTo>
                    <a:pt x="73152" y="1164336"/>
                  </a:moveTo>
                  <a:lnTo>
                    <a:pt x="70104" y="1164336"/>
                  </a:lnTo>
                  <a:lnTo>
                    <a:pt x="70104" y="2183892"/>
                  </a:lnTo>
                  <a:lnTo>
                    <a:pt x="73152" y="2183892"/>
                  </a:lnTo>
                  <a:lnTo>
                    <a:pt x="73152" y="1164336"/>
                  </a:lnTo>
                  <a:close/>
                </a:path>
                <a:path w="334010" h="2184400">
                  <a:moveTo>
                    <a:pt x="77724" y="786384"/>
                  </a:moveTo>
                  <a:lnTo>
                    <a:pt x="74676" y="786384"/>
                  </a:lnTo>
                  <a:lnTo>
                    <a:pt x="74676" y="2183892"/>
                  </a:lnTo>
                  <a:lnTo>
                    <a:pt x="77724" y="2183892"/>
                  </a:lnTo>
                  <a:lnTo>
                    <a:pt x="77724" y="786384"/>
                  </a:lnTo>
                  <a:close/>
                </a:path>
                <a:path w="334010" h="2184400">
                  <a:moveTo>
                    <a:pt x="82296" y="972312"/>
                  </a:moveTo>
                  <a:lnTo>
                    <a:pt x="80772" y="972312"/>
                  </a:lnTo>
                  <a:lnTo>
                    <a:pt x="80772" y="2183892"/>
                  </a:lnTo>
                  <a:lnTo>
                    <a:pt x="82296" y="2183892"/>
                  </a:lnTo>
                  <a:lnTo>
                    <a:pt x="82296" y="972312"/>
                  </a:lnTo>
                  <a:close/>
                </a:path>
                <a:path w="334010" h="2184400">
                  <a:moveTo>
                    <a:pt x="86868" y="1306068"/>
                  </a:moveTo>
                  <a:lnTo>
                    <a:pt x="85344" y="1306068"/>
                  </a:lnTo>
                  <a:lnTo>
                    <a:pt x="85344" y="2183892"/>
                  </a:lnTo>
                  <a:lnTo>
                    <a:pt x="86868" y="2183892"/>
                  </a:lnTo>
                  <a:lnTo>
                    <a:pt x="86868" y="1306068"/>
                  </a:lnTo>
                  <a:close/>
                </a:path>
                <a:path w="334010" h="2184400">
                  <a:moveTo>
                    <a:pt x="91440" y="786384"/>
                  </a:moveTo>
                  <a:lnTo>
                    <a:pt x="89916" y="786384"/>
                  </a:lnTo>
                  <a:lnTo>
                    <a:pt x="89916" y="2183892"/>
                  </a:lnTo>
                  <a:lnTo>
                    <a:pt x="91440" y="2183892"/>
                  </a:lnTo>
                  <a:lnTo>
                    <a:pt x="91440" y="786384"/>
                  </a:lnTo>
                  <a:close/>
                </a:path>
                <a:path w="334010" h="2184400">
                  <a:moveTo>
                    <a:pt x="96012" y="822960"/>
                  </a:moveTo>
                  <a:lnTo>
                    <a:pt x="94488" y="822960"/>
                  </a:lnTo>
                  <a:lnTo>
                    <a:pt x="94488" y="2183892"/>
                  </a:lnTo>
                  <a:lnTo>
                    <a:pt x="96012" y="2183892"/>
                  </a:lnTo>
                  <a:lnTo>
                    <a:pt x="96012" y="822960"/>
                  </a:lnTo>
                  <a:close/>
                </a:path>
                <a:path w="334010" h="2184400">
                  <a:moveTo>
                    <a:pt x="100584" y="822960"/>
                  </a:moveTo>
                  <a:lnTo>
                    <a:pt x="99060" y="822960"/>
                  </a:lnTo>
                  <a:lnTo>
                    <a:pt x="99060" y="2183892"/>
                  </a:lnTo>
                  <a:lnTo>
                    <a:pt x="100584" y="2183892"/>
                  </a:lnTo>
                  <a:lnTo>
                    <a:pt x="100584" y="822960"/>
                  </a:lnTo>
                  <a:close/>
                </a:path>
                <a:path w="334010" h="2184400">
                  <a:moveTo>
                    <a:pt x="105156" y="935736"/>
                  </a:moveTo>
                  <a:lnTo>
                    <a:pt x="103632" y="935736"/>
                  </a:lnTo>
                  <a:lnTo>
                    <a:pt x="103632" y="2183892"/>
                  </a:lnTo>
                  <a:lnTo>
                    <a:pt x="105156" y="2183892"/>
                  </a:lnTo>
                  <a:lnTo>
                    <a:pt x="105156" y="935736"/>
                  </a:lnTo>
                  <a:close/>
                </a:path>
                <a:path w="334010" h="2184400">
                  <a:moveTo>
                    <a:pt x="111252" y="947928"/>
                  </a:moveTo>
                  <a:lnTo>
                    <a:pt x="108204" y="947928"/>
                  </a:lnTo>
                  <a:lnTo>
                    <a:pt x="108204" y="2183892"/>
                  </a:lnTo>
                  <a:lnTo>
                    <a:pt x="111252" y="2183892"/>
                  </a:lnTo>
                  <a:lnTo>
                    <a:pt x="111252" y="947928"/>
                  </a:lnTo>
                  <a:close/>
                </a:path>
                <a:path w="334010" h="2184400">
                  <a:moveTo>
                    <a:pt x="115824" y="1427988"/>
                  </a:moveTo>
                  <a:lnTo>
                    <a:pt x="112776" y="1427988"/>
                  </a:lnTo>
                  <a:lnTo>
                    <a:pt x="112776" y="2183892"/>
                  </a:lnTo>
                  <a:lnTo>
                    <a:pt x="115824" y="2183892"/>
                  </a:lnTo>
                  <a:lnTo>
                    <a:pt x="115824" y="1427988"/>
                  </a:lnTo>
                  <a:close/>
                </a:path>
                <a:path w="334010" h="2184400">
                  <a:moveTo>
                    <a:pt x="120396" y="1542288"/>
                  </a:moveTo>
                  <a:lnTo>
                    <a:pt x="118872" y="1542288"/>
                  </a:lnTo>
                  <a:lnTo>
                    <a:pt x="118872" y="2183892"/>
                  </a:lnTo>
                  <a:lnTo>
                    <a:pt x="120396" y="2183892"/>
                  </a:lnTo>
                  <a:lnTo>
                    <a:pt x="120396" y="1542288"/>
                  </a:lnTo>
                  <a:close/>
                </a:path>
                <a:path w="334010" h="2184400">
                  <a:moveTo>
                    <a:pt x="124968" y="1691640"/>
                  </a:moveTo>
                  <a:lnTo>
                    <a:pt x="123444" y="1691640"/>
                  </a:lnTo>
                  <a:lnTo>
                    <a:pt x="123444" y="2183892"/>
                  </a:lnTo>
                  <a:lnTo>
                    <a:pt x="124968" y="2183892"/>
                  </a:lnTo>
                  <a:lnTo>
                    <a:pt x="124968" y="1691640"/>
                  </a:lnTo>
                  <a:close/>
                </a:path>
                <a:path w="334010" h="2184400">
                  <a:moveTo>
                    <a:pt x="129540" y="1464564"/>
                  </a:moveTo>
                  <a:lnTo>
                    <a:pt x="128016" y="1464564"/>
                  </a:lnTo>
                  <a:lnTo>
                    <a:pt x="128016" y="2183892"/>
                  </a:lnTo>
                  <a:lnTo>
                    <a:pt x="129540" y="2183892"/>
                  </a:lnTo>
                  <a:lnTo>
                    <a:pt x="129540" y="1464564"/>
                  </a:lnTo>
                  <a:close/>
                </a:path>
                <a:path w="334010" h="2184400">
                  <a:moveTo>
                    <a:pt x="134112" y="1464564"/>
                  </a:moveTo>
                  <a:lnTo>
                    <a:pt x="132588" y="1464564"/>
                  </a:lnTo>
                  <a:lnTo>
                    <a:pt x="132588" y="2183892"/>
                  </a:lnTo>
                  <a:lnTo>
                    <a:pt x="134112" y="2183892"/>
                  </a:lnTo>
                  <a:lnTo>
                    <a:pt x="134112" y="1464564"/>
                  </a:lnTo>
                  <a:close/>
                </a:path>
                <a:path w="334010" h="2184400">
                  <a:moveTo>
                    <a:pt x="138684" y="1542288"/>
                  </a:moveTo>
                  <a:lnTo>
                    <a:pt x="137160" y="1542288"/>
                  </a:lnTo>
                  <a:lnTo>
                    <a:pt x="137160" y="2183892"/>
                  </a:lnTo>
                  <a:lnTo>
                    <a:pt x="138684" y="2183892"/>
                  </a:lnTo>
                  <a:lnTo>
                    <a:pt x="138684" y="1542288"/>
                  </a:lnTo>
                  <a:close/>
                </a:path>
                <a:path w="334010" h="2184400">
                  <a:moveTo>
                    <a:pt x="143256" y="1464564"/>
                  </a:moveTo>
                  <a:lnTo>
                    <a:pt x="141732" y="1464564"/>
                  </a:lnTo>
                  <a:lnTo>
                    <a:pt x="141732" y="2183892"/>
                  </a:lnTo>
                  <a:lnTo>
                    <a:pt x="143256" y="2183892"/>
                  </a:lnTo>
                  <a:lnTo>
                    <a:pt x="143256" y="1464564"/>
                  </a:lnTo>
                  <a:close/>
                </a:path>
                <a:path w="334010" h="2184400">
                  <a:moveTo>
                    <a:pt x="149352" y="1200912"/>
                  </a:moveTo>
                  <a:lnTo>
                    <a:pt x="146304" y="1200912"/>
                  </a:lnTo>
                  <a:lnTo>
                    <a:pt x="146304" y="2183892"/>
                  </a:lnTo>
                  <a:lnTo>
                    <a:pt x="149352" y="2183892"/>
                  </a:lnTo>
                  <a:lnTo>
                    <a:pt x="149352" y="1200912"/>
                  </a:lnTo>
                  <a:close/>
                </a:path>
                <a:path w="334010" h="2184400">
                  <a:moveTo>
                    <a:pt x="153924" y="1150620"/>
                  </a:moveTo>
                  <a:lnTo>
                    <a:pt x="150876" y="1150620"/>
                  </a:lnTo>
                  <a:lnTo>
                    <a:pt x="150876" y="2183892"/>
                  </a:lnTo>
                  <a:lnTo>
                    <a:pt x="153924" y="2183892"/>
                  </a:lnTo>
                  <a:lnTo>
                    <a:pt x="153924" y="1150620"/>
                  </a:lnTo>
                  <a:close/>
                </a:path>
                <a:path w="334010" h="2184400">
                  <a:moveTo>
                    <a:pt x="158496" y="0"/>
                  </a:moveTo>
                  <a:lnTo>
                    <a:pt x="155448" y="0"/>
                  </a:lnTo>
                  <a:lnTo>
                    <a:pt x="155448" y="2183892"/>
                  </a:lnTo>
                  <a:lnTo>
                    <a:pt x="158496" y="2183892"/>
                  </a:lnTo>
                  <a:lnTo>
                    <a:pt x="158496" y="0"/>
                  </a:lnTo>
                  <a:close/>
                </a:path>
                <a:path w="334010" h="2184400">
                  <a:moveTo>
                    <a:pt x="163068" y="1368552"/>
                  </a:moveTo>
                  <a:lnTo>
                    <a:pt x="161544" y="1368552"/>
                  </a:lnTo>
                  <a:lnTo>
                    <a:pt x="161544" y="2183892"/>
                  </a:lnTo>
                  <a:lnTo>
                    <a:pt x="163068" y="2183892"/>
                  </a:lnTo>
                  <a:lnTo>
                    <a:pt x="163068" y="1368552"/>
                  </a:lnTo>
                  <a:close/>
                </a:path>
                <a:path w="334010" h="2184400">
                  <a:moveTo>
                    <a:pt x="167640" y="1464564"/>
                  </a:moveTo>
                  <a:lnTo>
                    <a:pt x="166116" y="1464564"/>
                  </a:lnTo>
                  <a:lnTo>
                    <a:pt x="166116" y="2183892"/>
                  </a:lnTo>
                  <a:lnTo>
                    <a:pt x="167640" y="2183892"/>
                  </a:lnTo>
                  <a:lnTo>
                    <a:pt x="167640" y="1464564"/>
                  </a:lnTo>
                  <a:close/>
                </a:path>
                <a:path w="334010" h="2184400">
                  <a:moveTo>
                    <a:pt x="172212" y="1427988"/>
                  </a:moveTo>
                  <a:lnTo>
                    <a:pt x="170688" y="1427988"/>
                  </a:lnTo>
                  <a:lnTo>
                    <a:pt x="170688" y="2183892"/>
                  </a:lnTo>
                  <a:lnTo>
                    <a:pt x="172212" y="2183892"/>
                  </a:lnTo>
                  <a:lnTo>
                    <a:pt x="172212" y="1427988"/>
                  </a:lnTo>
                  <a:close/>
                </a:path>
                <a:path w="334010" h="2184400">
                  <a:moveTo>
                    <a:pt x="176784" y="1331976"/>
                  </a:moveTo>
                  <a:lnTo>
                    <a:pt x="175260" y="1331976"/>
                  </a:lnTo>
                  <a:lnTo>
                    <a:pt x="175260" y="2183892"/>
                  </a:lnTo>
                  <a:lnTo>
                    <a:pt x="176784" y="2183892"/>
                  </a:lnTo>
                  <a:lnTo>
                    <a:pt x="176784" y="1331976"/>
                  </a:lnTo>
                  <a:close/>
                </a:path>
                <a:path w="334010" h="2184400">
                  <a:moveTo>
                    <a:pt x="181356" y="1542288"/>
                  </a:moveTo>
                  <a:lnTo>
                    <a:pt x="179832" y="1542288"/>
                  </a:lnTo>
                  <a:lnTo>
                    <a:pt x="179832" y="2183892"/>
                  </a:lnTo>
                  <a:lnTo>
                    <a:pt x="181356" y="2183892"/>
                  </a:lnTo>
                  <a:lnTo>
                    <a:pt x="181356" y="1542288"/>
                  </a:lnTo>
                  <a:close/>
                </a:path>
                <a:path w="334010" h="2184400">
                  <a:moveTo>
                    <a:pt x="185928" y="1350264"/>
                  </a:moveTo>
                  <a:lnTo>
                    <a:pt x="184404" y="1350264"/>
                  </a:lnTo>
                  <a:lnTo>
                    <a:pt x="184404" y="2183892"/>
                  </a:lnTo>
                  <a:lnTo>
                    <a:pt x="185928" y="2183892"/>
                  </a:lnTo>
                  <a:lnTo>
                    <a:pt x="185928" y="1350264"/>
                  </a:lnTo>
                  <a:close/>
                </a:path>
                <a:path w="334010" h="2184400">
                  <a:moveTo>
                    <a:pt x="192024" y="1444752"/>
                  </a:moveTo>
                  <a:lnTo>
                    <a:pt x="188976" y="1444752"/>
                  </a:lnTo>
                  <a:lnTo>
                    <a:pt x="188976" y="2183892"/>
                  </a:lnTo>
                  <a:lnTo>
                    <a:pt x="192024" y="2183892"/>
                  </a:lnTo>
                  <a:lnTo>
                    <a:pt x="192024" y="1444752"/>
                  </a:lnTo>
                  <a:close/>
                </a:path>
                <a:path w="334010" h="2184400">
                  <a:moveTo>
                    <a:pt x="196596" y="1248156"/>
                  </a:moveTo>
                  <a:lnTo>
                    <a:pt x="193548" y="1248156"/>
                  </a:lnTo>
                  <a:lnTo>
                    <a:pt x="193548" y="2183892"/>
                  </a:lnTo>
                  <a:lnTo>
                    <a:pt x="196596" y="2183892"/>
                  </a:lnTo>
                  <a:lnTo>
                    <a:pt x="196596" y="1248156"/>
                  </a:lnTo>
                  <a:close/>
                </a:path>
                <a:path w="334010" h="2184400">
                  <a:moveTo>
                    <a:pt x="201168" y="1341120"/>
                  </a:moveTo>
                  <a:lnTo>
                    <a:pt x="198120" y="1341120"/>
                  </a:lnTo>
                  <a:lnTo>
                    <a:pt x="198120" y="2183892"/>
                  </a:lnTo>
                  <a:lnTo>
                    <a:pt x="201168" y="2183892"/>
                  </a:lnTo>
                  <a:lnTo>
                    <a:pt x="201168" y="1341120"/>
                  </a:lnTo>
                  <a:close/>
                </a:path>
                <a:path w="334010" h="2184400">
                  <a:moveTo>
                    <a:pt x="205740" y="1284732"/>
                  </a:moveTo>
                  <a:lnTo>
                    <a:pt x="204216" y="1284732"/>
                  </a:lnTo>
                  <a:lnTo>
                    <a:pt x="204216" y="2183892"/>
                  </a:lnTo>
                  <a:lnTo>
                    <a:pt x="205740" y="2183892"/>
                  </a:lnTo>
                  <a:lnTo>
                    <a:pt x="205740" y="1284732"/>
                  </a:lnTo>
                  <a:close/>
                </a:path>
                <a:path w="334010" h="2184400">
                  <a:moveTo>
                    <a:pt x="210312" y="1485900"/>
                  </a:moveTo>
                  <a:lnTo>
                    <a:pt x="208788" y="1485900"/>
                  </a:lnTo>
                  <a:lnTo>
                    <a:pt x="208788" y="2183892"/>
                  </a:lnTo>
                  <a:lnTo>
                    <a:pt x="210312" y="2183892"/>
                  </a:lnTo>
                  <a:lnTo>
                    <a:pt x="210312" y="1485900"/>
                  </a:lnTo>
                  <a:close/>
                </a:path>
                <a:path w="334010" h="2184400">
                  <a:moveTo>
                    <a:pt x="214884" y="1345692"/>
                  </a:moveTo>
                  <a:lnTo>
                    <a:pt x="213360" y="1345692"/>
                  </a:lnTo>
                  <a:lnTo>
                    <a:pt x="213360" y="2183892"/>
                  </a:lnTo>
                  <a:lnTo>
                    <a:pt x="214884" y="2183892"/>
                  </a:lnTo>
                  <a:lnTo>
                    <a:pt x="214884" y="1345692"/>
                  </a:lnTo>
                  <a:close/>
                </a:path>
                <a:path w="334010" h="2184400">
                  <a:moveTo>
                    <a:pt x="219456" y="1217676"/>
                  </a:moveTo>
                  <a:lnTo>
                    <a:pt x="217932" y="1217676"/>
                  </a:lnTo>
                  <a:lnTo>
                    <a:pt x="217932" y="2183892"/>
                  </a:lnTo>
                  <a:lnTo>
                    <a:pt x="219456" y="2183892"/>
                  </a:lnTo>
                  <a:lnTo>
                    <a:pt x="219456" y="1217676"/>
                  </a:lnTo>
                  <a:close/>
                </a:path>
                <a:path w="334010" h="2184400">
                  <a:moveTo>
                    <a:pt x="224028" y="1284732"/>
                  </a:moveTo>
                  <a:lnTo>
                    <a:pt x="222504" y="1284732"/>
                  </a:lnTo>
                  <a:lnTo>
                    <a:pt x="222504" y="2183892"/>
                  </a:lnTo>
                  <a:lnTo>
                    <a:pt x="224028" y="2183892"/>
                  </a:lnTo>
                  <a:lnTo>
                    <a:pt x="224028" y="1284732"/>
                  </a:lnTo>
                  <a:close/>
                </a:path>
                <a:path w="334010" h="2184400">
                  <a:moveTo>
                    <a:pt x="228600" y="1600200"/>
                  </a:moveTo>
                  <a:lnTo>
                    <a:pt x="227076" y="1600200"/>
                  </a:lnTo>
                  <a:lnTo>
                    <a:pt x="227076" y="2183892"/>
                  </a:lnTo>
                  <a:lnTo>
                    <a:pt x="228600" y="2183892"/>
                  </a:lnTo>
                  <a:lnTo>
                    <a:pt x="228600" y="1600200"/>
                  </a:lnTo>
                  <a:close/>
                </a:path>
                <a:path w="334010" h="2184400">
                  <a:moveTo>
                    <a:pt x="234696" y="1542288"/>
                  </a:moveTo>
                  <a:lnTo>
                    <a:pt x="231648" y="1542288"/>
                  </a:lnTo>
                  <a:lnTo>
                    <a:pt x="231648" y="2183892"/>
                  </a:lnTo>
                  <a:lnTo>
                    <a:pt x="234696" y="2183892"/>
                  </a:lnTo>
                  <a:lnTo>
                    <a:pt x="234696" y="1542288"/>
                  </a:lnTo>
                  <a:close/>
                </a:path>
                <a:path w="334010" h="2184400">
                  <a:moveTo>
                    <a:pt x="239268" y="1542288"/>
                  </a:moveTo>
                  <a:lnTo>
                    <a:pt x="236220" y="1542288"/>
                  </a:lnTo>
                  <a:lnTo>
                    <a:pt x="236220" y="2183892"/>
                  </a:lnTo>
                  <a:lnTo>
                    <a:pt x="239268" y="2183892"/>
                  </a:lnTo>
                  <a:lnTo>
                    <a:pt x="239268" y="1542288"/>
                  </a:lnTo>
                  <a:close/>
                </a:path>
                <a:path w="334010" h="2184400">
                  <a:moveTo>
                    <a:pt x="243840" y="1542288"/>
                  </a:moveTo>
                  <a:lnTo>
                    <a:pt x="242316" y="1542288"/>
                  </a:lnTo>
                  <a:lnTo>
                    <a:pt x="242316" y="2183892"/>
                  </a:lnTo>
                  <a:lnTo>
                    <a:pt x="243840" y="2183892"/>
                  </a:lnTo>
                  <a:lnTo>
                    <a:pt x="243840" y="1542288"/>
                  </a:lnTo>
                  <a:close/>
                </a:path>
                <a:path w="334010" h="2184400">
                  <a:moveTo>
                    <a:pt x="248412" y="1498092"/>
                  </a:moveTo>
                  <a:lnTo>
                    <a:pt x="246888" y="1498092"/>
                  </a:lnTo>
                  <a:lnTo>
                    <a:pt x="246888" y="2183892"/>
                  </a:lnTo>
                  <a:lnTo>
                    <a:pt x="248412" y="2183892"/>
                  </a:lnTo>
                  <a:lnTo>
                    <a:pt x="248412" y="1498092"/>
                  </a:lnTo>
                  <a:close/>
                </a:path>
                <a:path w="334010" h="2184400">
                  <a:moveTo>
                    <a:pt x="252984" y="1237488"/>
                  </a:moveTo>
                  <a:lnTo>
                    <a:pt x="251460" y="1237488"/>
                  </a:lnTo>
                  <a:lnTo>
                    <a:pt x="251460" y="2183892"/>
                  </a:lnTo>
                  <a:lnTo>
                    <a:pt x="252984" y="2183892"/>
                  </a:lnTo>
                  <a:lnTo>
                    <a:pt x="252984" y="1237488"/>
                  </a:lnTo>
                  <a:close/>
                </a:path>
                <a:path w="334010" h="2184400">
                  <a:moveTo>
                    <a:pt x="257556" y="1412748"/>
                  </a:moveTo>
                  <a:lnTo>
                    <a:pt x="256032" y="1412748"/>
                  </a:lnTo>
                  <a:lnTo>
                    <a:pt x="256032" y="2183892"/>
                  </a:lnTo>
                  <a:lnTo>
                    <a:pt x="257556" y="2183892"/>
                  </a:lnTo>
                  <a:lnTo>
                    <a:pt x="257556" y="1412748"/>
                  </a:lnTo>
                  <a:close/>
                </a:path>
                <a:path w="334010" h="2184400">
                  <a:moveTo>
                    <a:pt x="262128" y="1578864"/>
                  </a:moveTo>
                  <a:lnTo>
                    <a:pt x="260604" y="1578864"/>
                  </a:lnTo>
                  <a:lnTo>
                    <a:pt x="260604" y="2183892"/>
                  </a:lnTo>
                  <a:lnTo>
                    <a:pt x="262128" y="2183892"/>
                  </a:lnTo>
                  <a:lnTo>
                    <a:pt x="262128" y="1578864"/>
                  </a:lnTo>
                  <a:close/>
                </a:path>
                <a:path w="334010" h="2184400">
                  <a:moveTo>
                    <a:pt x="266700" y="1123188"/>
                  </a:moveTo>
                  <a:lnTo>
                    <a:pt x="265176" y="1123188"/>
                  </a:lnTo>
                  <a:lnTo>
                    <a:pt x="265176" y="2183892"/>
                  </a:lnTo>
                  <a:lnTo>
                    <a:pt x="266700" y="2183892"/>
                  </a:lnTo>
                  <a:lnTo>
                    <a:pt x="266700" y="1123188"/>
                  </a:lnTo>
                  <a:close/>
                </a:path>
                <a:path w="334010" h="2184400">
                  <a:moveTo>
                    <a:pt x="271272" y="1248156"/>
                  </a:moveTo>
                  <a:lnTo>
                    <a:pt x="269748" y="1248156"/>
                  </a:lnTo>
                  <a:lnTo>
                    <a:pt x="269748" y="2183892"/>
                  </a:lnTo>
                  <a:lnTo>
                    <a:pt x="271272" y="2183892"/>
                  </a:lnTo>
                  <a:lnTo>
                    <a:pt x="271272" y="1248156"/>
                  </a:lnTo>
                  <a:close/>
                </a:path>
                <a:path w="334010" h="2184400">
                  <a:moveTo>
                    <a:pt x="277368" y="1223772"/>
                  </a:moveTo>
                  <a:lnTo>
                    <a:pt x="274320" y="1223772"/>
                  </a:lnTo>
                  <a:lnTo>
                    <a:pt x="274320" y="2183892"/>
                  </a:lnTo>
                  <a:lnTo>
                    <a:pt x="277368" y="2183892"/>
                  </a:lnTo>
                  <a:lnTo>
                    <a:pt x="277368" y="1223772"/>
                  </a:lnTo>
                  <a:close/>
                </a:path>
                <a:path w="334010" h="2184400">
                  <a:moveTo>
                    <a:pt x="281940" y="1248156"/>
                  </a:moveTo>
                  <a:lnTo>
                    <a:pt x="278892" y="1248156"/>
                  </a:lnTo>
                  <a:lnTo>
                    <a:pt x="278892" y="2183892"/>
                  </a:lnTo>
                  <a:lnTo>
                    <a:pt x="281940" y="2183892"/>
                  </a:lnTo>
                  <a:lnTo>
                    <a:pt x="281940" y="1248156"/>
                  </a:lnTo>
                  <a:close/>
                </a:path>
                <a:path w="334010" h="2184400">
                  <a:moveTo>
                    <a:pt x="286512" y="1248156"/>
                  </a:moveTo>
                  <a:lnTo>
                    <a:pt x="284988" y="1248156"/>
                  </a:lnTo>
                  <a:lnTo>
                    <a:pt x="284988" y="2183892"/>
                  </a:lnTo>
                  <a:lnTo>
                    <a:pt x="286512" y="2183892"/>
                  </a:lnTo>
                  <a:lnTo>
                    <a:pt x="286512" y="1248156"/>
                  </a:lnTo>
                  <a:close/>
                </a:path>
                <a:path w="334010" h="2184400">
                  <a:moveTo>
                    <a:pt x="291084" y="1147572"/>
                  </a:moveTo>
                  <a:lnTo>
                    <a:pt x="289560" y="1147572"/>
                  </a:lnTo>
                  <a:lnTo>
                    <a:pt x="289560" y="2183892"/>
                  </a:lnTo>
                  <a:lnTo>
                    <a:pt x="291084" y="2183892"/>
                  </a:lnTo>
                  <a:lnTo>
                    <a:pt x="291084" y="1147572"/>
                  </a:lnTo>
                  <a:close/>
                </a:path>
                <a:path w="334010" h="2184400">
                  <a:moveTo>
                    <a:pt x="295656" y="1200912"/>
                  </a:moveTo>
                  <a:lnTo>
                    <a:pt x="294132" y="1200912"/>
                  </a:lnTo>
                  <a:lnTo>
                    <a:pt x="294132" y="2183892"/>
                  </a:lnTo>
                  <a:lnTo>
                    <a:pt x="295656" y="2183892"/>
                  </a:lnTo>
                  <a:lnTo>
                    <a:pt x="295656" y="1200912"/>
                  </a:lnTo>
                  <a:close/>
                </a:path>
                <a:path w="334010" h="2184400">
                  <a:moveTo>
                    <a:pt x="300228" y="1200912"/>
                  </a:moveTo>
                  <a:lnTo>
                    <a:pt x="298704" y="1200912"/>
                  </a:lnTo>
                  <a:lnTo>
                    <a:pt x="298704" y="2183892"/>
                  </a:lnTo>
                  <a:lnTo>
                    <a:pt x="300228" y="2183892"/>
                  </a:lnTo>
                  <a:lnTo>
                    <a:pt x="300228" y="1200912"/>
                  </a:lnTo>
                  <a:close/>
                </a:path>
                <a:path w="334010" h="2184400">
                  <a:moveTo>
                    <a:pt x="304800" y="1133856"/>
                  </a:moveTo>
                  <a:lnTo>
                    <a:pt x="303276" y="1133856"/>
                  </a:lnTo>
                  <a:lnTo>
                    <a:pt x="303276" y="2183892"/>
                  </a:lnTo>
                  <a:lnTo>
                    <a:pt x="304800" y="2183892"/>
                  </a:lnTo>
                  <a:lnTo>
                    <a:pt x="304800" y="1133856"/>
                  </a:lnTo>
                  <a:close/>
                </a:path>
                <a:path w="334010" h="2184400">
                  <a:moveTo>
                    <a:pt x="309372" y="1626108"/>
                  </a:moveTo>
                  <a:lnTo>
                    <a:pt x="307848" y="1626108"/>
                  </a:lnTo>
                  <a:lnTo>
                    <a:pt x="307848" y="2183892"/>
                  </a:lnTo>
                  <a:lnTo>
                    <a:pt x="309372" y="2183892"/>
                  </a:lnTo>
                  <a:lnTo>
                    <a:pt x="309372" y="1626108"/>
                  </a:lnTo>
                  <a:close/>
                </a:path>
                <a:path w="334010" h="2184400">
                  <a:moveTo>
                    <a:pt x="315468" y="1124712"/>
                  </a:moveTo>
                  <a:lnTo>
                    <a:pt x="312420" y="1124712"/>
                  </a:lnTo>
                  <a:lnTo>
                    <a:pt x="312420" y="2183892"/>
                  </a:lnTo>
                  <a:lnTo>
                    <a:pt x="315468" y="2183892"/>
                  </a:lnTo>
                  <a:lnTo>
                    <a:pt x="315468" y="1124712"/>
                  </a:lnTo>
                  <a:close/>
                </a:path>
                <a:path w="334010" h="2184400">
                  <a:moveTo>
                    <a:pt x="320040" y="1114044"/>
                  </a:moveTo>
                  <a:lnTo>
                    <a:pt x="316992" y="1114044"/>
                  </a:lnTo>
                  <a:lnTo>
                    <a:pt x="316992" y="2183892"/>
                  </a:lnTo>
                  <a:lnTo>
                    <a:pt x="320040" y="2183892"/>
                  </a:lnTo>
                  <a:lnTo>
                    <a:pt x="320040" y="1114044"/>
                  </a:lnTo>
                  <a:close/>
                </a:path>
                <a:path w="334010" h="2184400">
                  <a:moveTo>
                    <a:pt x="324612" y="1133856"/>
                  </a:moveTo>
                  <a:lnTo>
                    <a:pt x="321564" y="1133856"/>
                  </a:lnTo>
                  <a:lnTo>
                    <a:pt x="321564" y="2183892"/>
                  </a:lnTo>
                  <a:lnTo>
                    <a:pt x="324612" y="2183892"/>
                  </a:lnTo>
                  <a:lnTo>
                    <a:pt x="324612" y="1133856"/>
                  </a:lnTo>
                  <a:close/>
                </a:path>
                <a:path w="334010" h="2184400">
                  <a:moveTo>
                    <a:pt x="329184" y="1200912"/>
                  </a:moveTo>
                  <a:lnTo>
                    <a:pt x="327660" y="1200912"/>
                  </a:lnTo>
                  <a:lnTo>
                    <a:pt x="327660" y="2183892"/>
                  </a:lnTo>
                  <a:lnTo>
                    <a:pt x="329184" y="2183892"/>
                  </a:lnTo>
                  <a:lnTo>
                    <a:pt x="329184" y="1200912"/>
                  </a:lnTo>
                  <a:close/>
                </a:path>
                <a:path w="334010" h="2184400">
                  <a:moveTo>
                    <a:pt x="333756" y="1200912"/>
                  </a:moveTo>
                  <a:lnTo>
                    <a:pt x="332232" y="1200912"/>
                  </a:lnTo>
                  <a:lnTo>
                    <a:pt x="332232" y="2183892"/>
                  </a:lnTo>
                  <a:lnTo>
                    <a:pt x="333756" y="2183892"/>
                  </a:lnTo>
                  <a:lnTo>
                    <a:pt x="333756" y="1200912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520184" y="1655063"/>
              <a:ext cx="334010" cy="2208530"/>
            </a:xfrm>
            <a:custGeom>
              <a:avLst/>
              <a:gdLst/>
              <a:ahLst/>
              <a:cxnLst/>
              <a:rect l="l" t="t" r="r" b="b"/>
              <a:pathLst>
                <a:path w="334010" h="2208529">
                  <a:moveTo>
                    <a:pt x="1524" y="1225296"/>
                  </a:moveTo>
                  <a:lnTo>
                    <a:pt x="0" y="1225296"/>
                  </a:lnTo>
                  <a:lnTo>
                    <a:pt x="0" y="2208276"/>
                  </a:lnTo>
                  <a:lnTo>
                    <a:pt x="1524" y="2208276"/>
                  </a:lnTo>
                  <a:lnTo>
                    <a:pt x="1524" y="1225296"/>
                  </a:lnTo>
                  <a:close/>
                </a:path>
                <a:path w="334010" h="2208529">
                  <a:moveTo>
                    <a:pt x="6096" y="1200912"/>
                  </a:moveTo>
                  <a:lnTo>
                    <a:pt x="4572" y="1200912"/>
                  </a:lnTo>
                  <a:lnTo>
                    <a:pt x="4572" y="2208276"/>
                  </a:lnTo>
                  <a:lnTo>
                    <a:pt x="6096" y="2208276"/>
                  </a:lnTo>
                  <a:lnTo>
                    <a:pt x="6096" y="1200912"/>
                  </a:lnTo>
                  <a:close/>
                </a:path>
                <a:path w="334010" h="2208529">
                  <a:moveTo>
                    <a:pt x="10668" y="944880"/>
                  </a:moveTo>
                  <a:lnTo>
                    <a:pt x="9144" y="944880"/>
                  </a:lnTo>
                  <a:lnTo>
                    <a:pt x="9144" y="2208276"/>
                  </a:lnTo>
                  <a:lnTo>
                    <a:pt x="10668" y="2208276"/>
                  </a:lnTo>
                  <a:lnTo>
                    <a:pt x="10668" y="944880"/>
                  </a:lnTo>
                  <a:close/>
                </a:path>
                <a:path w="334010" h="2208529">
                  <a:moveTo>
                    <a:pt x="15240" y="1037844"/>
                  </a:moveTo>
                  <a:lnTo>
                    <a:pt x="13716" y="1037844"/>
                  </a:lnTo>
                  <a:lnTo>
                    <a:pt x="13716" y="2208276"/>
                  </a:lnTo>
                  <a:lnTo>
                    <a:pt x="15240" y="2208276"/>
                  </a:lnTo>
                  <a:lnTo>
                    <a:pt x="15240" y="1037844"/>
                  </a:lnTo>
                  <a:close/>
                </a:path>
                <a:path w="334010" h="2208529">
                  <a:moveTo>
                    <a:pt x="19812" y="1158240"/>
                  </a:moveTo>
                  <a:lnTo>
                    <a:pt x="18288" y="1158240"/>
                  </a:lnTo>
                  <a:lnTo>
                    <a:pt x="18288" y="2208276"/>
                  </a:lnTo>
                  <a:lnTo>
                    <a:pt x="19812" y="2208276"/>
                  </a:lnTo>
                  <a:lnTo>
                    <a:pt x="19812" y="1158240"/>
                  </a:lnTo>
                  <a:close/>
                </a:path>
                <a:path w="334010" h="2208529">
                  <a:moveTo>
                    <a:pt x="25908" y="1031748"/>
                  </a:moveTo>
                  <a:lnTo>
                    <a:pt x="22860" y="1031748"/>
                  </a:lnTo>
                  <a:lnTo>
                    <a:pt x="22860" y="2208276"/>
                  </a:lnTo>
                  <a:lnTo>
                    <a:pt x="25908" y="2208276"/>
                  </a:lnTo>
                  <a:lnTo>
                    <a:pt x="25908" y="1031748"/>
                  </a:lnTo>
                  <a:close/>
                </a:path>
                <a:path w="334010" h="2208529">
                  <a:moveTo>
                    <a:pt x="30480" y="1110996"/>
                  </a:moveTo>
                  <a:lnTo>
                    <a:pt x="27432" y="1110996"/>
                  </a:lnTo>
                  <a:lnTo>
                    <a:pt x="27432" y="2208276"/>
                  </a:lnTo>
                  <a:lnTo>
                    <a:pt x="30480" y="2208276"/>
                  </a:lnTo>
                  <a:lnTo>
                    <a:pt x="30480" y="1110996"/>
                  </a:lnTo>
                  <a:close/>
                </a:path>
                <a:path w="334010" h="2208529">
                  <a:moveTo>
                    <a:pt x="35052" y="905256"/>
                  </a:moveTo>
                  <a:lnTo>
                    <a:pt x="33528" y="905256"/>
                  </a:lnTo>
                  <a:lnTo>
                    <a:pt x="33528" y="2208276"/>
                  </a:lnTo>
                  <a:lnTo>
                    <a:pt x="35052" y="2208276"/>
                  </a:lnTo>
                  <a:lnTo>
                    <a:pt x="35052" y="905256"/>
                  </a:lnTo>
                  <a:close/>
                </a:path>
                <a:path w="334010" h="2208529">
                  <a:moveTo>
                    <a:pt x="39624" y="1066800"/>
                  </a:moveTo>
                  <a:lnTo>
                    <a:pt x="38100" y="1066800"/>
                  </a:lnTo>
                  <a:lnTo>
                    <a:pt x="38100" y="2208276"/>
                  </a:lnTo>
                  <a:lnTo>
                    <a:pt x="39624" y="2208276"/>
                  </a:lnTo>
                  <a:lnTo>
                    <a:pt x="39624" y="1066800"/>
                  </a:lnTo>
                  <a:close/>
                </a:path>
                <a:path w="334010" h="2208529">
                  <a:moveTo>
                    <a:pt x="44196" y="1074420"/>
                  </a:moveTo>
                  <a:lnTo>
                    <a:pt x="42672" y="1074420"/>
                  </a:lnTo>
                  <a:lnTo>
                    <a:pt x="42672" y="2208276"/>
                  </a:lnTo>
                  <a:lnTo>
                    <a:pt x="44196" y="2208276"/>
                  </a:lnTo>
                  <a:lnTo>
                    <a:pt x="44196" y="1074420"/>
                  </a:lnTo>
                  <a:close/>
                </a:path>
                <a:path w="334010" h="2208529">
                  <a:moveTo>
                    <a:pt x="48768" y="1043940"/>
                  </a:moveTo>
                  <a:lnTo>
                    <a:pt x="47244" y="1043940"/>
                  </a:lnTo>
                  <a:lnTo>
                    <a:pt x="47244" y="2208276"/>
                  </a:lnTo>
                  <a:lnTo>
                    <a:pt x="48768" y="2208276"/>
                  </a:lnTo>
                  <a:lnTo>
                    <a:pt x="48768" y="1043940"/>
                  </a:lnTo>
                  <a:close/>
                </a:path>
                <a:path w="334010" h="2208529">
                  <a:moveTo>
                    <a:pt x="53340" y="1028700"/>
                  </a:moveTo>
                  <a:lnTo>
                    <a:pt x="51816" y="1028700"/>
                  </a:lnTo>
                  <a:lnTo>
                    <a:pt x="51816" y="2208276"/>
                  </a:lnTo>
                  <a:lnTo>
                    <a:pt x="53340" y="2208276"/>
                  </a:lnTo>
                  <a:lnTo>
                    <a:pt x="53340" y="1028700"/>
                  </a:lnTo>
                  <a:close/>
                </a:path>
                <a:path w="334010" h="2208529">
                  <a:moveTo>
                    <a:pt x="57912" y="1019556"/>
                  </a:moveTo>
                  <a:lnTo>
                    <a:pt x="56388" y="1019556"/>
                  </a:lnTo>
                  <a:lnTo>
                    <a:pt x="56388" y="2208276"/>
                  </a:lnTo>
                  <a:lnTo>
                    <a:pt x="57912" y="2208276"/>
                  </a:lnTo>
                  <a:lnTo>
                    <a:pt x="57912" y="1019556"/>
                  </a:lnTo>
                  <a:close/>
                </a:path>
                <a:path w="334010" h="2208529">
                  <a:moveTo>
                    <a:pt x="62484" y="1158240"/>
                  </a:moveTo>
                  <a:lnTo>
                    <a:pt x="60960" y="1158240"/>
                  </a:lnTo>
                  <a:lnTo>
                    <a:pt x="60960" y="2208276"/>
                  </a:lnTo>
                  <a:lnTo>
                    <a:pt x="62484" y="2208276"/>
                  </a:lnTo>
                  <a:lnTo>
                    <a:pt x="62484" y="1158240"/>
                  </a:lnTo>
                  <a:close/>
                </a:path>
                <a:path w="334010" h="2208529">
                  <a:moveTo>
                    <a:pt x="68580" y="1043940"/>
                  </a:moveTo>
                  <a:lnTo>
                    <a:pt x="65532" y="1043940"/>
                  </a:lnTo>
                  <a:lnTo>
                    <a:pt x="65532" y="2208276"/>
                  </a:lnTo>
                  <a:lnTo>
                    <a:pt x="68580" y="2208276"/>
                  </a:lnTo>
                  <a:lnTo>
                    <a:pt x="68580" y="1043940"/>
                  </a:lnTo>
                  <a:close/>
                </a:path>
                <a:path w="334010" h="2208529">
                  <a:moveTo>
                    <a:pt x="73152" y="1074420"/>
                  </a:moveTo>
                  <a:lnTo>
                    <a:pt x="70104" y="1074420"/>
                  </a:lnTo>
                  <a:lnTo>
                    <a:pt x="70104" y="2208276"/>
                  </a:lnTo>
                  <a:lnTo>
                    <a:pt x="73152" y="2208276"/>
                  </a:lnTo>
                  <a:lnTo>
                    <a:pt x="73152" y="1074420"/>
                  </a:lnTo>
                  <a:close/>
                </a:path>
                <a:path w="334010" h="2208529">
                  <a:moveTo>
                    <a:pt x="77724" y="1158240"/>
                  </a:moveTo>
                  <a:lnTo>
                    <a:pt x="76200" y="1158240"/>
                  </a:lnTo>
                  <a:lnTo>
                    <a:pt x="76200" y="2208276"/>
                  </a:lnTo>
                  <a:lnTo>
                    <a:pt x="77724" y="2208276"/>
                  </a:lnTo>
                  <a:lnTo>
                    <a:pt x="77724" y="1158240"/>
                  </a:lnTo>
                  <a:close/>
                </a:path>
                <a:path w="334010" h="2208529">
                  <a:moveTo>
                    <a:pt x="82296" y="1074420"/>
                  </a:moveTo>
                  <a:lnTo>
                    <a:pt x="80772" y="1074420"/>
                  </a:lnTo>
                  <a:lnTo>
                    <a:pt x="80772" y="2208276"/>
                  </a:lnTo>
                  <a:lnTo>
                    <a:pt x="82296" y="2208276"/>
                  </a:lnTo>
                  <a:lnTo>
                    <a:pt x="82296" y="1074420"/>
                  </a:lnTo>
                  <a:close/>
                </a:path>
                <a:path w="334010" h="2208529">
                  <a:moveTo>
                    <a:pt x="86868" y="1188720"/>
                  </a:moveTo>
                  <a:lnTo>
                    <a:pt x="85344" y="1188720"/>
                  </a:lnTo>
                  <a:lnTo>
                    <a:pt x="85344" y="2208276"/>
                  </a:lnTo>
                  <a:lnTo>
                    <a:pt x="86868" y="2208276"/>
                  </a:lnTo>
                  <a:lnTo>
                    <a:pt x="86868" y="1188720"/>
                  </a:lnTo>
                  <a:close/>
                </a:path>
                <a:path w="334010" h="2208529">
                  <a:moveTo>
                    <a:pt x="91440" y="1110996"/>
                  </a:moveTo>
                  <a:lnTo>
                    <a:pt x="89916" y="1110996"/>
                  </a:lnTo>
                  <a:lnTo>
                    <a:pt x="89916" y="2208276"/>
                  </a:lnTo>
                  <a:lnTo>
                    <a:pt x="91440" y="2208276"/>
                  </a:lnTo>
                  <a:lnTo>
                    <a:pt x="91440" y="1110996"/>
                  </a:lnTo>
                  <a:close/>
                </a:path>
                <a:path w="334010" h="2208529">
                  <a:moveTo>
                    <a:pt x="96012" y="1059180"/>
                  </a:moveTo>
                  <a:lnTo>
                    <a:pt x="94488" y="1059180"/>
                  </a:lnTo>
                  <a:lnTo>
                    <a:pt x="94488" y="2208276"/>
                  </a:lnTo>
                  <a:lnTo>
                    <a:pt x="96012" y="2208276"/>
                  </a:lnTo>
                  <a:lnTo>
                    <a:pt x="96012" y="1059180"/>
                  </a:lnTo>
                  <a:close/>
                </a:path>
                <a:path w="334010" h="2208529">
                  <a:moveTo>
                    <a:pt x="100584" y="1110996"/>
                  </a:moveTo>
                  <a:lnTo>
                    <a:pt x="99060" y="1110996"/>
                  </a:lnTo>
                  <a:lnTo>
                    <a:pt x="99060" y="2208276"/>
                  </a:lnTo>
                  <a:lnTo>
                    <a:pt x="100584" y="2208276"/>
                  </a:lnTo>
                  <a:lnTo>
                    <a:pt x="100584" y="1110996"/>
                  </a:lnTo>
                  <a:close/>
                </a:path>
                <a:path w="334010" h="2208529">
                  <a:moveTo>
                    <a:pt x="106680" y="1132332"/>
                  </a:moveTo>
                  <a:lnTo>
                    <a:pt x="103632" y="1132332"/>
                  </a:lnTo>
                  <a:lnTo>
                    <a:pt x="103632" y="2208276"/>
                  </a:lnTo>
                  <a:lnTo>
                    <a:pt x="106680" y="2208276"/>
                  </a:lnTo>
                  <a:lnTo>
                    <a:pt x="106680" y="1132332"/>
                  </a:lnTo>
                  <a:close/>
                </a:path>
                <a:path w="334010" h="2208529">
                  <a:moveTo>
                    <a:pt x="111252" y="1007364"/>
                  </a:moveTo>
                  <a:lnTo>
                    <a:pt x="108204" y="1007364"/>
                  </a:lnTo>
                  <a:lnTo>
                    <a:pt x="108204" y="2208276"/>
                  </a:lnTo>
                  <a:lnTo>
                    <a:pt x="111252" y="2208276"/>
                  </a:lnTo>
                  <a:lnTo>
                    <a:pt x="111252" y="1007364"/>
                  </a:lnTo>
                  <a:close/>
                </a:path>
                <a:path w="334010" h="2208529">
                  <a:moveTo>
                    <a:pt x="115824" y="1225296"/>
                  </a:moveTo>
                  <a:lnTo>
                    <a:pt x="112776" y="1225296"/>
                  </a:lnTo>
                  <a:lnTo>
                    <a:pt x="112776" y="2208276"/>
                  </a:lnTo>
                  <a:lnTo>
                    <a:pt x="115824" y="2208276"/>
                  </a:lnTo>
                  <a:lnTo>
                    <a:pt x="115824" y="1225296"/>
                  </a:lnTo>
                  <a:close/>
                </a:path>
                <a:path w="334010" h="2208529">
                  <a:moveTo>
                    <a:pt x="120396" y="978408"/>
                  </a:moveTo>
                  <a:lnTo>
                    <a:pt x="118872" y="978408"/>
                  </a:lnTo>
                  <a:lnTo>
                    <a:pt x="118872" y="2208276"/>
                  </a:lnTo>
                  <a:lnTo>
                    <a:pt x="120396" y="2208276"/>
                  </a:lnTo>
                  <a:lnTo>
                    <a:pt x="120396" y="978408"/>
                  </a:lnTo>
                  <a:close/>
                </a:path>
                <a:path w="334010" h="2208529">
                  <a:moveTo>
                    <a:pt x="124968" y="1043940"/>
                  </a:moveTo>
                  <a:lnTo>
                    <a:pt x="123444" y="1043940"/>
                  </a:lnTo>
                  <a:lnTo>
                    <a:pt x="123444" y="2208276"/>
                  </a:lnTo>
                  <a:lnTo>
                    <a:pt x="124968" y="2208276"/>
                  </a:lnTo>
                  <a:lnTo>
                    <a:pt x="124968" y="1043940"/>
                  </a:lnTo>
                  <a:close/>
                </a:path>
                <a:path w="334010" h="2208529">
                  <a:moveTo>
                    <a:pt x="129540" y="996696"/>
                  </a:moveTo>
                  <a:lnTo>
                    <a:pt x="128016" y="996696"/>
                  </a:lnTo>
                  <a:lnTo>
                    <a:pt x="128016" y="2208276"/>
                  </a:lnTo>
                  <a:lnTo>
                    <a:pt x="129540" y="2208276"/>
                  </a:lnTo>
                  <a:lnTo>
                    <a:pt x="129540" y="996696"/>
                  </a:lnTo>
                  <a:close/>
                </a:path>
                <a:path w="334010" h="2208529">
                  <a:moveTo>
                    <a:pt x="134112" y="1066800"/>
                  </a:moveTo>
                  <a:lnTo>
                    <a:pt x="132588" y="1066800"/>
                  </a:lnTo>
                  <a:lnTo>
                    <a:pt x="132588" y="2208276"/>
                  </a:lnTo>
                  <a:lnTo>
                    <a:pt x="134112" y="2208276"/>
                  </a:lnTo>
                  <a:lnTo>
                    <a:pt x="134112" y="1066800"/>
                  </a:lnTo>
                  <a:close/>
                </a:path>
                <a:path w="334010" h="2208529">
                  <a:moveTo>
                    <a:pt x="138684" y="1031748"/>
                  </a:moveTo>
                  <a:lnTo>
                    <a:pt x="137160" y="1031748"/>
                  </a:lnTo>
                  <a:lnTo>
                    <a:pt x="137160" y="2208276"/>
                  </a:lnTo>
                  <a:lnTo>
                    <a:pt x="138684" y="2208276"/>
                  </a:lnTo>
                  <a:lnTo>
                    <a:pt x="138684" y="1031748"/>
                  </a:lnTo>
                  <a:close/>
                </a:path>
                <a:path w="334010" h="2208529">
                  <a:moveTo>
                    <a:pt x="143256" y="1043940"/>
                  </a:moveTo>
                  <a:lnTo>
                    <a:pt x="141732" y="1043940"/>
                  </a:lnTo>
                  <a:lnTo>
                    <a:pt x="141732" y="2208276"/>
                  </a:lnTo>
                  <a:lnTo>
                    <a:pt x="143256" y="2208276"/>
                  </a:lnTo>
                  <a:lnTo>
                    <a:pt x="143256" y="1043940"/>
                  </a:lnTo>
                  <a:close/>
                </a:path>
                <a:path w="334010" h="2208529">
                  <a:moveTo>
                    <a:pt x="149352" y="987552"/>
                  </a:moveTo>
                  <a:lnTo>
                    <a:pt x="146304" y="987552"/>
                  </a:lnTo>
                  <a:lnTo>
                    <a:pt x="146304" y="2208276"/>
                  </a:lnTo>
                  <a:lnTo>
                    <a:pt x="149352" y="2208276"/>
                  </a:lnTo>
                  <a:lnTo>
                    <a:pt x="149352" y="987552"/>
                  </a:lnTo>
                  <a:close/>
                </a:path>
                <a:path w="334010" h="2208529">
                  <a:moveTo>
                    <a:pt x="153924" y="1097280"/>
                  </a:moveTo>
                  <a:lnTo>
                    <a:pt x="150876" y="1097280"/>
                  </a:lnTo>
                  <a:lnTo>
                    <a:pt x="150876" y="2208276"/>
                  </a:lnTo>
                  <a:lnTo>
                    <a:pt x="153924" y="2208276"/>
                  </a:lnTo>
                  <a:lnTo>
                    <a:pt x="153924" y="1097280"/>
                  </a:lnTo>
                  <a:close/>
                </a:path>
                <a:path w="334010" h="2208529">
                  <a:moveTo>
                    <a:pt x="158496" y="1452372"/>
                  </a:moveTo>
                  <a:lnTo>
                    <a:pt x="156972" y="1452372"/>
                  </a:lnTo>
                  <a:lnTo>
                    <a:pt x="156972" y="2208276"/>
                  </a:lnTo>
                  <a:lnTo>
                    <a:pt x="158496" y="2208276"/>
                  </a:lnTo>
                  <a:lnTo>
                    <a:pt x="158496" y="1452372"/>
                  </a:lnTo>
                  <a:close/>
                </a:path>
                <a:path w="334010" h="2208529">
                  <a:moveTo>
                    <a:pt x="163068" y="1397508"/>
                  </a:moveTo>
                  <a:lnTo>
                    <a:pt x="161544" y="1397508"/>
                  </a:lnTo>
                  <a:lnTo>
                    <a:pt x="161544" y="2208276"/>
                  </a:lnTo>
                  <a:lnTo>
                    <a:pt x="163068" y="2208276"/>
                  </a:lnTo>
                  <a:lnTo>
                    <a:pt x="163068" y="1397508"/>
                  </a:lnTo>
                  <a:close/>
                </a:path>
                <a:path w="334010" h="2208529">
                  <a:moveTo>
                    <a:pt x="167640" y="1469136"/>
                  </a:moveTo>
                  <a:lnTo>
                    <a:pt x="166116" y="1469136"/>
                  </a:lnTo>
                  <a:lnTo>
                    <a:pt x="166116" y="2208276"/>
                  </a:lnTo>
                  <a:lnTo>
                    <a:pt x="167640" y="2208276"/>
                  </a:lnTo>
                  <a:lnTo>
                    <a:pt x="167640" y="1469136"/>
                  </a:lnTo>
                  <a:close/>
                </a:path>
                <a:path w="334010" h="2208529">
                  <a:moveTo>
                    <a:pt x="172212" y="1110996"/>
                  </a:moveTo>
                  <a:lnTo>
                    <a:pt x="170688" y="1110996"/>
                  </a:lnTo>
                  <a:lnTo>
                    <a:pt x="170688" y="2208276"/>
                  </a:lnTo>
                  <a:lnTo>
                    <a:pt x="172212" y="2208276"/>
                  </a:lnTo>
                  <a:lnTo>
                    <a:pt x="172212" y="1110996"/>
                  </a:lnTo>
                  <a:close/>
                </a:path>
                <a:path w="334010" h="2208529">
                  <a:moveTo>
                    <a:pt x="176784" y="1019556"/>
                  </a:moveTo>
                  <a:lnTo>
                    <a:pt x="175260" y="1019556"/>
                  </a:lnTo>
                  <a:lnTo>
                    <a:pt x="175260" y="2208276"/>
                  </a:lnTo>
                  <a:lnTo>
                    <a:pt x="176784" y="2208276"/>
                  </a:lnTo>
                  <a:lnTo>
                    <a:pt x="176784" y="1019556"/>
                  </a:lnTo>
                  <a:close/>
                </a:path>
                <a:path w="334010" h="2208529">
                  <a:moveTo>
                    <a:pt x="181356" y="987552"/>
                  </a:moveTo>
                  <a:lnTo>
                    <a:pt x="179832" y="987552"/>
                  </a:lnTo>
                  <a:lnTo>
                    <a:pt x="179832" y="2208276"/>
                  </a:lnTo>
                  <a:lnTo>
                    <a:pt x="181356" y="2208276"/>
                  </a:lnTo>
                  <a:lnTo>
                    <a:pt x="181356" y="987552"/>
                  </a:lnTo>
                  <a:close/>
                </a:path>
                <a:path w="334010" h="2208529">
                  <a:moveTo>
                    <a:pt x="185928" y="1080516"/>
                  </a:moveTo>
                  <a:lnTo>
                    <a:pt x="184404" y="1080516"/>
                  </a:lnTo>
                  <a:lnTo>
                    <a:pt x="184404" y="2208276"/>
                  </a:lnTo>
                  <a:lnTo>
                    <a:pt x="185928" y="2208276"/>
                  </a:lnTo>
                  <a:lnTo>
                    <a:pt x="185928" y="1080516"/>
                  </a:lnTo>
                  <a:close/>
                </a:path>
                <a:path w="334010" h="2208529">
                  <a:moveTo>
                    <a:pt x="192024" y="1110996"/>
                  </a:moveTo>
                  <a:lnTo>
                    <a:pt x="188976" y="1110996"/>
                  </a:lnTo>
                  <a:lnTo>
                    <a:pt x="188976" y="2208276"/>
                  </a:lnTo>
                  <a:lnTo>
                    <a:pt x="192024" y="2208276"/>
                  </a:lnTo>
                  <a:lnTo>
                    <a:pt x="192024" y="1110996"/>
                  </a:lnTo>
                  <a:close/>
                </a:path>
                <a:path w="334010" h="2208529">
                  <a:moveTo>
                    <a:pt x="196596" y="1188720"/>
                  </a:moveTo>
                  <a:lnTo>
                    <a:pt x="193548" y="1188720"/>
                  </a:lnTo>
                  <a:lnTo>
                    <a:pt x="193548" y="2208276"/>
                  </a:lnTo>
                  <a:lnTo>
                    <a:pt x="196596" y="2208276"/>
                  </a:lnTo>
                  <a:lnTo>
                    <a:pt x="196596" y="1188720"/>
                  </a:lnTo>
                  <a:close/>
                </a:path>
                <a:path w="334010" h="2208529">
                  <a:moveTo>
                    <a:pt x="201168" y="1716024"/>
                  </a:moveTo>
                  <a:lnTo>
                    <a:pt x="199644" y="1716024"/>
                  </a:lnTo>
                  <a:lnTo>
                    <a:pt x="199644" y="2208276"/>
                  </a:lnTo>
                  <a:lnTo>
                    <a:pt x="201168" y="2208276"/>
                  </a:lnTo>
                  <a:lnTo>
                    <a:pt x="201168" y="1716024"/>
                  </a:lnTo>
                  <a:close/>
                </a:path>
                <a:path w="334010" h="2208529">
                  <a:moveTo>
                    <a:pt x="205740" y="1603248"/>
                  </a:moveTo>
                  <a:lnTo>
                    <a:pt x="204216" y="1603248"/>
                  </a:lnTo>
                  <a:lnTo>
                    <a:pt x="204216" y="2208276"/>
                  </a:lnTo>
                  <a:lnTo>
                    <a:pt x="205740" y="2208276"/>
                  </a:lnTo>
                  <a:lnTo>
                    <a:pt x="205740" y="1603248"/>
                  </a:lnTo>
                  <a:close/>
                </a:path>
                <a:path w="334010" h="2208529">
                  <a:moveTo>
                    <a:pt x="210312" y="931164"/>
                  </a:moveTo>
                  <a:lnTo>
                    <a:pt x="208788" y="931164"/>
                  </a:lnTo>
                  <a:lnTo>
                    <a:pt x="208788" y="2208276"/>
                  </a:lnTo>
                  <a:lnTo>
                    <a:pt x="210312" y="2208276"/>
                  </a:lnTo>
                  <a:lnTo>
                    <a:pt x="210312" y="931164"/>
                  </a:lnTo>
                  <a:close/>
                </a:path>
                <a:path w="334010" h="2208529">
                  <a:moveTo>
                    <a:pt x="214884" y="960120"/>
                  </a:moveTo>
                  <a:lnTo>
                    <a:pt x="213360" y="960120"/>
                  </a:lnTo>
                  <a:lnTo>
                    <a:pt x="213360" y="2208276"/>
                  </a:lnTo>
                  <a:lnTo>
                    <a:pt x="214884" y="2208276"/>
                  </a:lnTo>
                  <a:lnTo>
                    <a:pt x="214884" y="960120"/>
                  </a:lnTo>
                  <a:close/>
                </a:path>
                <a:path w="334010" h="2208529">
                  <a:moveTo>
                    <a:pt x="219456" y="1488948"/>
                  </a:moveTo>
                  <a:lnTo>
                    <a:pt x="217932" y="1488948"/>
                  </a:lnTo>
                  <a:lnTo>
                    <a:pt x="217932" y="2208276"/>
                  </a:lnTo>
                  <a:lnTo>
                    <a:pt x="219456" y="2208276"/>
                  </a:lnTo>
                  <a:lnTo>
                    <a:pt x="219456" y="1488948"/>
                  </a:lnTo>
                  <a:close/>
                </a:path>
                <a:path w="334010" h="2208529">
                  <a:moveTo>
                    <a:pt x="224028" y="1716024"/>
                  </a:moveTo>
                  <a:lnTo>
                    <a:pt x="222504" y="1716024"/>
                  </a:lnTo>
                  <a:lnTo>
                    <a:pt x="222504" y="2208276"/>
                  </a:lnTo>
                  <a:lnTo>
                    <a:pt x="224028" y="2208276"/>
                  </a:lnTo>
                  <a:lnTo>
                    <a:pt x="224028" y="1716024"/>
                  </a:lnTo>
                  <a:close/>
                </a:path>
                <a:path w="334010" h="2208529">
                  <a:moveTo>
                    <a:pt x="230124" y="1309116"/>
                  </a:moveTo>
                  <a:lnTo>
                    <a:pt x="227076" y="1309116"/>
                  </a:lnTo>
                  <a:lnTo>
                    <a:pt x="227076" y="2208276"/>
                  </a:lnTo>
                  <a:lnTo>
                    <a:pt x="230124" y="2208276"/>
                  </a:lnTo>
                  <a:lnTo>
                    <a:pt x="230124" y="1309116"/>
                  </a:lnTo>
                  <a:close/>
                </a:path>
                <a:path w="334010" h="2208529">
                  <a:moveTo>
                    <a:pt x="234696" y="1043940"/>
                  </a:moveTo>
                  <a:lnTo>
                    <a:pt x="231648" y="1043940"/>
                  </a:lnTo>
                  <a:lnTo>
                    <a:pt x="231648" y="2208276"/>
                  </a:lnTo>
                  <a:lnTo>
                    <a:pt x="234696" y="2208276"/>
                  </a:lnTo>
                  <a:lnTo>
                    <a:pt x="234696" y="1043940"/>
                  </a:lnTo>
                  <a:close/>
                </a:path>
                <a:path w="334010" h="2208529">
                  <a:moveTo>
                    <a:pt x="239268" y="883920"/>
                  </a:moveTo>
                  <a:lnTo>
                    <a:pt x="236220" y="883920"/>
                  </a:lnTo>
                  <a:lnTo>
                    <a:pt x="236220" y="2208276"/>
                  </a:lnTo>
                  <a:lnTo>
                    <a:pt x="239268" y="2208276"/>
                  </a:lnTo>
                  <a:lnTo>
                    <a:pt x="239268" y="883920"/>
                  </a:lnTo>
                  <a:close/>
                </a:path>
                <a:path w="334010" h="2208529">
                  <a:moveTo>
                    <a:pt x="243840" y="996696"/>
                  </a:moveTo>
                  <a:lnTo>
                    <a:pt x="242316" y="996696"/>
                  </a:lnTo>
                  <a:lnTo>
                    <a:pt x="242316" y="2208276"/>
                  </a:lnTo>
                  <a:lnTo>
                    <a:pt x="243840" y="2208276"/>
                  </a:lnTo>
                  <a:lnTo>
                    <a:pt x="243840" y="996696"/>
                  </a:lnTo>
                  <a:close/>
                </a:path>
                <a:path w="334010" h="2208529">
                  <a:moveTo>
                    <a:pt x="248412" y="931164"/>
                  </a:moveTo>
                  <a:lnTo>
                    <a:pt x="246888" y="931164"/>
                  </a:lnTo>
                  <a:lnTo>
                    <a:pt x="246888" y="2208276"/>
                  </a:lnTo>
                  <a:lnTo>
                    <a:pt x="248412" y="2208276"/>
                  </a:lnTo>
                  <a:lnTo>
                    <a:pt x="248412" y="931164"/>
                  </a:lnTo>
                  <a:close/>
                </a:path>
                <a:path w="334010" h="2208529">
                  <a:moveTo>
                    <a:pt x="252984" y="1019556"/>
                  </a:moveTo>
                  <a:lnTo>
                    <a:pt x="251460" y="1019556"/>
                  </a:lnTo>
                  <a:lnTo>
                    <a:pt x="251460" y="2208276"/>
                  </a:lnTo>
                  <a:lnTo>
                    <a:pt x="252984" y="2208276"/>
                  </a:lnTo>
                  <a:lnTo>
                    <a:pt x="252984" y="1019556"/>
                  </a:lnTo>
                  <a:close/>
                </a:path>
                <a:path w="334010" h="2208529">
                  <a:moveTo>
                    <a:pt x="257556" y="931164"/>
                  </a:moveTo>
                  <a:lnTo>
                    <a:pt x="256032" y="931164"/>
                  </a:lnTo>
                  <a:lnTo>
                    <a:pt x="256032" y="2208276"/>
                  </a:lnTo>
                  <a:lnTo>
                    <a:pt x="257556" y="2208276"/>
                  </a:lnTo>
                  <a:lnTo>
                    <a:pt x="257556" y="931164"/>
                  </a:lnTo>
                  <a:close/>
                </a:path>
                <a:path w="334010" h="2208529">
                  <a:moveTo>
                    <a:pt x="262128" y="1295400"/>
                  </a:moveTo>
                  <a:lnTo>
                    <a:pt x="260604" y="1295400"/>
                  </a:lnTo>
                  <a:lnTo>
                    <a:pt x="260604" y="2208276"/>
                  </a:lnTo>
                  <a:lnTo>
                    <a:pt x="262128" y="2208276"/>
                  </a:lnTo>
                  <a:lnTo>
                    <a:pt x="262128" y="1295400"/>
                  </a:lnTo>
                  <a:close/>
                </a:path>
                <a:path w="334010" h="2208529">
                  <a:moveTo>
                    <a:pt x="266700" y="1043940"/>
                  </a:moveTo>
                  <a:lnTo>
                    <a:pt x="265176" y="1043940"/>
                  </a:lnTo>
                  <a:lnTo>
                    <a:pt x="265176" y="2208276"/>
                  </a:lnTo>
                  <a:lnTo>
                    <a:pt x="266700" y="2208276"/>
                  </a:lnTo>
                  <a:lnTo>
                    <a:pt x="266700" y="1043940"/>
                  </a:lnTo>
                  <a:close/>
                </a:path>
                <a:path w="334010" h="2208529">
                  <a:moveTo>
                    <a:pt x="272796" y="911352"/>
                  </a:moveTo>
                  <a:lnTo>
                    <a:pt x="269748" y="911352"/>
                  </a:lnTo>
                  <a:lnTo>
                    <a:pt x="269748" y="2208276"/>
                  </a:lnTo>
                  <a:lnTo>
                    <a:pt x="272796" y="2208276"/>
                  </a:lnTo>
                  <a:lnTo>
                    <a:pt x="272796" y="911352"/>
                  </a:lnTo>
                  <a:close/>
                </a:path>
                <a:path w="334010" h="2208529">
                  <a:moveTo>
                    <a:pt x="277368" y="1716024"/>
                  </a:moveTo>
                  <a:lnTo>
                    <a:pt x="274320" y="1716024"/>
                  </a:lnTo>
                  <a:lnTo>
                    <a:pt x="274320" y="2208276"/>
                  </a:lnTo>
                  <a:lnTo>
                    <a:pt x="277368" y="2208276"/>
                  </a:lnTo>
                  <a:lnTo>
                    <a:pt x="277368" y="1716024"/>
                  </a:lnTo>
                  <a:close/>
                </a:path>
                <a:path w="334010" h="2208529">
                  <a:moveTo>
                    <a:pt x="281940" y="1510284"/>
                  </a:moveTo>
                  <a:lnTo>
                    <a:pt x="280416" y="1510284"/>
                  </a:lnTo>
                  <a:lnTo>
                    <a:pt x="280416" y="2208276"/>
                  </a:lnTo>
                  <a:lnTo>
                    <a:pt x="281940" y="2208276"/>
                  </a:lnTo>
                  <a:lnTo>
                    <a:pt x="281940" y="1510284"/>
                  </a:lnTo>
                  <a:close/>
                </a:path>
                <a:path w="334010" h="2208529">
                  <a:moveTo>
                    <a:pt x="286512" y="0"/>
                  </a:moveTo>
                  <a:lnTo>
                    <a:pt x="284988" y="0"/>
                  </a:lnTo>
                  <a:lnTo>
                    <a:pt x="284988" y="2208276"/>
                  </a:lnTo>
                  <a:lnTo>
                    <a:pt x="286512" y="2208276"/>
                  </a:lnTo>
                  <a:lnTo>
                    <a:pt x="286512" y="0"/>
                  </a:lnTo>
                  <a:close/>
                </a:path>
                <a:path w="334010" h="2208529">
                  <a:moveTo>
                    <a:pt x="291084" y="1074420"/>
                  </a:moveTo>
                  <a:lnTo>
                    <a:pt x="289560" y="1074420"/>
                  </a:lnTo>
                  <a:lnTo>
                    <a:pt x="289560" y="2208276"/>
                  </a:lnTo>
                  <a:lnTo>
                    <a:pt x="291084" y="2208276"/>
                  </a:lnTo>
                  <a:lnTo>
                    <a:pt x="291084" y="1074420"/>
                  </a:lnTo>
                  <a:close/>
                </a:path>
                <a:path w="334010" h="2208529">
                  <a:moveTo>
                    <a:pt x="295656" y="1225296"/>
                  </a:moveTo>
                  <a:lnTo>
                    <a:pt x="294132" y="1225296"/>
                  </a:lnTo>
                  <a:lnTo>
                    <a:pt x="294132" y="2208276"/>
                  </a:lnTo>
                  <a:lnTo>
                    <a:pt x="295656" y="2208276"/>
                  </a:lnTo>
                  <a:lnTo>
                    <a:pt x="295656" y="1225296"/>
                  </a:lnTo>
                  <a:close/>
                </a:path>
                <a:path w="334010" h="2208529">
                  <a:moveTo>
                    <a:pt x="300228" y="944880"/>
                  </a:moveTo>
                  <a:lnTo>
                    <a:pt x="298704" y="944880"/>
                  </a:lnTo>
                  <a:lnTo>
                    <a:pt x="298704" y="2208276"/>
                  </a:lnTo>
                  <a:lnTo>
                    <a:pt x="300228" y="2208276"/>
                  </a:lnTo>
                  <a:lnTo>
                    <a:pt x="300228" y="944880"/>
                  </a:lnTo>
                  <a:close/>
                </a:path>
                <a:path w="334010" h="2208529">
                  <a:moveTo>
                    <a:pt x="304800" y="696468"/>
                  </a:moveTo>
                  <a:lnTo>
                    <a:pt x="303276" y="696468"/>
                  </a:lnTo>
                  <a:lnTo>
                    <a:pt x="303276" y="2208276"/>
                  </a:lnTo>
                  <a:lnTo>
                    <a:pt x="304800" y="2208276"/>
                  </a:lnTo>
                  <a:lnTo>
                    <a:pt x="304800" y="696468"/>
                  </a:lnTo>
                  <a:close/>
                </a:path>
                <a:path w="334010" h="2208529">
                  <a:moveTo>
                    <a:pt x="309372" y="905256"/>
                  </a:moveTo>
                  <a:lnTo>
                    <a:pt x="307848" y="905256"/>
                  </a:lnTo>
                  <a:lnTo>
                    <a:pt x="307848" y="2208276"/>
                  </a:lnTo>
                  <a:lnTo>
                    <a:pt x="309372" y="2208276"/>
                  </a:lnTo>
                  <a:lnTo>
                    <a:pt x="309372" y="905256"/>
                  </a:lnTo>
                  <a:close/>
                </a:path>
                <a:path w="334010" h="2208529">
                  <a:moveTo>
                    <a:pt x="315468" y="1309116"/>
                  </a:moveTo>
                  <a:lnTo>
                    <a:pt x="312420" y="1309116"/>
                  </a:lnTo>
                  <a:lnTo>
                    <a:pt x="312420" y="2208276"/>
                  </a:lnTo>
                  <a:lnTo>
                    <a:pt x="315468" y="2208276"/>
                  </a:lnTo>
                  <a:lnTo>
                    <a:pt x="315468" y="1309116"/>
                  </a:lnTo>
                  <a:close/>
                </a:path>
                <a:path w="334010" h="2208529">
                  <a:moveTo>
                    <a:pt x="320040" y="1030224"/>
                  </a:moveTo>
                  <a:lnTo>
                    <a:pt x="316992" y="1030224"/>
                  </a:lnTo>
                  <a:lnTo>
                    <a:pt x="316992" y="2208276"/>
                  </a:lnTo>
                  <a:lnTo>
                    <a:pt x="320040" y="2208276"/>
                  </a:lnTo>
                  <a:lnTo>
                    <a:pt x="320040" y="1030224"/>
                  </a:lnTo>
                  <a:close/>
                </a:path>
                <a:path w="334010" h="2208529">
                  <a:moveTo>
                    <a:pt x="324612" y="810768"/>
                  </a:moveTo>
                  <a:lnTo>
                    <a:pt x="323088" y="810768"/>
                  </a:lnTo>
                  <a:lnTo>
                    <a:pt x="323088" y="2208276"/>
                  </a:lnTo>
                  <a:lnTo>
                    <a:pt x="324612" y="2208276"/>
                  </a:lnTo>
                  <a:lnTo>
                    <a:pt x="324612" y="810768"/>
                  </a:lnTo>
                  <a:close/>
                </a:path>
                <a:path w="334010" h="2208529">
                  <a:moveTo>
                    <a:pt x="329184" y="864108"/>
                  </a:moveTo>
                  <a:lnTo>
                    <a:pt x="327660" y="864108"/>
                  </a:lnTo>
                  <a:lnTo>
                    <a:pt x="327660" y="2208276"/>
                  </a:lnTo>
                  <a:lnTo>
                    <a:pt x="329184" y="2208276"/>
                  </a:lnTo>
                  <a:lnTo>
                    <a:pt x="329184" y="864108"/>
                  </a:lnTo>
                  <a:close/>
                </a:path>
                <a:path w="334010" h="2208529">
                  <a:moveTo>
                    <a:pt x="333756" y="906780"/>
                  </a:moveTo>
                  <a:lnTo>
                    <a:pt x="332232" y="906780"/>
                  </a:lnTo>
                  <a:lnTo>
                    <a:pt x="332232" y="2208276"/>
                  </a:lnTo>
                  <a:lnTo>
                    <a:pt x="333756" y="2208276"/>
                  </a:lnTo>
                  <a:lnTo>
                    <a:pt x="333756" y="90678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852416" y="2362199"/>
              <a:ext cx="334010" cy="1501140"/>
            </a:xfrm>
            <a:custGeom>
              <a:avLst/>
              <a:gdLst/>
              <a:ahLst/>
              <a:cxnLst/>
              <a:rect l="l" t="t" r="r" b="b"/>
              <a:pathLst>
                <a:path w="334010" h="1501139">
                  <a:moveTo>
                    <a:pt x="1524" y="199644"/>
                  </a:moveTo>
                  <a:lnTo>
                    <a:pt x="0" y="199644"/>
                  </a:lnTo>
                  <a:lnTo>
                    <a:pt x="0" y="1501140"/>
                  </a:lnTo>
                  <a:lnTo>
                    <a:pt x="1524" y="1501140"/>
                  </a:lnTo>
                  <a:lnTo>
                    <a:pt x="1524" y="199644"/>
                  </a:lnTo>
                  <a:close/>
                </a:path>
                <a:path w="334010" h="1501139">
                  <a:moveTo>
                    <a:pt x="6096" y="252984"/>
                  </a:moveTo>
                  <a:lnTo>
                    <a:pt x="4572" y="252984"/>
                  </a:lnTo>
                  <a:lnTo>
                    <a:pt x="4572" y="1501140"/>
                  </a:lnTo>
                  <a:lnTo>
                    <a:pt x="6096" y="1501140"/>
                  </a:lnTo>
                  <a:lnTo>
                    <a:pt x="6096" y="252984"/>
                  </a:lnTo>
                  <a:close/>
                </a:path>
                <a:path w="334010" h="1501139">
                  <a:moveTo>
                    <a:pt x="10668" y="176784"/>
                  </a:moveTo>
                  <a:lnTo>
                    <a:pt x="9144" y="176784"/>
                  </a:lnTo>
                  <a:lnTo>
                    <a:pt x="9144" y="1501140"/>
                  </a:lnTo>
                  <a:lnTo>
                    <a:pt x="10668" y="1501140"/>
                  </a:lnTo>
                  <a:lnTo>
                    <a:pt x="10668" y="176784"/>
                  </a:lnTo>
                  <a:close/>
                </a:path>
                <a:path w="334010" h="1501139">
                  <a:moveTo>
                    <a:pt x="15240" y="187452"/>
                  </a:moveTo>
                  <a:lnTo>
                    <a:pt x="13716" y="187452"/>
                  </a:lnTo>
                  <a:lnTo>
                    <a:pt x="13716" y="1501140"/>
                  </a:lnTo>
                  <a:lnTo>
                    <a:pt x="15240" y="1501140"/>
                  </a:lnTo>
                  <a:lnTo>
                    <a:pt x="15240" y="187452"/>
                  </a:lnTo>
                  <a:close/>
                </a:path>
                <a:path w="334010" h="1501139">
                  <a:moveTo>
                    <a:pt x="21336" y="214884"/>
                  </a:moveTo>
                  <a:lnTo>
                    <a:pt x="18288" y="214884"/>
                  </a:lnTo>
                  <a:lnTo>
                    <a:pt x="18288" y="1501140"/>
                  </a:lnTo>
                  <a:lnTo>
                    <a:pt x="21336" y="1501140"/>
                  </a:lnTo>
                  <a:lnTo>
                    <a:pt x="21336" y="214884"/>
                  </a:lnTo>
                  <a:close/>
                </a:path>
                <a:path w="334010" h="1501139">
                  <a:moveTo>
                    <a:pt x="25908" y="220980"/>
                  </a:moveTo>
                  <a:lnTo>
                    <a:pt x="22860" y="220980"/>
                  </a:lnTo>
                  <a:lnTo>
                    <a:pt x="22860" y="1501140"/>
                  </a:lnTo>
                  <a:lnTo>
                    <a:pt x="25908" y="1501140"/>
                  </a:lnTo>
                  <a:lnTo>
                    <a:pt x="25908" y="220980"/>
                  </a:lnTo>
                  <a:close/>
                </a:path>
                <a:path w="334010" h="1501139">
                  <a:moveTo>
                    <a:pt x="30480" y="252984"/>
                  </a:moveTo>
                  <a:lnTo>
                    <a:pt x="27432" y="252984"/>
                  </a:lnTo>
                  <a:lnTo>
                    <a:pt x="27432" y="1501140"/>
                  </a:lnTo>
                  <a:lnTo>
                    <a:pt x="30480" y="1501140"/>
                  </a:lnTo>
                  <a:lnTo>
                    <a:pt x="30480" y="252984"/>
                  </a:lnTo>
                  <a:close/>
                </a:path>
                <a:path w="334010" h="1501139">
                  <a:moveTo>
                    <a:pt x="35052" y="156972"/>
                  </a:moveTo>
                  <a:lnTo>
                    <a:pt x="33528" y="156972"/>
                  </a:lnTo>
                  <a:lnTo>
                    <a:pt x="33528" y="1501140"/>
                  </a:lnTo>
                  <a:lnTo>
                    <a:pt x="35052" y="1501140"/>
                  </a:lnTo>
                  <a:lnTo>
                    <a:pt x="35052" y="156972"/>
                  </a:lnTo>
                  <a:close/>
                </a:path>
                <a:path w="334010" h="1501139">
                  <a:moveTo>
                    <a:pt x="39624" y="0"/>
                  </a:moveTo>
                  <a:lnTo>
                    <a:pt x="38100" y="0"/>
                  </a:lnTo>
                  <a:lnTo>
                    <a:pt x="38100" y="1501140"/>
                  </a:lnTo>
                  <a:lnTo>
                    <a:pt x="39624" y="1501140"/>
                  </a:lnTo>
                  <a:lnTo>
                    <a:pt x="39624" y="0"/>
                  </a:lnTo>
                  <a:close/>
                </a:path>
                <a:path w="334010" h="1501139">
                  <a:moveTo>
                    <a:pt x="44196" y="140208"/>
                  </a:moveTo>
                  <a:lnTo>
                    <a:pt x="42672" y="140208"/>
                  </a:lnTo>
                  <a:lnTo>
                    <a:pt x="42672" y="1501140"/>
                  </a:lnTo>
                  <a:lnTo>
                    <a:pt x="44196" y="1501140"/>
                  </a:lnTo>
                  <a:lnTo>
                    <a:pt x="44196" y="140208"/>
                  </a:lnTo>
                  <a:close/>
                </a:path>
                <a:path w="334010" h="1501139">
                  <a:moveTo>
                    <a:pt x="48768" y="166116"/>
                  </a:moveTo>
                  <a:lnTo>
                    <a:pt x="47244" y="166116"/>
                  </a:lnTo>
                  <a:lnTo>
                    <a:pt x="47244" y="1501140"/>
                  </a:lnTo>
                  <a:lnTo>
                    <a:pt x="48768" y="1501140"/>
                  </a:lnTo>
                  <a:lnTo>
                    <a:pt x="48768" y="166116"/>
                  </a:lnTo>
                  <a:close/>
                </a:path>
                <a:path w="334010" h="1501139">
                  <a:moveTo>
                    <a:pt x="53340" y="140208"/>
                  </a:moveTo>
                  <a:lnTo>
                    <a:pt x="51816" y="140208"/>
                  </a:lnTo>
                  <a:lnTo>
                    <a:pt x="51816" y="1501140"/>
                  </a:lnTo>
                  <a:lnTo>
                    <a:pt x="53340" y="1501140"/>
                  </a:lnTo>
                  <a:lnTo>
                    <a:pt x="53340" y="140208"/>
                  </a:lnTo>
                  <a:close/>
                </a:path>
                <a:path w="334010" h="1501139">
                  <a:moveTo>
                    <a:pt x="57912" y="187452"/>
                  </a:moveTo>
                  <a:lnTo>
                    <a:pt x="56388" y="187452"/>
                  </a:lnTo>
                  <a:lnTo>
                    <a:pt x="56388" y="1501140"/>
                  </a:lnTo>
                  <a:lnTo>
                    <a:pt x="57912" y="1501140"/>
                  </a:lnTo>
                  <a:lnTo>
                    <a:pt x="57912" y="187452"/>
                  </a:lnTo>
                  <a:close/>
                </a:path>
                <a:path w="334010" h="1501139">
                  <a:moveTo>
                    <a:pt x="64008" y="204216"/>
                  </a:moveTo>
                  <a:lnTo>
                    <a:pt x="60960" y="204216"/>
                  </a:lnTo>
                  <a:lnTo>
                    <a:pt x="60960" y="1501140"/>
                  </a:lnTo>
                  <a:lnTo>
                    <a:pt x="64008" y="1501140"/>
                  </a:lnTo>
                  <a:lnTo>
                    <a:pt x="64008" y="204216"/>
                  </a:lnTo>
                  <a:close/>
                </a:path>
                <a:path w="334010" h="1501139">
                  <a:moveTo>
                    <a:pt x="68580" y="289560"/>
                  </a:moveTo>
                  <a:lnTo>
                    <a:pt x="65532" y="289560"/>
                  </a:lnTo>
                  <a:lnTo>
                    <a:pt x="65532" y="1501140"/>
                  </a:lnTo>
                  <a:lnTo>
                    <a:pt x="68580" y="1501140"/>
                  </a:lnTo>
                  <a:lnTo>
                    <a:pt x="68580" y="289560"/>
                  </a:lnTo>
                  <a:close/>
                </a:path>
                <a:path w="334010" h="1501139">
                  <a:moveTo>
                    <a:pt x="73152" y="10668"/>
                  </a:moveTo>
                  <a:lnTo>
                    <a:pt x="71628" y="10668"/>
                  </a:lnTo>
                  <a:lnTo>
                    <a:pt x="71628" y="1501140"/>
                  </a:lnTo>
                  <a:lnTo>
                    <a:pt x="73152" y="1501140"/>
                  </a:lnTo>
                  <a:lnTo>
                    <a:pt x="73152" y="10668"/>
                  </a:lnTo>
                  <a:close/>
                </a:path>
                <a:path w="334010" h="1501139">
                  <a:moveTo>
                    <a:pt x="77724" y="166116"/>
                  </a:moveTo>
                  <a:lnTo>
                    <a:pt x="76200" y="166116"/>
                  </a:lnTo>
                  <a:lnTo>
                    <a:pt x="76200" y="1501140"/>
                  </a:lnTo>
                  <a:lnTo>
                    <a:pt x="77724" y="1501140"/>
                  </a:lnTo>
                  <a:lnTo>
                    <a:pt x="77724" y="166116"/>
                  </a:lnTo>
                  <a:close/>
                </a:path>
                <a:path w="334010" h="1501139">
                  <a:moveTo>
                    <a:pt x="82296" y="140208"/>
                  </a:moveTo>
                  <a:lnTo>
                    <a:pt x="80772" y="140208"/>
                  </a:lnTo>
                  <a:lnTo>
                    <a:pt x="80772" y="1501140"/>
                  </a:lnTo>
                  <a:lnTo>
                    <a:pt x="82296" y="1501140"/>
                  </a:lnTo>
                  <a:lnTo>
                    <a:pt x="82296" y="140208"/>
                  </a:lnTo>
                  <a:close/>
                </a:path>
                <a:path w="334010" h="1501139">
                  <a:moveTo>
                    <a:pt x="86868" y="131064"/>
                  </a:moveTo>
                  <a:lnTo>
                    <a:pt x="85344" y="131064"/>
                  </a:lnTo>
                  <a:lnTo>
                    <a:pt x="85344" y="1501140"/>
                  </a:lnTo>
                  <a:lnTo>
                    <a:pt x="86868" y="1501140"/>
                  </a:lnTo>
                  <a:lnTo>
                    <a:pt x="86868" y="131064"/>
                  </a:lnTo>
                  <a:close/>
                </a:path>
                <a:path w="334010" h="1501139">
                  <a:moveTo>
                    <a:pt x="91440" y="289560"/>
                  </a:moveTo>
                  <a:lnTo>
                    <a:pt x="89916" y="289560"/>
                  </a:lnTo>
                  <a:lnTo>
                    <a:pt x="89916" y="1501140"/>
                  </a:lnTo>
                  <a:lnTo>
                    <a:pt x="91440" y="1501140"/>
                  </a:lnTo>
                  <a:lnTo>
                    <a:pt x="91440" y="289560"/>
                  </a:lnTo>
                  <a:close/>
                </a:path>
                <a:path w="334010" h="1501139">
                  <a:moveTo>
                    <a:pt x="96012" y="630936"/>
                  </a:moveTo>
                  <a:lnTo>
                    <a:pt x="94488" y="630936"/>
                  </a:lnTo>
                  <a:lnTo>
                    <a:pt x="94488" y="1501140"/>
                  </a:lnTo>
                  <a:lnTo>
                    <a:pt x="96012" y="1501140"/>
                  </a:lnTo>
                  <a:lnTo>
                    <a:pt x="96012" y="630936"/>
                  </a:lnTo>
                  <a:close/>
                </a:path>
                <a:path w="334010" h="1501139">
                  <a:moveTo>
                    <a:pt x="100584" y="237744"/>
                  </a:moveTo>
                  <a:lnTo>
                    <a:pt x="99060" y="237744"/>
                  </a:lnTo>
                  <a:lnTo>
                    <a:pt x="99060" y="1501140"/>
                  </a:lnTo>
                  <a:lnTo>
                    <a:pt x="100584" y="1501140"/>
                  </a:lnTo>
                  <a:lnTo>
                    <a:pt x="100584" y="237744"/>
                  </a:lnTo>
                  <a:close/>
                </a:path>
                <a:path w="334010" h="1501139">
                  <a:moveTo>
                    <a:pt x="106680" y="271272"/>
                  </a:moveTo>
                  <a:lnTo>
                    <a:pt x="103632" y="271272"/>
                  </a:lnTo>
                  <a:lnTo>
                    <a:pt x="103632" y="1501140"/>
                  </a:lnTo>
                  <a:lnTo>
                    <a:pt x="106680" y="1501140"/>
                  </a:lnTo>
                  <a:lnTo>
                    <a:pt x="106680" y="271272"/>
                  </a:lnTo>
                  <a:close/>
                </a:path>
                <a:path w="334010" h="1501139">
                  <a:moveTo>
                    <a:pt x="111252" y="518160"/>
                  </a:moveTo>
                  <a:lnTo>
                    <a:pt x="108204" y="518160"/>
                  </a:lnTo>
                  <a:lnTo>
                    <a:pt x="108204" y="1501140"/>
                  </a:lnTo>
                  <a:lnTo>
                    <a:pt x="111252" y="1501140"/>
                  </a:lnTo>
                  <a:lnTo>
                    <a:pt x="111252" y="518160"/>
                  </a:lnTo>
                  <a:close/>
                </a:path>
                <a:path w="334010" h="1501139">
                  <a:moveTo>
                    <a:pt x="115824" y="384048"/>
                  </a:moveTo>
                  <a:lnTo>
                    <a:pt x="114300" y="384048"/>
                  </a:lnTo>
                  <a:lnTo>
                    <a:pt x="114300" y="1501140"/>
                  </a:lnTo>
                  <a:lnTo>
                    <a:pt x="115824" y="1501140"/>
                  </a:lnTo>
                  <a:lnTo>
                    <a:pt x="115824" y="384048"/>
                  </a:lnTo>
                  <a:close/>
                </a:path>
                <a:path w="334010" h="1501139">
                  <a:moveTo>
                    <a:pt x="120396" y="481584"/>
                  </a:moveTo>
                  <a:lnTo>
                    <a:pt x="118872" y="481584"/>
                  </a:lnTo>
                  <a:lnTo>
                    <a:pt x="118872" y="1501140"/>
                  </a:lnTo>
                  <a:lnTo>
                    <a:pt x="120396" y="1501140"/>
                  </a:lnTo>
                  <a:lnTo>
                    <a:pt x="120396" y="481584"/>
                  </a:lnTo>
                  <a:close/>
                </a:path>
                <a:path w="334010" h="1501139">
                  <a:moveTo>
                    <a:pt x="124968" y="394716"/>
                  </a:moveTo>
                  <a:lnTo>
                    <a:pt x="123444" y="394716"/>
                  </a:lnTo>
                  <a:lnTo>
                    <a:pt x="123444" y="1501140"/>
                  </a:lnTo>
                  <a:lnTo>
                    <a:pt x="124968" y="1501140"/>
                  </a:lnTo>
                  <a:lnTo>
                    <a:pt x="124968" y="394716"/>
                  </a:lnTo>
                  <a:close/>
                </a:path>
                <a:path w="334010" h="1501139">
                  <a:moveTo>
                    <a:pt x="129540" y="481584"/>
                  </a:moveTo>
                  <a:lnTo>
                    <a:pt x="128016" y="481584"/>
                  </a:lnTo>
                  <a:lnTo>
                    <a:pt x="128016" y="1501140"/>
                  </a:lnTo>
                  <a:lnTo>
                    <a:pt x="129540" y="1501140"/>
                  </a:lnTo>
                  <a:lnTo>
                    <a:pt x="129540" y="481584"/>
                  </a:lnTo>
                  <a:close/>
                </a:path>
                <a:path w="334010" h="1501139">
                  <a:moveTo>
                    <a:pt x="134112" y="403860"/>
                  </a:moveTo>
                  <a:lnTo>
                    <a:pt x="132588" y="403860"/>
                  </a:lnTo>
                  <a:lnTo>
                    <a:pt x="132588" y="1501140"/>
                  </a:lnTo>
                  <a:lnTo>
                    <a:pt x="134112" y="1501140"/>
                  </a:lnTo>
                  <a:lnTo>
                    <a:pt x="134112" y="403860"/>
                  </a:lnTo>
                  <a:close/>
                </a:path>
                <a:path w="334010" h="1501139">
                  <a:moveTo>
                    <a:pt x="138684" y="481584"/>
                  </a:moveTo>
                  <a:lnTo>
                    <a:pt x="137160" y="481584"/>
                  </a:lnTo>
                  <a:lnTo>
                    <a:pt x="137160" y="1501140"/>
                  </a:lnTo>
                  <a:lnTo>
                    <a:pt x="138684" y="1501140"/>
                  </a:lnTo>
                  <a:lnTo>
                    <a:pt x="138684" y="481584"/>
                  </a:lnTo>
                  <a:close/>
                </a:path>
                <a:path w="334010" h="1501139">
                  <a:moveTo>
                    <a:pt x="144780" y="451104"/>
                  </a:moveTo>
                  <a:lnTo>
                    <a:pt x="141732" y="451104"/>
                  </a:lnTo>
                  <a:lnTo>
                    <a:pt x="141732" y="1501140"/>
                  </a:lnTo>
                  <a:lnTo>
                    <a:pt x="144780" y="1501140"/>
                  </a:lnTo>
                  <a:lnTo>
                    <a:pt x="144780" y="451104"/>
                  </a:lnTo>
                  <a:close/>
                </a:path>
                <a:path w="334010" h="1501139">
                  <a:moveTo>
                    <a:pt x="149352" y="451104"/>
                  </a:moveTo>
                  <a:lnTo>
                    <a:pt x="146304" y="451104"/>
                  </a:lnTo>
                  <a:lnTo>
                    <a:pt x="146304" y="1501140"/>
                  </a:lnTo>
                  <a:lnTo>
                    <a:pt x="149352" y="1501140"/>
                  </a:lnTo>
                  <a:lnTo>
                    <a:pt x="149352" y="451104"/>
                  </a:lnTo>
                  <a:close/>
                </a:path>
                <a:path w="334010" h="1501139">
                  <a:moveTo>
                    <a:pt x="153924" y="781812"/>
                  </a:moveTo>
                  <a:lnTo>
                    <a:pt x="150876" y="781812"/>
                  </a:lnTo>
                  <a:lnTo>
                    <a:pt x="150876" y="1501140"/>
                  </a:lnTo>
                  <a:lnTo>
                    <a:pt x="153924" y="1501140"/>
                  </a:lnTo>
                  <a:lnTo>
                    <a:pt x="153924" y="781812"/>
                  </a:lnTo>
                  <a:close/>
                </a:path>
                <a:path w="334010" h="1501139">
                  <a:moveTo>
                    <a:pt x="158496" y="425196"/>
                  </a:moveTo>
                  <a:lnTo>
                    <a:pt x="156972" y="425196"/>
                  </a:lnTo>
                  <a:lnTo>
                    <a:pt x="156972" y="1501140"/>
                  </a:lnTo>
                  <a:lnTo>
                    <a:pt x="158496" y="1501140"/>
                  </a:lnTo>
                  <a:lnTo>
                    <a:pt x="158496" y="425196"/>
                  </a:lnTo>
                  <a:close/>
                </a:path>
                <a:path w="334010" h="1501139">
                  <a:moveTo>
                    <a:pt x="163068" y="367284"/>
                  </a:moveTo>
                  <a:lnTo>
                    <a:pt x="161544" y="367284"/>
                  </a:lnTo>
                  <a:lnTo>
                    <a:pt x="161544" y="1501140"/>
                  </a:lnTo>
                  <a:lnTo>
                    <a:pt x="163068" y="1501140"/>
                  </a:lnTo>
                  <a:lnTo>
                    <a:pt x="163068" y="367284"/>
                  </a:lnTo>
                  <a:close/>
                </a:path>
                <a:path w="334010" h="1501139">
                  <a:moveTo>
                    <a:pt x="167640" y="364236"/>
                  </a:moveTo>
                  <a:lnTo>
                    <a:pt x="166116" y="364236"/>
                  </a:lnTo>
                  <a:lnTo>
                    <a:pt x="166116" y="1501140"/>
                  </a:lnTo>
                  <a:lnTo>
                    <a:pt x="167640" y="1501140"/>
                  </a:lnTo>
                  <a:lnTo>
                    <a:pt x="167640" y="364236"/>
                  </a:lnTo>
                  <a:close/>
                </a:path>
                <a:path w="334010" h="1501139">
                  <a:moveTo>
                    <a:pt x="172212" y="425196"/>
                  </a:moveTo>
                  <a:lnTo>
                    <a:pt x="170688" y="425196"/>
                  </a:lnTo>
                  <a:lnTo>
                    <a:pt x="170688" y="1501140"/>
                  </a:lnTo>
                  <a:lnTo>
                    <a:pt x="172212" y="1501140"/>
                  </a:lnTo>
                  <a:lnTo>
                    <a:pt x="172212" y="425196"/>
                  </a:lnTo>
                  <a:close/>
                </a:path>
                <a:path w="334010" h="1501139">
                  <a:moveTo>
                    <a:pt x="176784" y="425196"/>
                  </a:moveTo>
                  <a:lnTo>
                    <a:pt x="175260" y="425196"/>
                  </a:lnTo>
                  <a:lnTo>
                    <a:pt x="175260" y="1501140"/>
                  </a:lnTo>
                  <a:lnTo>
                    <a:pt x="176784" y="1501140"/>
                  </a:lnTo>
                  <a:lnTo>
                    <a:pt x="176784" y="425196"/>
                  </a:lnTo>
                  <a:close/>
                </a:path>
                <a:path w="334010" h="1501139">
                  <a:moveTo>
                    <a:pt x="181356" y="425196"/>
                  </a:moveTo>
                  <a:lnTo>
                    <a:pt x="179832" y="425196"/>
                  </a:lnTo>
                  <a:lnTo>
                    <a:pt x="179832" y="1501140"/>
                  </a:lnTo>
                  <a:lnTo>
                    <a:pt x="181356" y="1501140"/>
                  </a:lnTo>
                  <a:lnTo>
                    <a:pt x="181356" y="425196"/>
                  </a:lnTo>
                  <a:close/>
                </a:path>
                <a:path w="334010" h="1501139">
                  <a:moveTo>
                    <a:pt x="187452" y="451104"/>
                  </a:moveTo>
                  <a:lnTo>
                    <a:pt x="184404" y="451104"/>
                  </a:lnTo>
                  <a:lnTo>
                    <a:pt x="184404" y="1501140"/>
                  </a:lnTo>
                  <a:lnTo>
                    <a:pt x="187452" y="1501140"/>
                  </a:lnTo>
                  <a:lnTo>
                    <a:pt x="187452" y="451104"/>
                  </a:lnTo>
                  <a:close/>
                </a:path>
                <a:path w="334010" h="1501139">
                  <a:moveTo>
                    <a:pt x="192024" y="367284"/>
                  </a:moveTo>
                  <a:lnTo>
                    <a:pt x="188976" y="367284"/>
                  </a:lnTo>
                  <a:lnTo>
                    <a:pt x="188976" y="1501140"/>
                  </a:lnTo>
                  <a:lnTo>
                    <a:pt x="192024" y="1501140"/>
                  </a:lnTo>
                  <a:lnTo>
                    <a:pt x="192024" y="367284"/>
                  </a:lnTo>
                  <a:close/>
                </a:path>
                <a:path w="334010" h="1501139">
                  <a:moveTo>
                    <a:pt x="196596" y="237744"/>
                  </a:moveTo>
                  <a:lnTo>
                    <a:pt x="195072" y="237744"/>
                  </a:lnTo>
                  <a:lnTo>
                    <a:pt x="195072" y="1501140"/>
                  </a:lnTo>
                  <a:lnTo>
                    <a:pt x="196596" y="1501140"/>
                  </a:lnTo>
                  <a:lnTo>
                    <a:pt x="196596" y="237744"/>
                  </a:lnTo>
                  <a:close/>
                </a:path>
                <a:path w="334010" h="1501139">
                  <a:moveTo>
                    <a:pt x="201168" y="384048"/>
                  </a:moveTo>
                  <a:lnTo>
                    <a:pt x="199644" y="384048"/>
                  </a:lnTo>
                  <a:lnTo>
                    <a:pt x="199644" y="1501140"/>
                  </a:lnTo>
                  <a:lnTo>
                    <a:pt x="201168" y="1501140"/>
                  </a:lnTo>
                  <a:lnTo>
                    <a:pt x="201168" y="384048"/>
                  </a:lnTo>
                  <a:close/>
                </a:path>
                <a:path w="334010" h="1501139">
                  <a:moveTo>
                    <a:pt x="205740" y="237744"/>
                  </a:moveTo>
                  <a:lnTo>
                    <a:pt x="204216" y="237744"/>
                  </a:lnTo>
                  <a:lnTo>
                    <a:pt x="204216" y="1501140"/>
                  </a:lnTo>
                  <a:lnTo>
                    <a:pt x="205740" y="1501140"/>
                  </a:lnTo>
                  <a:lnTo>
                    <a:pt x="205740" y="237744"/>
                  </a:lnTo>
                  <a:close/>
                </a:path>
                <a:path w="334010" h="1501139">
                  <a:moveTo>
                    <a:pt x="210312" y="518160"/>
                  </a:moveTo>
                  <a:lnTo>
                    <a:pt x="208788" y="518160"/>
                  </a:lnTo>
                  <a:lnTo>
                    <a:pt x="208788" y="1501140"/>
                  </a:lnTo>
                  <a:lnTo>
                    <a:pt x="210312" y="1501140"/>
                  </a:lnTo>
                  <a:lnTo>
                    <a:pt x="210312" y="518160"/>
                  </a:lnTo>
                  <a:close/>
                </a:path>
                <a:path w="334010" h="1501139">
                  <a:moveTo>
                    <a:pt x="214884" y="356616"/>
                  </a:moveTo>
                  <a:lnTo>
                    <a:pt x="213360" y="356616"/>
                  </a:lnTo>
                  <a:lnTo>
                    <a:pt x="213360" y="1501140"/>
                  </a:lnTo>
                  <a:lnTo>
                    <a:pt x="214884" y="1501140"/>
                  </a:lnTo>
                  <a:lnTo>
                    <a:pt x="214884" y="356616"/>
                  </a:lnTo>
                  <a:close/>
                </a:path>
                <a:path w="334010" h="1501139">
                  <a:moveTo>
                    <a:pt x="219456" y="367284"/>
                  </a:moveTo>
                  <a:lnTo>
                    <a:pt x="217932" y="367284"/>
                  </a:lnTo>
                  <a:lnTo>
                    <a:pt x="217932" y="1501140"/>
                  </a:lnTo>
                  <a:lnTo>
                    <a:pt x="219456" y="1501140"/>
                  </a:lnTo>
                  <a:lnTo>
                    <a:pt x="219456" y="367284"/>
                  </a:lnTo>
                  <a:close/>
                </a:path>
                <a:path w="334010" h="1501139">
                  <a:moveTo>
                    <a:pt x="224028" y="367284"/>
                  </a:moveTo>
                  <a:lnTo>
                    <a:pt x="222504" y="367284"/>
                  </a:lnTo>
                  <a:lnTo>
                    <a:pt x="222504" y="1501140"/>
                  </a:lnTo>
                  <a:lnTo>
                    <a:pt x="224028" y="1501140"/>
                  </a:lnTo>
                  <a:lnTo>
                    <a:pt x="224028" y="367284"/>
                  </a:lnTo>
                  <a:close/>
                </a:path>
                <a:path w="334010" h="1501139">
                  <a:moveTo>
                    <a:pt x="230124" y="435864"/>
                  </a:moveTo>
                  <a:lnTo>
                    <a:pt x="227076" y="435864"/>
                  </a:lnTo>
                  <a:lnTo>
                    <a:pt x="227076" y="1501140"/>
                  </a:lnTo>
                  <a:lnTo>
                    <a:pt x="230124" y="1501140"/>
                  </a:lnTo>
                  <a:lnTo>
                    <a:pt x="230124" y="435864"/>
                  </a:lnTo>
                  <a:close/>
                </a:path>
                <a:path w="334010" h="1501139">
                  <a:moveTo>
                    <a:pt x="234696" y="425196"/>
                  </a:moveTo>
                  <a:lnTo>
                    <a:pt x="231648" y="425196"/>
                  </a:lnTo>
                  <a:lnTo>
                    <a:pt x="231648" y="1501140"/>
                  </a:lnTo>
                  <a:lnTo>
                    <a:pt x="234696" y="1501140"/>
                  </a:lnTo>
                  <a:lnTo>
                    <a:pt x="234696" y="425196"/>
                  </a:lnTo>
                  <a:close/>
                </a:path>
                <a:path w="334010" h="1501139">
                  <a:moveTo>
                    <a:pt x="239268" y="425196"/>
                  </a:moveTo>
                  <a:lnTo>
                    <a:pt x="237744" y="425196"/>
                  </a:lnTo>
                  <a:lnTo>
                    <a:pt x="237744" y="1501140"/>
                  </a:lnTo>
                  <a:lnTo>
                    <a:pt x="239268" y="1501140"/>
                  </a:lnTo>
                  <a:lnTo>
                    <a:pt x="239268" y="425196"/>
                  </a:lnTo>
                  <a:close/>
                </a:path>
                <a:path w="334010" h="1501139">
                  <a:moveTo>
                    <a:pt x="243840" y="481584"/>
                  </a:moveTo>
                  <a:lnTo>
                    <a:pt x="242316" y="481584"/>
                  </a:lnTo>
                  <a:lnTo>
                    <a:pt x="242316" y="1501140"/>
                  </a:lnTo>
                  <a:lnTo>
                    <a:pt x="243840" y="1501140"/>
                  </a:lnTo>
                  <a:lnTo>
                    <a:pt x="243840" y="481584"/>
                  </a:lnTo>
                  <a:close/>
                </a:path>
                <a:path w="334010" h="1501139">
                  <a:moveTo>
                    <a:pt x="248412" y="425196"/>
                  </a:moveTo>
                  <a:lnTo>
                    <a:pt x="246888" y="425196"/>
                  </a:lnTo>
                  <a:lnTo>
                    <a:pt x="246888" y="1501140"/>
                  </a:lnTo>
                  <a:lnTo>
                    <a:pt x="248412" y="1501140"/>
                  </a:lnTo>
                  <a:lnTo>
                    <a:pt x="248412" y="425196"/>
                  </a:lnTo>
                  <a:close/>
                </a:path>
                <a:path w="334010" h="1501139">
                  <a:moveTo>
                    <a:pt x="252984" y="481584"/>
                  </a:moveTo>
                  <a:lnTo>
                    <a:pt x="251460" y="481584"/>
                  </a:lnTo>
                  <a:lnTo>
                    <a:pt x="251460" y="1501140"/>
                  </a:lnTo>
                  <a:lnTo>
                    <a:pt x="252984" y="1501140"/>
                  </a:lnTo>
                  <a:lnTo>
                    <a:pt x="252984" y="481584"/>
                  </a:lnTo>
                  <a:close/>
                </a:path>
                <a:path w="334010" h="1501139">
                  <a:moveTo>
                    <a:pt x="257556" y="371856"/>
                  </a:moveTo>
                  <a:lnTo>
                    <a:pt x="256032" y="371856"/>
                  </a:lnTo>
                  <a:lnTo>
                    <a:pt x="256032" y="1501140"/>
                  </a:lnTo>
                  <a:lnTo>
                    <a:pt x="257556" y="1501140"/>
                  </a:lnTo>
                  <a:lnTo>
                    <a:pt x="257556" y="371856"/>
                  </a:lnTo>
                  <a:close/>
                </a:path>
                <a:path w="334010" h="1501139">
                  <a:moveTo>
                    <a:pt x="262128" y="262128"/>
                  </a:moveTo>
                  <a:lnTo>
                    <a:pt x="260604" y="262128"/>
                  </a:lnTo>
                  <a:lnTo>
                    <a:pt x="260604" y="1501140"/>
                  </a:lnTo>
                  <a:lnTo>
                    <a:pt x="262128" y="1501140"/>
                  </a:lnTo>
                  <a:lnTo>
                    <a:pt x="262128" y="262128"/>
                  </a:lnTo>
                  <a:close/>
                </a:path>
                <a:path w="334010" h="1501139">
                  <a:moveTo>
                    <a:pt x="268224" y="425196"/>
                  </a:moveTo>
                  <a:lnTo>
                    <a:pt x="265176" y="425196"/>
                  </a:lnTo>
                  <a:lnTo>
                    <a:pt x="265176" y="1501140"/>
                  </a:lnTo>
                  <a:lnTo>
                    <a:pt x="268224" y="1501140"/>
                  </a:lnTo>
                  <a:lnTo>
                    <a:pt x="268224" y="425196"/>
                  </a:lnTo>
                  <a:close/>
                </a:path>
                <a:path w="334010" h="1501139">
                  <a:moveTo>
                    <a:pt x="272796" y="425196"/>
                  </a:moveTo>
                  <a:lnTo>
                    <a:pt x="269748" y="425196"/>
                  </a:lnTo>
                  <a:lnTo>
                    <a:pt x="269748" y="1501140"/>
                  </a:lnTo>
                  <a:lnTo>
                    <a:pt x="272796" y="1501140"/>
                  </a:lnTo>
                  <a:lnTo>
                    <a:pt x="272796" y="425196"/>
                  </a:lnTo>
                  <a:close/>
                </a:path>
                <a:path w="334010" h="1501139">
                  <a:moveTo>
                    <a:pt x="277368" y="336804"/>
                  </a:moveTo>
                  <a:lnTo>
                    <a:pt x="274320" y="336804"/>
                  </a:lnTo>
                  <a:lnTo>
                    <a:pt x="274320" y="1501140"/>
                  </a:lnTo>
                  <a:lnTo>
                    <a:pt x="277368" y="1501140"/>
                  </a:lnTo>
                  <a:lnTo>
                    <a:pt x="277368" y="336804"/>
                  </a:lnTo>
                  <a:close/>
                </a:path>
                <a:path w="334010" h="1501139">
                  <a:moveTo>
                    <a:pt x="281940" y="409956"/>
                  </a:moveTo>
                  <a:lnTo>
                    <a:pt x="280416" y="409956"/>
                  </a:lnTo>
                  <a:lnTo>
                    <a:pt x="280416" y="1501140"/>
                  </a:lnTo>
                  <a:lnTo>
                    <a:pt x="281940" y="1501140"/>
                  </a:lnTo>
                  <a:lnTo>
                    <a:pt x="281940" y="409956"/>
                  </a:lnTo>
                  <a:close/>
                </a:path>
                <a:path w="334010" h="1501139">
                  <a:moveTo>
                    <a:pt x="286512" y="336804"/>
                  </a:moveTo>
                  <a:lnTo>
                    <a:pt x="284988" y="336804"/>
                  </a:lnTo>
                  <a:lnTo>
                    <a:pt x="284988" y="1501140"/>
                  </a:lnTo>
                  <a:lnTo>
                    <a:pt x="286512" y="1501140"/>
                  </a:lnTo>
                  <a:lnTo>
                    <a:pt x="286512" y="336804"/>
                  </a:lnTo>
                  <a:close/>
                </a:path>
                <a:path w="334010" h="1501139">
                  <a:moveTo>
                    <a:pt x="291084" y="729996"/>
                  </a:moveTo>
                  <a:lnTo>
                    <a:pt x="289560" y="729996"/>
                  </a:lnTo>
                  <a:lnTo>
                    <a:pt x="289560" y="1501140"/>
                  </a:lnTo>
                  <a:lnTo>
                    <a:pt x="291084" y="1501140"/>
                  </a:lnTo>
                  <a:lnTo>
                    <a:pt x="291084" y="729996"/>
                  </a:lnTo>
                  <a:close/>
                </a:path>
                <a:path w="334010" h="1501139">
                  <a:moveTo>
                    <a:pt x="295656" y="262128"/>
                  </a:moveTo>
                  <a:lnTo>
                    <a:pt x="294132" y="262128"/>
                  </a:lnTo>
                  <a:lnTo>
                    <a:pt x="294132" y="1501140"/>
                  </a:lnTo>
                  <a:lnTo>
                    <a:pt x="295656" y="1501140"/>
                  </a:lnTo>
                  <a:lnTo>
                    <a:pt x="295656" y="262128"/>
                  </a:lnTo>
                  <a:close/>
                </a:path>
                <a:path w="334010" h="1501139">
                  <a:moveTo>
                    <a:pt x="300228" y="384048"/>
                  </a:moveTo>
                  <a:lnTo>
                    <a:pt x="298704" y="384048"/>
                  </a:lnTo>
                  <a:lnTo>
                    <a:pt x="298704" y="1501140"/>
                  </a:lnTo>
                  <a:lnTo>
                    <a:pt x="300228" y="1501140"/>
                  </a:lnTo>
                  <a:lnTo>
                    <a:pt x="300228" y="384048"/>
                  </a:lnTo>
                  <a:close/>
                </a:path>
                <a:path w="334010" h="1501139">
                  <a:moveTo>
                    <a:pt x="304800" y="458724"/>
                  </a:moveTo>
                  <a:lnTo>
                    <a:pt x="303276" y="458724"/>
                  </a:lnTo>
                  <a:lnTo>
                    <a:pt x="303276" y="1501140"/>
                  </a:lnTo>
                  <a:lnTo>
                    <a:pt x="304800" y="1501140"/>
                  </a:lnTo>
                  <a:lnTo>
                    <a:pt x="304800" y="458724"/>
                  </a:lnTo>
                  <a:close/>
                </a:path>
                <a:path w="334010" h="1501139">
                  <a:moveTo>
                    <a:pt x="310896" y="336804"/>
                  </a:moveTo>
                  <a:lnTo>
                    <a:pt x="307848" y="336804"/>
                  </a:lnTo>
                  <a:lnTo>
                    <a:pt x="307848" y="1501140"/>
                  </a:lnTo>
                  <a:lnTo>
                    <a:pt x="310896" y="1501140"/>
                  </a:lnTo>
                  <a:lnTo>
                    <a:pt x="310896" y="336804"/>
                  </a:lnTo>
                  <a:close/>
                </a:path>
                <a:path w="334010" h="1501139">
                  <a:moveTo>
                    <a:pt x="315468" y="352044"/>
                  </a:moveTo>
                  <a:lnTo>
                    <a:pt x="312420" y="352044"/>
                  </a:lnTo>
                  <a:lnTo>
                    <a:pt x="312420" y="1501140"/>
                  </a:lnTo>
                  <a:lnTo>
                    <a:pt x="315468" y="1501140"/>
                  </a:lnTo>
                  <a:lnTo>
                    <a:pt x="315468" y="352044"/>
                  </a:lnTo>
                  <a:close/>
                </a:path>
                <a:path w="334010" h="1501139">
                  <a:moveTo>
                    <a:pt x="320040" y="518160"/>
                  </a:moveTo>
                  <a:lnTo>
                    <a:pt x="316992" y="518160"/>
                  </a:lnTo>
                  <a:lnTo>
                    <a:pt x="316992" y="1501140"/>
                  </a:lnTo>
                  <a:lnTo>
                    <a:pt x="320040" y="1501140"/>
                  </a:lnTo>
                  <a:lnTo>
                    <a:pt x="320040" y="518160"/>
                  </a:lnTo>
                  <a:close/>
                </a:path>
                <a:path w="334010" h="1501139">
                  <a:moveTo>
                    <a:pt x="324612" y="367284"/>
                  </a:moveTo>
                  <a:lnTo>
                    <a:pt x="323088" y="367284"/>
                  </a:lnTo>
                  <a:lnTo>
                    <a:pt x="323088" y="1501140"/>
                  </a:lnTo>
                  <a:lnTo>
                    <a:pt x="324612" y="1501140"/>
                  </a:lnTo>
                  <a:lnTo>
                    <a:pt x="324612" y="367284"/>
                  </a:lnTo>
                  <a:close/>
                </a:path>
                <a:path w="334010" h="1501139">
                  <a:moveTo>
                    <a:pt x="329184" y="451104"/>
                  </a:moveTo>
                  <a:lnTo>
                    <a:pt x="327660" y="451104"/>
                  </a:lnTo>
                  <a:lnTo>
                    <a:pt x="327660" y="1501140"/>
                  </a:lnTo>
                  <a:lnTo>
                    <a:pt x="329184" y="1501140"/>
                  </a:lnTo>
                  <a:lnTo>
                    <a:pt x="329184" y="451104"/>
                  </a:lnTo>
                  <a:close/>
                </a:path>
                <a:path w="334010" h="1501139">
                  <a:moveTo>
                    <a:pt x="333756" y="403860"/>
                  </a:moveTo>
                  <a:lnTo>
                    <a:pt x="332232" y="403860"/>
                  </a:lnTo>
                  <a:lnTo>
                    <a:pt x="332232" y="1501140"/>
                  </a:lnTo>
                  <a:lnTo>
                    <a:pt x="333756" y="1501140"/>
                  </a:lnTo>
                  <a:lnTo>
                    <a:pt x="333756" y="40386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184648" y="2321051"/>
              <a:ext cx="334010" cy="1542415"/>
            </a:xfrm>
            <a:custGeom>
              <a:avLst/>
              <a:gdLst/>
              <a:ahLst/>
              <a:cxnLst/>
              <a:rect l="l" t="t" r="r" b="b"/>
              <a:pathLst>
                <a:path w="334010" h="1542414">
                  <a:moveTo>
                    <a:pt x="1524" y="445008"/>
                  </a:moveTo>
                  <a:lnTo>
                    <a:pt x="0" y="445008"/>
                  </a:lnTo>
                  <a:lnTo>
                    <a:pt x="0" y="1542288"/>
                  </a:lnTo>
                  <a:lnTo>
                    <a:pt x="1524" y="1542288"/>
                  </a:lnTo>
                  <a:lnTo>
                    <a:pt x="1524" y="445008"/>
                  </a:lnTo>
                  <a:close/>
                </a:path>
                <a:path w="334010" h="1542414">
                  <a:moveTo>
                    <a:pt x="6096" y="458724"/>
                  </a:moveTo>
                  <a:lnTo>
                    <a:pt x="4572" y="458724"/>
                  </a:lnTo>
                  <a:lnTo>
                    <a:pt x="4572" y="1542288"/>
                  </a:lnTo>
                  <a:lnTo>
                    <a:pt x="6096" y="1542288"/>
                  </a:lnTo>
                  <a:lnTo>
                    <a:pt x="6096" y="458724"/>
                  </a:lnTo>
                  <a:close/>
                </a:path>
                <a:path w="334010" h="1542414">
                  <a:moveTo>
                    <a:pt x="10668" y="472440"/>
                  </a:moveTo>
                  <a:lnTo>
                    <a:pt x="9144" y="472440"/>
                  </a:lnTo>
                  <a:lnTo>
                    <a:pt x="9144" y="1542288"/>
                  </a:lnTo>
                  <a:lnTo>
                    <a:pt x="10668" y="1542288"/>
                  </a:lnTo>
                  <a:lnTo>
                    <a:pt x="10668" y="472440"/>
                  </a:lnTo>
                  <a:close/>
                </a:path>
                <a:path w="334010" h="1542414">
                  <a:moveTo>
                    <a:pt x="15240" y="393192"/>
                  </a:moveTo>
                  <a:lnTo>
                    <a:pt x="13716" y="393192"/>
                  </a:lnTo>
                  <a:lnTo>
                    <a:pt x="13716" y="1542288"/>
                  </a:lnTo>
                  <a:lnTo>
                    <a:pt x="15240" y="1542288"/>
                  </a:lnTo>
                  <a:lnTo>
                    <a:pt x="15240" y="393192"/>
                  </a:lnTo>
                  <a:close/>
                </a:path>
                <a:path w="334010" h="1542414">
                  <a:moveTo>
                    <a:pt x="21336" y="408432"/>
                  </a:moveTo>
                  <a:lnTo>
                    <a:pt x="18288" y="408432"/>
                  </a:lnTo>
                  <a:lnTo>
                    <a:pt x="18288" y="1542288"/>
                  </a:lnTo>
                  <a:lnTo>
                    <a:pt x="21336" y="1542288"/>
                  </a:lnTo>
                  <a:lnTo>
                    <a:pt x="21336" y="408432"/>
                  </a:lnTo>
                  <a:close/>
                </a:path>
                <a:path w="334010" h="1542414">
                  <a:moveTo>
                    <a:pt x="25908" y="353568"/>
                  </a:moveTo>
                  <a:lnTo>
                    <a:pt x="22860" y="353568"/>
                  </a:lnTo>
                  <a:lnTo>
                    <a:pt x="22860" y="1542288"/>
                  </a:lnTo>
                  <a:lnTo>
                    <a:pt x="25908" y="1542288"/>
                  </a:lnTo>
                  <a:lnTo>
                    <a:pt x="25908" y="353568"/>
                  </a:lnTo>
                  <a:close/>
                </a:path>
                <a:path w="334010" h="1542414">
                  <a:moveTo>
                    <a:pt x="30480" y="423672"/>
                  </a:moveTo>
                  <a:lnTo>
                    <a:pt x="28956" y="423672"/>
                  </a:lnTo>
                  <a:lnTo>
                    <a:pt x="28956" y="1542288"/>
                  </a:lnTo>
                  <a:lnTo>
                    <a:pt x="30480" y="1542288"/>
                  </a:lnTo>
                  <a:lnTo>
                    <a:pt x="30480" y="423672"/>
                  </a:lnTo>
                  <a:close/>
                </a:path>
                <a:path w="334010" h="1542414">
                  <a:moveTo>
                    <a:pt x="35052" y="445008"/>
                  </a:moveTo>
                  <a:lnTo>
                    <a:pt x="33528" y="445008"/>
                  </a:lnTo>
                  <a:lnTo>
                    <a:pt x="33528" y="1542288"/>
                  </a:lnTo>
                  <a:lnTo>
                    <a:pt x="35052" y="1542288"/>
                  </a:lnTo>
                  <a:lnTo>
                    <a:pt x="35052" y="445008"/>
                  </a:lnTo>
                  <a:close/>
                </a:path>
                <a:path w="334010" h="1542414">
                  <a:moveTo>
                    <a:pt x="39624" y="303276"/>
                  </a:moveTo>
                  <a:lnTo>
                    <a:pt x="38100" y="303276"/>
                  </a:lnTo>
                  <a:lnTo>
                    <a:pt x="38100" y="1542288"/>
                  </a:lnTo>
                  <a:lnTo>
                    <a:pt x="39624" y="1542288"/>
                  </a:lnTo>
                  <a:lnTo>
                    <a:pt x="39624" y="303276"/>
                  </a:lnTo>
                  <a:close/>
                </a:path>
                <a:path w="334010" h="1542414">
                  <a:moveTo>
                    <a:pt x="44196" y="477012"/>
                  </a:moveTo>
                  <a:lnTo>
                    <a:pt x="42672" y="477012"/>
                  </a:lnTo>
                  <a:lnTo>
                    <a:pt x="42672" y="1542288"/>
                  </a:lnTo>
                  <a:lnTo>
                    <a:pt x="44196" y="1542288"/>
                  </a:lnTo>
                  <a:lnTo>
                    <a:pt x="44196" y="477012"/>
                  </a:lnTo>
                  <a:close/>
                </a:path>
                <a:path w="334010" h="1542414">
                  <a:moveTo>
                    <a:pt x="48768" y="518160"/>
                  </a:moveTo>
                  <a:lnTo>
                    <a:pt x="47244" y="518160"/>
                  </a:lnTo>
                  <a:lnTo>
                    <a:pt x="47244" y="1542288"/>
                  </a:lnTo>
                  <a:lnTo>
                    <a:pt x="48768" y="1542288"/>
                  </a:lnTo>
                  <a:lnTo>
                    <a:pt x="48768" y="518160"/>
                  </a:lnTo>
                  <a:close/>
                </a:path>
                <a:path w="334010" h="1542414">
                  <a:moveTo>
                    <a:pt x="53340" y="445008"/>
                  </a:moveTo>
                  <a:lnTo>
                    <a:pt x="51816" y="445008"/>
                  </a:lnTo>
                  <a:lnTo>
                    <a:pt x="51816" y="1542288"/>
                  </a:lnTo>
                  <a:lnTo>
                    <a:pt x="53340" y="1542288"/>
                  </a:lnTo>
                  <a:lnTo>
                    <a:pt x="53340" y="445008"/>
                  </a:lnTo>
                  <a:close/>
                </a:path>
                <a:path w="334010" h="1542414">
                  <a:moveTo>
                    <a:pt x="59436" y="365760"/>
                  </a:moveTo>
                  <a:lnTo>
                    <a:pt x="56388" y="365760"/>
                  </a:lnTo>
                  <a:lnTo>
                    <a:pt x="56388" y="1542288"/>
                  </a:lnTo>
                  <a:lnTo>
                    <a:pt x="59436" y="1542288"/>
                  </a:lnTo>
                  <a:lnTo>
                    <a:pt x="59436" y="365760"/>
                  </a:lnTo>
                  <a:close/>
                </a:path>
                <a:path w="334010" h="1542414">
                  <a:moveTo>
                    <a:pt x="64008" y="294132"/>
                  </a:moveTo>
                  <a:lnTo>
                    <a:pt x="60960" y="294132"/>
                  </a:lnTo>
                  <a:lnTo>
                    <a:pt x="60960" y="1542288"/>
                  </a:lnTo>
                  <a:lnTo>
                    <a:pt x="64008" y="1542288"/>
                  </a:lnTo>
                  <a:lnTo>
                    <a:pt x="64008" y="294132"/>
                  </a:lnTo>
                  <a:close/>
                </a:path>
                <a:path w="334010" h="1542414">
                  <a:moveTo>
                    <a:pt x="68580" y="883920"/>
                  </a:moveTo>
                  <a:lnTo>
                    <a:pt x="65532" y="883920"/>
                  </a:lnTo>
                  <a:lnTo>
                    <a:pt x="65532" y="1542288"/>
                  </a:lnTo>
                  <a:lnTo>
                    <a:pt x="68580" y="1542288"/>
                  </a:lnTo>
                  <a:lnTo>
                    <a:pt x="68580" y="883920"/>
                  </a:lnTo>
                  <a:close/>
                </a:path>
                <a:path w="334010" h="1542414">
                  <a:moveTo>
                    <a:pt x="73152" y="501396"/>
                  </a:moveTo>
                  <a:lnTo>
                    <a:pt x="71628" y="501396"/>
                  </a:lnTo>
                  <a:lnTo>
                    <a:pt x="71628" y="1542288"/>
                  </a:lnTo>
                  <a:lnTo>
                    <a:pt x="73152" y="1542288"/>
                  </a:lnTo>
                  <a:lnTo>
                    <a:pt x="73152" y="501396"/>
                  </a:lnTo>
                  <a:close/>
                </a:path>
                <a:path w="334010" h="1542414">
                  <a:moveTo>
                    <a:pt x="77724" y="131064"/>
                  </a:moveTo>
                  <a:lnTo>
                    <a:pt x="76200" y="131064"/>
                  </a:lnTo>
                  <a:lnTo>
                    <a:pt x="76200" y="1542288"/>
                  </a:lnTo>
                  <a:lnTo>
                    <a:pt x="77724" y="1542288"/>
                  </a:lnTo>
                  <a:lnTo>
                    <a:pt x="77724" y="131064"/>
                  </a:lnTo>
                  <a:close/>
                </a:path>
                <a:path w="334010" h="1542414">
                  <a:moveTo>
                    <a:pt x="82296" y="1050036"/>
                  </a:moveTo>
                  <a:lnTo>
                    <a:pt x="80772" y="1050036"/>
                  </a:lnTo>
                  <a:lnTo>
                    <a:pt x="80772" y="1542288"/>
                  </a:lnTo>
                  <a:lnTo>
                    <a:pt x="82296" y="1542288"/>
                  </a:lnTo>
                  <a:lnTo>
                    <a:pt x="82296" y="1050036"/>
                  </a:lnTo>
                  <a:close/>
                </a:path>
                <a:path w="334010" h="1542414">
                  <a:moveTo>
                    <a:pt x="86868" y="425196"/>
                  </a:moveTo>
                  <a:lnTo>
                    <a:pt x="85344" y="425196"/>
                  </a:lnTo>
                  <a:lnTo>
                    <a:pt x="85344" y="1542288"/>
                  </a:lnTo>
                  <a:lnTo>
                    <a:pt x="86868" y="1542288"/>
                  </a:lnTo>
                  <a:lnTo>
                    <a:pt x="86868" y="425196"/>
                  </a:lnTo>
                  <a:close/>
                </a:path>
                <a:path w="334010" h="1542414">
                  <a:moveTo>
                    <a:pt x="91440" y="394716"/>
                  </a:moveTo>
                  <a:lnTo>
                    <a:pt x="89916" y="394716"/>
                  </a:lnTo>
                  <a:lnTo>
                    <a:pt x="89916" y="1542288"/>
                  </a:lnTo>
                  <a:lnTo>
                    <a:pt x="91440" y="1542288"/>
                  </a:lnTo>
                  <a:lnTo>
                    <a:pt x="91440" y="394716"/>
                  </a:lnTo>
                  <a:close/>
                </a:path>
                <a:path w="334010" h="1542414">
                  <a:moveTo>
                    <a:pt x="96012" y="466344"/>
                  </a:moveTo>
                  <a:lnTo>
                    <a:pt x="94488" y="466344"/>
                  </a:lnTo>
                  <a:lnTo>
                    <a:pt x="94488" y="1542288"/>
                  </a:lnTo>
                  <a:lnTo>
                    <a:pt x="96012" y="1542288"/>
                  </a:lnTo>
                  <a:lnTo>
                    <a:pt x="96012" y="466344"/>
                  </a:lnTo>
                  <a:close/>
                </a:path>
                <a:path w="334010" h="1542414">
                  <a:moveTo>
                    <a:pt x="102108" y="228600"/>
                  </a:moveTo>
                  <a:lnTo>
                    <a:pt x="99060" y="228600"/>
                  </a:lnTo>
                  <a:lnTo>
                    <a:pt x="99060" y="1542288"/>
                  </a:lnTo>
                  <a:lnTo>
                    <a:pt x="102108" y="1542288"/>
                  </a:lnTo>
                  <a:lnTo>
                    <a:pt x="102108" y="228600"/>
                  </a:lnTo>
                  <a:close/>
                </a:path>
                <a:path w="334010" h="1542414">
                  <a:moveTo>
                    <a:pt x="106680" y="294132"/>
                  </a:moveTo>
                  <a:lnTo>
                    <a:pt x="103632" y="294132"/>
                  </a:lnTo>
                  <a:lnTo>
                    <a:pt x="103632" y="1542288"/>
                  </a:lnTo>
                  <a:lnTo>
                    <a:pt x="106680" y="1542288"/>
                  </a:lnTo>
                  <a:lnTo>
                    <a:pt x="106680" y="294132"/>
                  </a:lnTo>
                  <a:close/>
                </a:path>
                <a:path w="334010" h="1542414">
                  <a:moveTo>
                    <a:pt x="111252" y="144780"/>
                  </a:moveTo>
                  <a:lnTo>
                    <a:pt x="108204" y="144780"/>
                  </a:lnTo>
                  <a:lnTo>
                    <a:pt x="108204" y="1542288"/>
                  </a:lnTo>
                  <a:lnTo>
                    <a:pt x="111252" y="1542288"/>
                  </a:lnTo>
                  <a:lnTo>
                    <a:pt x="111252" y="144780"/>
                  </a:lnTo>
                  <a:close/>
                </a:path>
                <a:path w="334010" h="1542414">
                  <a:moveTo>
                    <a:pt x="115824" y="161544"/>
                  </a:moveTo>
                  <a:lnTo>
                    <a:pt x="114300" y="161544"/>
                  </a:lnTo>
                  <a:lnTo>
                    <a:pt x="114300" y="1542288"/>
                  </a:lnTo>
                  <a:lnTo>
                    <a:pt x="115824" y="1542288"/>
                  </a:lnTo>
                  <a:lnTo>
                    <a:pt x="115824" y="161544"/>
                  </a:lnTo>
                  <a:close/>
                </a:path>
                <a:path w="334010" h="1542414">
                  <a:moveTo>
                    <a:pt x="120396" y="231648"/>
                  </a:moveTo>
                  <a:lnTo>
                    <a:pt x="118872" y="231648"/>
                  </a:lnTo>
                  <a:lnTo>
                    <a:pt x="118872" y="1542288"/>
                  </a:lnTo>
                  <a:lnTo>
                    <a:pt x="120396" y="1542288"/>
                  </a:lnTo>
                  <a:lnTo>
                    <a:pt x="120396" y="231648"/>
                  </a:lnTo>
                  <a:close/>
                </a:path>
                <a:path w="334010" h="1542414">
                  <a:moveTo>
                    <a:pt x="124968" y="771144"/>
                  </a:moveTo>
                  <a:lnTo>
                    <a:pt x="123444" y="771144"/>
                  </a:lnTo>
                  <a:lnTo>
                    <a:pt x="123444" y="1542288"/>
                  </a:lnTo>
                  <a:lnTo>
                    <a:pt x="124968" y="1542288"/>
                  </a:lnTo>
                  <a:lnTo>
                    <a:pt x="124968" y="771144"/>
                  </a:lnTo>
                  <a:close/>
                </a:path>
                <a:path w="334010" h="1542414">
                  <a:moveTo>
                    <a:pt x="129540" y="138684"/>
                  </a:moveTo>
                  <a:lnTo>
                    <a:pt x="128016" y="138684"/>
                  </a:lnTo>
                  <a:lnTo>
                    <a:pt x="128016" y="1542288"/>
                  </a:lnTo>
                  <a:lnTo>
                    <a:pt x="129540" y="1542288"/>
                  </a:lnTo>
                  <a:lnTo>
                    <a:pt x="129540" y="138684"/>
                  </a:lnTo>
                  <a:close/>
                </a:path>
                <a:path w="334010" h="1542414">
                  <a:moveTo>
                    <a:pt x="134112" y="239268"/>
                  </a:moveTo>
                  <a:lnTo>
                    <a:pt x="132588" y="239268"/>
                  </a:lnTo>
                  <a:lnTo>
                    <a:pt x="132588" y="1542288"/>
                  </a:lnTo>
                  <a:lnTo>
                    <a:pt x="134112" y="1542288"/>
                  </a:lnTo>
                  <a:lnTo>
                    <a:pt x="134112" y="239268"/>
                  </a:lnTo>
                  <a:close/>
                </a:path>
                <a:path w="334010" h="1542414">
                  <a:moveTo>
                    <a:pt x="138684" y="94488"/>
                  </a:moveTo>
                  <a:lnTo>
                    <a:pt x="137160" y="94488"/>
                  </a:lnTo>
                  <a:lnTo>
                    <a:pt x="137160" y="1542288"/>
                  </a:lnTo>
                  <a:lnTo>
                    <a:pt x="138684" y="1542288"/>
                  </a:lnTo>
                  <a:lnTo>
                    <a:pt x="138684" y="94488"/>
                  </a:lnTo>
                  <a:close/>
                </a:path>
                <a:path w="334010" h="1542414">
                  <a:moveTo>
                    <a:pt x="144780" y="731520"/>
                  </a:moveTo>
                  <a:lnTo>
                    <a:pt x="141732" y="731520"/>
                  </a:lnTo>
                  <a:lnTo>
                    <a:pt x="141732" y="1542288"/>
                  </a:lnTo>
                  <a:lnTo>
                    <a:pt x="144780" y="1542288"/>
                  </a:lnTo>
                  <a:lnTo>
                    <a:pt x="144780" y="731520"/>
                  </a:lnTo>
                  <a:close/>
                </a:path>
                <a:path w="334010" h="1542414">
                  <a:moveTo>
                    <a:pt x="149352" y="330708"/>
                  </a:moveTo>
                  <a:lnTo>
                    <a:pt x="146304" y="330708"/>
                  </a:lnTo>
                  <a:lnTo>
                    <a:pt x="146304" y="1542288"/>
                  </a:lnTo>
                  <a:lnTo>
                    <a:pt x="149352" y="1542288"/>
                  </a:lnTo>
                  <a:lnTo>
                    <a:pt x="149352" y="330708"/>
                  </a:lnTo>
                  <a:close/>
                </a:path>
                <a:path w="334010" h="1542414">
                  <a:moveTo>
                    <a:pt x="153924" y="217932"/>
                  </a:moveTo>
                  <a:lnTo>
                    <a:pt x="152400" y="217932"/>
                  </a:lnTo>
                  <a:lnTo>
                    <a:pt x="152400" y="1542288"/>
                  </a:lnTo>
                  <a:lnTo>
                    <a:pt x="153924" y="1542288"/>
                  </a:lnTo>
                  <a:lnTo>
                    <a:pt x="153924" y="217932"/>
                  </a:lnTo>
                  <a:close/>
                </a:path>
                <a:path w="334010" h="1542414">
                  <a:moveTo>
                    <a:pt x="158496" y="152400"/>
                  </a:moveTo>
                  <a:lnTo>
                    <a:pt x="156972" y="152400"/>
                  </a:lnTo>
                  <a:lnTo>
                    <a:pt x="156972" y="1542288"/>
                  </a:lnTo>
                  <a:lnTo>
                    <a:pt x="158496" y="1542288"/>
                  </a:lnTo>
                  <a:lnTo>
                    <a:pt x="158496" y="152400"/>
                  </a:lnTo>
                  <a:close/>
                </a:path>
                <a:path w="334010" h="1542414">
                  <a:moveTo>
                    <a:pt x="163068" y="822960"/>
                  </a:moveTo>
                  <a:lnTo>
                    <a:pt x="161544" y="822960"/>
                  </a:lnTo>
                  <a:lnTo>
                    <a:pt x="161544" y="1542288"/>
                  </a:lnTo>
                  <a:lnTo>
                    <a:pt x="163068" y="1542288"/>
                  </a:lnTo>
                  <a:lnTo>
                    <a:pt x="163068" y="822960"/>
                  </a:lnTo>
                  <a:close/>
                </a:path>
                <a:path w="334010" h="1542414">
                  <a:moveTo>
                    <a:pt x="167640" y="822960"/>
                  </a:moveTo>
                  <a:lnTo>
                    <a:pt x="166116" y="822960"/>
                  </a:lnTo>
                  <a:lnTo>
                    <a:pt x="166116" y="1542288"/>
                  </a:lnTo>
                  <a:lnTo>
                    <a:pt x="167640" y="1542288"/>
                  </a:lnTo>
                  <a:lnTo>
                    <a:pt x="167640" y="822960"/>
                  </a:lnTo>
                  <a:close/>
                </a:path>
                <a:path w="334010" h="1542414">
                  <a:moveTo>
                    <a:pt x="172212" y="202692"/>
                  </a:moveTo>
                  <a:lnTo>
                    <a:pt x="170688" y="202692"/>
                  </a:lnTo>
                  <a:lnTo>
                    <a:pt x="170688" y="1542288"/>
                  </a:lnTo>
                  <a:lnTo>
                    <a:pt x="172212" y="1542288"/>
                  </a:lnTo>
                  <a:lnTo>
                    <a:pt x="172212" y="202692"/>
                  </a:lnTo>
                  <a:close/>
                </a:path>
                <a:path w="334010" h="1542414">
                  <a:moveTo>
                    <a:pt x="176784" y="207264"/>
                  </a:moveTo>
                  <a:lnTo>
                    <a:pt x="175260" y="207264"/>
                  </a:lnTo>
                  <a:lnTo>
                    <a:pt x="175260" y="1542288"/>
                  </a:lnTo>
                  <a:lnTo>
                    <a:pt x="176784" y="1542288"/>
                  </a:lnTo>
                  <a:lnTo>
                    <a:pt x="176784" y="207264"/>
                  </a:lnTo>
                  <a:close/>
                </a:path>
                <a:path w="334010" h="1542414">
                  <a:moveTo>
                    <a:pt x="182880" y="114300"/>
                  </a:moveTo>
                  <a:lnTo>
                    <a:pt x="179832" y="114300"/>
                  </a:lnTo>
                  <a:lnTo>
                    <a:pt x="179832" y="1542288"/>
                  </a:lnTo>
                  <a:lnTo>
                    <a:pt x="182880" y="1542288"/>
                  </a:lnTo>
                  <a:lnTo>
                    <a:pt x="182880" y="114300"/>
                  </a:lnTo>
                  <a:close/>
                </a:path>
                <a:path w="334010" h="1542414">
                  <a:moveTo>
                    <a:pt x="187452" y="120396"/>
                  </a:moveTo>
                  <a:lnTo>
                    <a:pt x="184404" y="120396"/>
                  </a:lnTo>
                  <a:lnTo>
                    <a:pt x="184404" y="1542288"/>
                  </a:lnTo>
                  <a:lnTo>
                    <a:pt x="187452" y="1542288"/>
                  </a:lnTo>
                  <a:lnTo>
                    <a:pt x="187452" y="120396"/>
                  </a:lnTo>
                  <a:close/>
                </a:path>
                <a:path w="334010" h="1542414">
                  <a:moveTo>
                    <a:pt x="192024" y="224028"/>
                  </a:moveTo>
                  <a:lnTo>
                    <a:pt x="188976" y="224028"/>
                  </a:lnTo>
                  <a:lnTo>
                    <a:pt x="188976" y="1542288"/>
                  </a:lnTo>
                  <a:lnTo>
                    <a:pt x="192024" y="1542288"/>
                  </a:lnTo>
                  <a:lnTo>
                    <a:pt x="192024" y="224028"/>
                  </a:lnTo>
                  <a:close/>
                </a:path>
                <a:path w="334010" h="1542414">
                  <a:moveTo>
                    <a:pt x="196596" y="160020"/>
                  </a:moveTo>
                  <a:lnTo>
                    <a:pt x="195072" y="160020"/>
                  </a:lnTo>
                  <a:lnTo>
                    <a:pt x="195072" y="1542288"/>
                  </a:lnTo>
                  <a:lnTo>
                    <a:pt x="196596" y="1542288"/>
                  </a:lnTo>
                  <a:lnTo>
                    <a:pt x="196596" y="160020"/>
                  </a:lnTo>
                  <a:close/>
                </a:path>
                <a:path w="334010" h="1542414">
                  <a:moveTo>
                    <a:pt x="201168" y="217932"/>
                  </a:moveTo>
                  <a:lnTo>
                    <a:pt x="199644" y="217932"/>
                  </a:lnTo>
                  <a:lnTo>
                    <a:pt x="199644" y="1542288"/>
                  </a:lnTo>
                  <a:lnTo>
                    <a:pt x="201168" y="1542288"/>
                  </a:lnTo>
                  <a:lnTo>
                    <a:pt x="201168" y="217932"/>
                  </a:lnTo>
                  <a:close/>
                </a:path>
                <a:path w="334010" h="1542414">
                  <a:moveTo>
                    <a:pt x="205740" y="265176"/>
                  </a:moveTo>
                  <a:lnTo>
                    <a:pt x="204216" y="265176"/>
                  </a:lnTo>
                  <a:lnTo>
                    <a:pt x="204216" y="1542288"/>
                  </a:lnTo>
                  <a:lnTo>
                    <a:pt x="205740" y="1542288"/>
                  </a:lnTo>
                  <a:lnTo>
                    <a:pt x="205740" y="265176"/>
                  </a:lnTo>
                  <a:close/>
                </a:path>
                <a:path w="334010" h="1542414">
                  <a:moveTo>
                    <a:pt x="210312" y="472440"/>
                  </a:moveTo>
                  <a:lnTo>
                    <a:pt x="208788" y="472440"/>
                  </a:lnTo>
                  <a:lnTo>
                    <a:pt x="208788" y="1542288"/>
                  </a:lnTo>
                  <a:lnTo>
                    <a:pt x="210312" y="1542288"/>
                  </a:lnTo>
                  <a:lnTo>
                    <a:pt x="210312" y="472440"/>
                  </a:lnTo>
                  <a:close/>
                </a:path>
                <a:path w="334010" h="1542414">
                  <a:moveTo>
                    <a:pt x="214884" y="239268"/>
                  </a:moveTo>
                  <a:lnTo>
                    <a:pt x="213360" y="239268"/>
                  </a:lnTo>
                  <a:lnTo>
                    <a:pt x="213360" y="1542288"/>
                  </a:lnTo>
                  <a:lnTo>
                    <a:pt x="214884" y="1542288"/>
                  </a:lnTo>
                  <a:lnTo>
                    <a:pt x="214884" y="239268"/>
                  </a:lnTo>
                  <a:close/>
                </a:path>
                <a:path w="334010" h="1542414">
                  <a:moveTo>
                    <a:pt x="219456" y="228600"/>
                  </a:moveTo>
                  <a:lnTo>
                    <a:pt x="217932" y="228600"/>
                  </a:lnTo>
                  <a:lnTo>
                    <a:pt x="217932" y="1542288"/>
                  </a:lnTo>
                  <a:lnTo>
                    <a:pt x="219456" y="1542288"/>
                  </a:lnTo>
                  <a:lnTo>
                    <a:pt x="219456" y="228600"/>
                  </a:lnTo>
                  <a:close/>
                </a:path>
                <a:path w="334010" h="1542414">
                  <a:moveTo>
                    <a:pt x="225552" y="0"/>
                  </a:moveTo>
                  <a:lnTo>
                    <a:pt x="222504" y="0"/>
                  </a:lnTo>
                  <a:lnTo>
                    <a:pt x="222504" y="1542288"/>
                  </a:lnTo>
                  <a:lnTo>
                    <a:pt x="225552" y="1542288"/>
                  </a:lnTo>
                  <a:lnTo>
                    <a:pt x="225552" y="0"/>
                  </a:lnTo>
                  <a:close/>
                </a:path>
                <a:path w="334010" h="1542414">
                  <a:moveTo>
                    <a:pt x="230124" y="181356"/>
                  </a:moveTo>
                  <a:lnTo>
                    <a:pt x="227076" y="181356"/>
                  </a:lnTo>
                  <a:lnTo>
                    <a:pt x="227076" y="1542288"/>
                  </a:lnTo>
                  <a:lnTo>
                    <a:pt x="230124" y="1542288"/>
                  </a:lnTo>
                  <a:lnTo>
                    <a:pt x="230124" y="181356"/>
                  </a:lnTo>
                  <a:close/>
                </a:path>
                <a:path w="334010" h="1542414">
                  <a:moveTo>
                    <a:pt x="234696" y="559308"/>
                  </a:moveTo>
                  <a:lnTo>
                    <a:pt x="231648" y="559308"/>
                  </a:lnTo>
                  <a:lnTo>
                    <a:pt x="231648" y="1542288"/>
                  </a:lnTo>
                  <a:lnTo>
                    <a:pt x="234696" y="1542288"/>
                  </a:lnTo>
                  <a:lnTo>
                    <a:pt x="234696" y="559308"/>
                  </a:lnTo>
                  <a:close/>
                </a:path>
                <a:path w="334010" h="1542414">
                  <a:moveTo>
                    <a:pt x="239268" y="445008"/>
                  </a:moveTo>
                  <a:lnTo>
                    <a:pt x="237744" y="445008"/>
                  </a:lnTo>
                  <a:lnTo>
                    <a:pt x="237744" y="1542288"/>
                  </a:lnTo>
                  <a:lnTo>
                    <a:pt x="239268" y="1542288"/>
                  </a:lnTo>
                  <a:lnTo>
                    <a:pt x="239268" y="445008"/>
                  </a:lnTo>
                  <a:close/>
                </a:path>
                <a:path w="334010" h="1542414">
                  <a:moveTo>
                    <a:pt x="243840" y="202692"/>
                  </a:moveTo>
                  <a:lnTo>
                    <a:pt x="242316" y="202692"/>
                  </a:lnTo>
                  <a:lnTo>
                    <a:pt x="242316" y="1542288"/>
                  </a:lnTo>
                  <a:lnTo>
                    <a:pt x="243840" y="1542288"/>
                  </a:lnTo>
                  <a:lnTo>
                    <a:pt x="243840" y="202692"/>
                  </a:lnTo>
                  <a:close/>
                </a:path>
                <a:path w="334010" h="1542414">
                  <a:moveTo>
                    <a:pt x="248412" y="199644"/>
                  </a:moveTo>
                  <a:lnTo>
                    <a:pt x="246888" y="199644"/>
                  </a:lnTo>
                  <a:lnTo>
                    <a:pt x="246888" y="1542288"/>
                  </a:lnTo>
                  <a:lnTo>
                    <a:pt x="248412" y="1542288"/>
                  </a:lnTo>
                  <a:lnTo>
                    <a:pt x="248412" y="199644"/>
                  </a:lnTo>
                  <a:close/>
                </a:path>
                <a:path w="334010" h="1542414">
                  <a:moveTo>
                    <a:pt x="252984" y="126492"/>
                  </a:moveTo>
                  <a:lnTo>
                    <a:pt x="251460" y="126492"/>
                  </a:lnTo>
                  <a:lnTo>
                    <a:pt x="251460" y="1542288"/>
                  </a:lnTo>
                  <a:lnTo>
                    <a:pt x="252984" y="1542288"/>
                  </a:lnTo>
                  <a:lnTo>
                    <a:pt x="252984" y="126492"/>
                  </a:lnTo>
                  <a:close/>
                </a:path>
                <a:path w="334010" h="1542414">
                  <a:moveTo>
                    <a:pt x="257556" y="900684"/>
                  </a:moveTo>
                  <a:lnTo>
                    <a:pt x="256032" y="900684"/>
                  </a:lnTo>
                  <a:lnTo>
                    <a:pt x="256032" y="1542288"/>
                  </a:lnTo>
                  <a:lnTo>
                    <a:pt x="257556" y="1542288"/>
                  </a:lnTo>
                  <a:lnTo>
                    <a:pt x="257556" y="900684"/>
                  </a:lnTo>
                  <a:close/>
                </a:path>
                <a:path w="334010" h="1542414">
                  <a:moveTo>
                    <a:pt x="262128" y="621792"/>
                  </a:moveTo>
                  <a:lnTo>
                    <a:pt x="260604" y="621792"/>
                  </a:lnTo>
                  <a:lnTo>
                    <a:pt x="260604" y="1542288"/>
                  </a:lnTo>
                  <a:lnTo>
                    <a:pt x="262128" y="1542288"/>
                  </a:lnTo>
                  <a:lnTo>
                    <a:pt x="262128" y="621792"/>
                  </a:lnTo>
                  <a:close/>
                </a:path>
                <a:path w="334010" h="1542414">
                  <a:moveTo>
                    <a:pt x="268224" y="1050036"/>
                  </a:moveTo>
                  <a:lnTo>
                    <a:pt x="265176" y="1050036"/>
                  </a:lnTo>
                  <a:lnTo>
                    <a:pt x="265176" y="1542288"/>
                  </a:lnTo>
                  <a:lnTo>
                    <a:pt x="268224" y="1542288"/>
                  </a:lnTo>
                  <a:lnTo>
                    <a:pt x="268224" y="1050036"/>
                  </a:lnTo>
                  <a:close/>
                </a:path>
                <a:path w="334010" h="1542414">
                  <a:moveTo>
                    <a:pt x="272796" y="1050036"/>
                  </a:moveTo>
                  <a:lnTo>
                    <a:pt x="269748" y="1050036"/>
                  </a:lnTo>
                  <a:lnTo>
                    <a:pt x="269748" y="1542288"/>
                  </a:lnTo>
                  <a:lnTo>
                    <a:pt x="272796" y="1542288"/>
                  </a:lnTo>
                  <a:lnTo>
                    <a:pt x="272796" y="1050036"/>
                  </a:lnTo>
                  <a:close/>
                </a:path>
                <a:path w="334010" h="1542414">
                  <a:moveTo>
                    <a:pt x="277368" y="1050036"/>
                  </a:moveTo>
                  <a:lnTo>
                    <a:pt x="275844" y="1050036"/>
                  </a:lnTo>
                  <a:lnTo>
                    <a:pt x="275844" y="1542288"/>
                  </a:lnTo>
                  <a:lnTo>
                    <a:pt x="277368" y="1542288"/>
                  </a:lnTo>
                  <a:lnTo>
                    <a:pt x="277368" y="1050036"/>
                  </a:lnTo>
                  <a:close/>
                </a:path>
                <a:path w="334010" h="1542414">
                  <a:moveTo>
                    <a:pt x="281940" y="365760"/>
                  </a:moveTo>
                  <a:lnTo>
                    <a:pt x="280416" y="365760"/>
                  </a:lnTo>
                  <a:lnTo>
                    <a:pt x="280416" y="1542288"/>
                  </a:lnTo>
                  <a:lnTo>
                    <a:pt x="281940" y="1542288"/>
                  </a:lnTo>
                  <a:lnTo>
                    <a:pt x="281940" y="365760"/>
                  </a:lnTo>
                  <a:close/>
                </a:path>
                <a:path w="334010" h="1542414">
                  <a:moveTo>
                    <a:pt x="286512" y="522732"/>
                  </a:moveTo>
                  <a:lnTo>
                    <a:pt x="284988" y="522732"/>
                  </a:lnTo>
                  <a:lnTo>
                    <a:pt x="284988" y="1542288"/>
                  </a:lnTo>
                  <a:lnTo>
                    <a:pt x="286512" y="1542288"/>
                  </a:lnTo>
                  <a:lnTo>
                    <a:pt x="286512" y="522732"/>
                  </a:lnTo>
                  <a:close/>
                </a:path>
                <a:path w="334010" h="1542414">
                  <a:moveTo>
                    <a:pt x="291084" y="559308"/>
                  </a:moveTo>
                  <a:lnTo>
                    <a:pt x="289560" y="559308"/>
                  </a:lnTo>
                  <a:lnTo>
                    <a:pt x="289560" y="1542288"/>
                  </a:lnTo>
                  <a:lnTo>
                    <a:pt x="291084" y="1542288"/>
                  </a:lnTo>
                  <a:lnTo>
                    <a:pt x="291084" y="559308"/>
                  </a:lnTo>
                  <a:close/>
                </a:path>
                <a:path w="334010" h="1542414">
                  <a:moveTo>
                    <a:pt x="295656" y="492252"/>
                  </a:moveTo>
                  <a:lnTo>
                    <a:pt x="294132" y="492252"/>
                  </a:lnTo>
                  <a:lnTo>
                    <a:pt x="294132" y="1542288"/>
                  </a:lnTo>
                  <a:lnTo>
                    <a:pt x="295656" y="1542288"/>
                  </a:lnTo>
                  <a:lnTo>
                    <a:pt x="295656" y="492252"/>
                  </a:lnTo>
                  <a:close/>
                </a:path>
                <a:path w="334010" h="1542414">
                  <a:moveTo>
                    <a:pt x="300228" y="1050036"/>
                  </a:moveTo>
                  <a:lnTo>
                    <a:pt x="298704" y="1050036"/>
                  </a:lnTo>
                  <a:lnTo>
                    <a:pt x="298704" y="1542288"/>
                  </a:lnTo>
                  <a:lnTo>
                    <a:pt x="300228" y="1542288"/>
                  </a:lnTo>
                  <a:lnTo>
                    <a:pt x="300228" y="1050036"/>
                  </a:lnTo>
                  <a:close/>
                </a:path>
                <a:path w="334010" h="1542414">
                  <a:moveTo>
                    <a:pt x="304800" y="900684"/>
                  </a:moveTo>
                  <a:lnTo>
                    <a:pt x="303276" y="900684"/>
                  </a:lnTo>
                  <a:lnTo>
                    <a:pt x="303276" y="1542288"/>
                  </a:lnTo>
                  <a:lnTo>
                    <a:pt x="304800" y="1542288"/>
                  </a:lnTo>
                  <a:lnTo>
                    <a:pt x="304800" y="900684"/>
                  </a:lnTo>
                  <a:close/>
                </a:path>
                <a:path w="334010" h="1542414">
                  <a:moveTo>
                    <a:pt x="310896" y="522732"/>
                  </a:moveTo>
                  <a:lnTo>
                    <a:pt x="307848" y="522732"/>
                  </a:lnTo>
                  <a:lnTo>
                    <a:pt x="307848" y="1542288"/>
                  </a:lnTo>
                  <a:lnTo>
                    <a:pt x="310896" y="1542288"/>
                  </a:lnTo>
                  <a:lnTo>
                    <a:pt x="310896" y="522732"/>
                  </a:lnTo>
                  <a:close/>
                </a:path>
                <a:path w="334010" h="1542414">
                  <a:moveTo>
                    <a:pt x="315468" y="522732"/>
                  </a:moveTo>
                  <a:lnTo>
                    <a:pt x="312420" y="522732"/>
                  </a:lnTo>
                  <a:lnTo>
                    <a:pt x="312420" y="1542288"/>
                  </a:lnTo>
                  <a:lnTo>
                    <a:pt x="315468" y="1542288"/>
                  </a:lnTo>
                  <a:lnTo>
                    <a:pt x="315468" y="522732"/>
                  </a:lnTo>
                  <a:close/>
                </a:path>
                <a:path w="334010" h="1542414">
                  <a:moveTo>
                    <a:pt x="320040" y="559308"/>
                  </a:moveTo>
                  <a:lnTo>
                    <a:pt x="318516" y="559308"/>
                  </a:lnTo>
                  <a:lnTo>
                    <a:pt x="318516" y="1542288"/>
                  </a:lnTo>
                  <a:lnTo>
                    <a:pt x="320040" y="1542288"/>
                  </a:lnTo>
                  <a:lnTo>
                    <a:pt x="320040" y="559308"/>
                  </a:lnTo>
                  <a:close/>
                </a:path>
                <a:path w="334010" h="1542414">
                  <a:moveTo>
                    <a:pt x="324612" y="487680"/>
                  </a:moveTo>
                  <a:lnTo>
                    <a:pt x="323088" y="487680"/>
                  </a:lnTo>
                  <a:lnTo>
                    <a:pt x="323088" y="1542288"/>
                  </a:lnTo>
                  <a:lnTo>
                    <a:pt x="324612" y="1542288"/>
                  </a:lnTo>
                  <a:lnTo>
                    <a:pt x="324612" y="487680"/>
                  </a:lnTo>
                  <a:close/>
                </a:path>
                <a:path w="334010" h="1542414">
                  <a:moveTo>
                    <a:pt x="329184" y="1050036"/>
                  </a:moveTo>
                  <a:lnTo>
                    <a:pt x="327660" y="1050036"/>
                  </a:lnTo>
                  <a:lnTo>
                    <a:pt x="327660" y="1542288"/>
                  </a:lnTo>
                  <a:lnTo>
                    <a:pt x="329184" y="1542288"/>
                  </a:lnTo>
                  <a:lnTo>
                    <a:pt x="329184" y="1050036"/>
                  </a:lnTo>
                  <a:close/>
                </a:path>
                <a:path w="334010" h="1542414">
                  <a:moveTo>
                    <a:pt x="333756" y="522732"/>
                  </a:moveTo>
                  <a:lnTo>
                    <a:pt x="332232" y="522732"/>
                  </a:lnTo>
                  <a:lnTo>
                    <a:pt x="332232" y="1542288"/>
                  </a:lnTo>
                  <a:lnTo>
                    <a:pt x="333756" y="1542288"/>
                  </a:lnTo>
                  <a:lnTo>
                    <a:pt x="333756" y="522732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516880" y="1746503"/>
              <a:ext cx="334010" cy="2117090"/>
            </a:xfrm>
            <a:custGeom>
              <a:avLst/>
              <a:gdLst/>
              <a:ahLst/>
              <a:cxnLst/>
              <a:rect l="l" t="t" r="r" b="b"/>
              <a:pathLst>
                <a:path w="334010" h="2117090">
                  <a:moveTo>
                    <a:pt x="1524" y="1097280"/>
                  </a:moveTo>
                  <a:lnTo>
                    <a:pt x="0" y="1097280"/>
                  </a:lnTo>
                  <a:lnTo>
                    <a:pt x="0" y="2116836"/>
                  </a:lnTo>
                  <a:lnTo>
                    <a:pt x="1524" y="2116836"/>
                  </a:lnTo>
                  <a:lnTo>
                    <a:pt x="1524" y="1097280"/>
                  </a:lnTo>
                  <a:close/>
                </a:path>
                <a:path w="334010" h="2117090">
                  <a:moveTo>
                    <a:pt x="6096" y="1040892"/>
                  </a:moveTo>
                  <a:lnTo>
                    <a:pt x="4572" y="1040892"/>
                  </a:lnTo>
                  <a:lnTo>
                    <a:pt x="4572" y="2116836"/>
                  </a:lnTo>
                  <a:lnTo>
                    <a:pt x="6096" y="2116836"/>
                  </a:lnTo>
                  <a:lnTo>
                    <a:pt x="6096" y="1040892"/>
                  </a:lnTo>
                  <a:close/>
                </a:path>
                <a:path w="334010" h="2117090">
                  <a:moveTo>
                    <a:pt x="10668" y="1030224"/>
                  </a:moveTo>
                  <a:lnTo>
                    <a:pt x="9144" y="1030224"/>
                  </a:lnTo>
                  <a:lnTo>
                    <a:pt x="9144" y="2116836"/>
                  </a:lnTo>
                  <a:lnTo>
                    <a:pt x="10668" y="2116836"/>
                  </a:lnTo>
                  <a:lnTo>
                    <a:pt x="10668" y="1030224"/>
                  </a:lnTo>
                  <a:close/>
                </a:path>
                <a:path w="334010" h="2117090">
                  <a:moveTo>
                    <a:pt x="16764" y="982980"/>
                  </a:moveTo>
                  <a:lnTo>
                    <a:pt x="13716" y="982980"/>
                  </a:lnTo>
                  <a:lnTo>
                    <a:pt x="13716" y="2116836"/>
                  </a:lnTo>
                  <a:lnTo>
                    <a:pt x="16764" y="2116836"/>
                  </a:lnTo>
                  <a:lnTo>
                    <a:pt x="16764" y="982980"/>
                  </a:lnTo>
                  <a:close/>
                </a:path>
                <a:path w="334010" h="2117090">
                  <a:moveTo>
                    <a:pt x="21336" y="1066800"/>
                  </a:moveTo>
                  <a:lnTo>
                    <a:pt x="18288" y="1066800"/>
                  </a:lnTo>
                  <a:lnTo>
                    <a:pt x="18288" y="2116836"/>
                  </a:lnTo>
                  <a:lnTo>
                    <a:pt x="21336" y="2116836"/>
                  </a:lnTo>
                  <a:lnTo>
                    <a:pt x="21336" y="1066800"/>
                  </a:lnTo>
                  <a:close/>
                </a:path>
                <a:path w="334010" h="2117090">
                  <a:moveTo>
                    <a:pt x="25908" y="1397508"/>
                  </a:moveTo>
                  <a:lnTo>
                    <a:pt x="22860" y="1397508"/>
                  </a:lnTo>
                  <a:lnTo>
                    <a:pt x="22860" y="2116836"/>
                  </a:lnTo>
                  <a:lnTo>
                    <a:pt x="25908" y="2116836"/>
                  </a:lnTo>
                  <a:lnTo>
                    <a:pt x="25908" y="1397508"/>
                  </a:lnTo>
                  <a:close/>
                </a:path>
                <a:path w="334010" h="2117090">
                  <a:moveTo>
                    <a:pt x="30480" y="1097280"/>
                  </a:moveTo>
                  <a:lnTo>
                    <a:pt x="28956" y="1097280"/>
                  </a:lnTo>
                  <a:lnTo>
                    <a:pt x="28956" y="2116836"/>
                  </a:lnTo>
                  <a:lnTo>
                    <a:pt x="30480" y="2116836"/>
                  </a:lnTo>
                  <a:lnTo>
                    <a:pt x="30480" y="1097280"/>
                  </a:lnTo>
                  <a:close/>
                </a:path>
                <a:path w="334010" h="2117090">
                  <a:moveTo>
                    <a:pt x="35052" y="1085088"/>
                  </a:moveTo>
                  <a:lnTo>
                    <a:pt x="33528" y="1085088"/>
                  </a:lnTo>
                  <a:lnTo>
                    <a:pt x="33528" y="2116836"/>
                  </a:lnTo>
                  <a:lnTo>
                    <a:pt x="35052" y="2116836"/>
                  </a:lnTo>
                  <a:lnTo>
                    <a:pt x="35052" y="1085088"/>
                  </a:lnTo>
                  <a:close/>
                </a:path>
                <a:path w="334010" h="2117090">
                  <a:moveTo>
                    <a:pt x="39624" y="1397508"/>
                  </a:moveTo>
                  <a:lnTo>
                    <a:pt x="38100" y="1397508"/>
                  </a:lnTo>
                  <a:lnTo>
                    <a:pt x="38100" y="2116836"/>
                  </a:lnTo>
                  <a:lnTo>
                    <a:pt x="39624" y="2116836"/>
                  </a:lnTo>
                  <a:lnTo>
                    <a:pt x="39624" y="1397508"/>
                  </a:lnTo>
                  <a:close/>
                </a:path>
                <a:path w="334010" h="2117090">
                  <a:moveTo>
                    <a:pt x="44196" y="0"/>
                  </a:moveTo>
                  <a:lnTo>
                    <a:pt x="42672" y="0"/>
                  </a:lnTo>
                  <a:lnTo>
                    <a:pt x="42672" y="2116836"/>
                  </a:lnTo>
                  <a:lnTo>
                    <a:pt x="44196" y="2116836"/>
                  </a:lnTo>
                  <a:lnTo>
                    <a:pt x="44196" y="0"/>
                  </a:lnTo>
                  <a:close/>
                </a:path>
                <a:path w="334010" h="2117090">
                  <a:moveTo>
                    <a:pt x="48768" y="1040892"/>
                  </a:moveTo>
                  <a:lnTo>
                    <a:pt x="47244" y="1040892"/>
                  </a:lnTo>
                  <a:lnTo>
                    <a:pt x="47244" y="2116836"/>
                  </a:lnTo>
                  <a:lnTo>
                    <a:pt x="48768" y="2116836"/>
                  </a:lnTo>
                  <a:lnTo>
                    <a:pt x="48768" y="1040892"/>
                  </a:lnTo>
                  <a:close/>
                </a:path>
                <a:path w="334010" h="2117090">
                  <a:moveTo>
                    <a:pt x="53340" y="1019556"/>
                  </a:moveTo>
                  <a:lnTo>
                    <a:pt x="51816" y="1019556"/>
                  </a:lnTo>
                  <a:lnTo>
                    <a:pt x="51816" y="2116836"/>
                  </a:lnTo>
                  <a:lnTo>
                    <a:pt x="53340" y="2116836"/>
                  </a:lnTo>
                  <a:lnTo>
                    <a:pt x="53340" y="1019556"/>
                  </a:lnTo>
                  <a:close/>
                </a:path>
                <a:path w="334010" h="2117090">
                  <a:moveTo>
                    <a:pt x="59436" y="937260"/>
                  </a:moveTo>
                  <a:lnTo>
                    <a:pt x="56388" y="937260"/>
                  </a:lnTo>
                  <a:lnTo>
                    <a:pt x="56388" y="2116836"/>
                  </a:lnTo>
                  <a:lnTo>
                    <a:pt x="59436" y="2116836"/>
                  </a:lnTo>
                  <a:lnTo>
                    <a:pt x="59436" y="937260"/>
                  </a:lnTo>
                  <a:close/>
                </a:path>
                <a:path w="334010" h="2117090">
                  <a:moveTo>
                    <a:pt x="64008" y="952500"/>
                  </a:moveTo>
                  <a:lnTo>
                    <a:pt x="60960" y="952500"/>
                  </a:lnTo>
                  <a:lnTo>
                    <a:pt x="60960" y="2116836"/>
                  </a:lnTo>
                  <a:lnTo>
                    <a:pt x="64008" y="2116836"/>
                  </a:lnTo>
                  <a:lnTo>
                    <a:pt x="64008" y="952500"/>
                  </a:lnTo>
                  <a:close/>
                </a:path>
                <a:path w="334010" h="2117090">
                  <a:moveTo>
                    <a:pt x="68580" y="1094232"/>
                  </a:moveTo>
                  <a:lnTo>
                    <a:pt x="67056" y="1094232"/>
                  </a:lnTo>
                  <a:lnTo>
                    <a:pt x="67056" y="2116836"/>
                  </a:lnTo>
                  <a:lnTo>
                    <a:pt x="68580" y="2116836"/>
                  </a:lnTo>
                  <a:lnTo>
                    <a:pt x="68580" y="1094232"/>
                  </a:lnTo>
                  <a:close/>
                </a:path>
                <a:path w="334010" h="2117090">
                  <a:moveTo>
                    <a:pt x="73152" y="982980"/>
                  </a:moveTo>
                  <a:lnTo>
                    <a:pt x="71628" y="982980"/>
                  </a:lnTo>
                  <a:lnTo>
                    <a:pt x="71628" y="2116836"/>
                  </a:lnTo>
                  <a:lnTo>
                    <a:pt x="73152" y="2116836"/>
                  </a:lnTo>
                  <a:lnTo>
                    <a:pt x="73152" y="982980"/>
                  </a:lnTo>
                  <a:close/>
                </a:path>
                <a:path w="334010" h="2117090">
                  <a:moveTo>
                    <a:pt x="77724" y="1397508"/>
                  </a:moveTo>
                  <a:lnTo>
                    <a:pt x="76200" y="1397508"/>
                  </a:lnTo>
                  <a:lnTo>
                    <a:pt x="76200" y="2116836"/>
                  </a:lnTo>
                  <a:lnTo>
                    <a:pt x="77724" y="2116836"/>
                  </a:lnTo>
                  <a:lnTo>
                    <a:pt x="77724" y="1397508"/>
                  </a:lnTo>
                  <a:close/>
                </a:path>
                <a:path w="334010" h="2117090">
                  <a:moveTo>
                    <a:pt x="82296" y="688848"/>
                  </a:moveTo>
                  <a:lnTo>
                    <a:pt x="80772" y="688848"/>
                  </a:lnTo>
                  <a:lnTo>
                    <a:pt x="80772" y="2116836"/>
                  </a:lnTo>
                  <a:lnTo>
                    <a:pt x="82296" y="2116836"/>
                  </a:lnTo>
                  <a:lnTo>
                    <a:pt x="82296" y="688848"/>
                  </a:lnTo>
                  <a:close/>
                </a:path>
                <a:path w="334010" h="2117090">
                  <a:moveTo>
                    <a:pt x="86868" y="772668"/>
                  </a:moveTo>
                  <a:lnTo>
                    <a:pt x="85344" y="772668"/>
                  </a:lnTo>
                  <a:lnTo>
                    <a:pt x="85344" y="2116836"/>
                  </a:lnTo>
                  <a:lnTo>
                    <a:pt x="86868" y="2116836"/>
                  </a:lnTo>
                  <a:lnTo>
                    <a:pt x="86868" y="772668"/>
                  </a:lnTo>
                  <a:close/>
                </a:path>
                <a:path w="334010" h="2117090">
                  <a:moveTo>
                    <a:pt x="91440" y="940308"/>
                  </a:moveTo>
                  <a:lnTo>
                    <a:pt x="89916" y="940308"/>
                  </a:lnTo>
                  <a:lnTo>
                    <a:pt x="89916" y="2116836"/>
                  </a:lnTo>
                  <a:lnTo>
                    <a:pt x="91440" y="2116836"/>
                  </a:lnTo>
                  <a:lnTo>
                    <a:pt x="91440" y="940308"/>
                  </a:lnTo>
                  <a:close/>
                </a:path>
                <a:path w="334010" h="2117090">
                  <a:moveTo>
                    <a:pt x="96012" y="876300"/>
                  </a:moveTo>
                  <a:lnTo>
                    <a:pt x="94488" y="876300"/>
                  </a:lnTo>
                  <a:lnTo>
                    <a:pt x="94488" y="2116836"/>
                  </a:lnTo>
                  <a:lnTo>
                    <a:pt x="96012" y="2116836"/>
                  </a:lnTo>
                  <a:lnTo>
                    <a:pt x="96012" y="876300"/>
                  </a:lnTo>
                  <a:close/>
                </a:path>
                <a:path w="334010" h="2117090">
                  <a:moveTo>
                    <a:pt x="102108" y="803148"/>
                  </a:moveTo>
                  <a:lnTo>
                    <a:pt x="99060" y="803148"/>
                  </a:lnTo>
                  <a:lnTo>
                    <a:pt x="99060" y="2116836"/>
                  </a:lnTo>
                  <a:lnTo>
                    <a:pt x="102108" y="2116836"/>
                  </a:lnTo>
                  <a:lnTo>
                    <a:pt x="102108" y="803148"/>
                  </a:lnTo>
                  <a:close/>
                </a:path>
                <a:path w="334010" h="2117090">
                  <a:moveTo>
                    <a:pt x="106680" y="739140"/>
                  </a:moveTo>
                  <a:lnTo>
                    <a:pt x="103632" y="739140"/>
                  </a:lnTo>
                  <a:lnTo>
                    <a:pt x="103632" y="2116836"/>
                  </a:lnTo>
                  <a:lnTo>
                    <a:pt x="106680" y="2116836"/>
                  </a:lnTo>
                  <a:lnTo>
                    <a:pt x="106680" y="739140"/>
                  </a:lnTo>
                  <a:close/>
                </a:path>
                <a:path w="334010" h="2117090">
                  <a:moveTo>
                    <a:pt x="111252" y="839724"/>
                  </a:moveTo>
                  <a:lnTo>
                    <a:pt x="109728" y="839724"/>
                  </a:lnTo>
                  <a:lnTo>
                    <a:pt x="109728" y="2116836"/>
                  </a:lnTo>
                  <a:lnTo>
                    <a:pt x="111252" y="2116836"/>
                  </a:lnTo>
                  <a:lnTo>
                    <a:pt x="111252" y="839724"/>
                  </a:lnTo>
                  <a:close/>
                </a:path>
                <a:path w="334010" h="2117090">
                  <a:moveTo>
                    <a:pt x="115824" y="952500"/>
                  </a:moveTo>
                  <a:lnTo>
                    <a:pt x="114300" y="952500"/>
                  </a:lnTo>
                  <a:lnTo>
                    <a:pt x="114300" y="2116836"/>
                  </a:lnTo>
                  <a:lnTo>
                    <a:pt x="115824" y="2116836"/>
                  </a:lnTo>
                  <a:lnTo>
                    <a:pt x="115824" y="952500"/>
                  </a:lnTo>
                  <a:close/>
                </a:path>
                <a:path w="334010" h="2117090">
                  <a:moveTo>
                    <a:pt x="120396" y="1097280"/>
                  </a:moveTo>
                  <a:lnTo>
                    <a:pt x="118872" y="1097280"/>
                  </a:lnTo>
                  <a:lnTo>
                    <a:pt x="118872" y="2116836"/>
                  </a:lnTo>
                  <a:lnTo>
                    <a:pt x="120396" y="2116836"/>
                  </a:lnTo>
                  <a:lnTo>
                    <a:pt x="120396" y="1097280"/>
                  </a:lnTo>
                  <a:close/>
                </a:path>
                <a:path w="334010" h="2117090">
                  <a:moveTo>
                    <a:pt x="124968" y="853440"/>
                  </a:moveTo>
                  <a:lnTo>
                    <a:pt x="123444" y="853440"/>
                  </a:lnTo>
                  <a:lnTo>
                    <a:pt x="123444" y="2116836"/>
                  </a:lnTo>
                  <a:lnTo>
                    <a:pt x="124968" y="2116836"/>
                  </a:lnTo>
                  <a:lnTo>
                    <a:pt x="124968" y="853440"/>
                  </a:lnTo>
                  <a:close/>
                </a:path>
                <a:path w="334010" h="2117090">
                  <a:moveTo>
                    <a:pt x="129540" y="719328"/>
                  </a:moveTo>
                  <a:lnTo>
                    <a:pt x="128016" y="719328"/>
                  </a:lnTo>
                  <a:lnTo>
                    <a:pt x="128016" y="2116836"/>
                  </a:lnTo>
                  <a:lnTo>
                    <a:pt x="129540" y="2116836"/>
                  </a:lnTo>
                  <a:lnTo>
                    <a:pt x="129540" y="719328"/>
                  </a:lnTo>
                  <a:close/>
                </a:path>
                <a:path w="334010" h="2117090">
                  <a:moveTo>
                    <a:pt x="134112" y="853440"/>
                  </a:moveTo>
                  <a:lnTo>
                    <a:pt x="132588" y="853440"/>
                  </a:lnTo>
                  <a:lnTo>
                    <a:pt x="132588" y="2116836"/>
                  </a:lnTo>
                  <a:lnTo>
                    <a:pt x="134112" y="2116836"/>
                  </a:lnTo>
                  <a:lnTo>
                    <a:pt x="134112" y="853440"/>
                  </a:lnTo>
                  <a:close/>
                </a:path>
                <a:path w="334010" h="2117090">
                  <a:moveTo>
                    <a:pt x="140208" y="813816"/>
                  </a:moveTo>
                  <a:lnTo>
                    <a:pt x="137160" y="813816"/>
                  </a:lnTo>
                  <a:lnTo>
                    <a:pt x="137160" y="2116836"/>
                  </a:lnTo>
                  <a:lnTo>
                    <a:pt x="140208" y="2116836"/>
                  </a:lnTo>
                  <a:lnTo>
                    <a:pt x="140208" y="813816"/>
                  </a:lnTo>
                  <a:close/>
                </a:path>
                <a:path w="334010" h="2117090">
                  <a:moveTo>
                    <a:pt x="144780" y="832104"/>
                  </a:moveTo>
                  <a:lnTo>
                    <a:pt x="141732" y="832104"/>
                  </a:lnTo>
                  <a:lnTo>
                    <a:pt x="141732" y="2116836"/>
                  </a:lnTo>
                  <a:lnTo>
                    <a:pt x="144780" y="2116836"/>
                  </a:lnTo>
                  <a:lnTo>
                    <a:pt x="144780" y="832104"/>
                  </a:lnTo>
                  <a:close/>
                </a:path>
                <a:path w="334010" h="2117090">
                  <a:moveTo>
                    <a:pt x="149352" y="763524"/>
                  </a:moveTo>
                  <a:lnTo>
                    <a:pt x="146304" y="763524"/>
                  </a:lnTo>
                  <a:lnTo>
                    <a:pt x="146304" y="2116836"/>
                  </a:lnTo>
                  <a:lnTo>
                    <a:pt x="149352" y="2116836"/>
                  </a:lnTo>
                  <a:lnTo>
                    <a:pt x="149352" y="763524"/>
                  </a:lnTo>
                  <a:close/>
                </a:path>
                <a:path w="334010" h="2117090">
                  <a:moveTo>
                    <a:pt x="153924" y="739140"/>
                  </a:moveTo>
                  <a:lnTo>
                    <a:pt x="152400" y="739140"/>
                  </a:lnTo>
                  <a:lnTo>
                    <a:pt x="152400" y="2116836"/>
                  </a:lnTo>
                  <a:lnTo>
                    <a:pt x="153924" y="2116836"/>
                  </a:lnTo>
                  <a:lnTo>
                    <a:pt x="153924" y="739140"/>
                  </a:lnTo>
                  <a:close/>
                </a:path>
                <a:path w="334010" h="2117090">
                  <a:moveTo>
                    <a:pt x="158496" y="803148"/>
                  </a:moveTo>
                  <a:lnTo>
                    <a:pt x="156972" y="803148"/>
                  </a:lnTo>
                  <a:lnTo>
                    <a:pt x="156972" y="2116836"/>
                  </a:lnTo>
                  <a:lnTo>
                    <a:pt x="158496" y="2116836"/>
                  </a:lnTo>
                  <a:lnTo>
                    <a:pt x="158496" y="803148"/>
                  </a:lnTo>
                  <a:close/>
                </a:path>
                <a:path w="334010" h="2117090">
                  <a:moveTo>
                    <a:pt x="163068" y="803148"/>
                  </a:moveTo>
                  <a:lnTo>
                    <a:pt x="161544" y="803148"/>
                  </a:lnTo>
                  <a:lnTo>
                    <a:pt x="161544" y="2116836"/>
                  </a:lnTo>
                  <a:lnTo>
                    <a:pt x="163068" y="2116836"/>
                  </a:lnTo>
                  <a:lnTo>
                    <a:pt x="163068" y="803148"/>
                  </a:lnTo>
                  <a:close/>
                </a:path>
                <a:path w="334010" h="2117090">
                  <a:moveTo>
                    <a:pt x="167640" y="658368"/>
                  </a:moveTo>
                  <a:lnTo>
                    <a:pt x="166116" y="658368"/>
                  </a:lnTo>
                  <a:lnTo>
                    <a:pt x="166116" y="2116836"/>
                  </a:lnTo>
                  <a:lnTo>
                    <a:pt x="167640" y="2116836"/>
                  </a:lnTo>
                  <a:lnTo>
                    <a:pt x="167640" y="658368"/>
                  </a:lnTo>
                  <a:close/>
                </a:path>
                <a:path w="334010" h="2117090">
                  <a:moveTo>
                    <a:pt x="172212" y="745236"/>
                  </a:moveTo>
                  <a:lnTo>
                    <a:pt x="170688" y="745236"/>
                  </a:lnTo>
                  <a:lnTo>
                    <a:pt x="170688" y="2116836"/>
                  </a:lnTo>
                  <a:lnTo>
                    <a:pt x="172212" y="2116836"/>
                  </a:lnTo>
                  <a:lnTo>
                    <a:pt x="172212" y="745236"/>
                  </a:lnTo>
                  <a:close/>
                </a:path>
                <a:path w="334010" h="2117090">
                  <a:moveTo>
                    <a:pt x="176784" y="839724"/>
                  </a:moveTo>
                  <a:lnTo>
                    <a:pt x="175260" y="839724"/>
                  </a:lnTo>
                  <a:lnTo>
                    <a:pt x="175260" y="2116836"/>
                  </a:lnTo>
                  <a:lnTo>
                    <a:pt x="176784" y="2116836"/>
                  </a:lnTo>
                  <a:lnTo>
                    <a:pt x="176784" y="839724"/>
                  </a:lnTo>
                  <a:close/>
                </a:path>
                <a:path w="334010" h="2117090">
                  <a:moveTo>
                    <a:pt x="182880" y="952500"/>
                  </a:moveTo>
                  <a:lnTo>
                    <a:pt x="179832" y="952500"/>
                  </a:lnTo>
                  <a:lnTo>
                    <a:pt x="179832" y="2116836"/>
                  </a:lnTo>
                  <a:lnTo>
                    <a:pt x="182880" y="2116836"/>
                  </a:lnTo>
                  <a:lnTo>
                    <a:pt x="182880" y="952500"/>
                  </a:lnTo>
                  <a:close/>
                </a:path>
                <a:path w="334010" h="2117090">
                  <a:moveTo>
                    <a:pt x="187452" y="678180"/>
                  </a:moveTo>
                  <a:lnTo>
                    <a:pt x="184404" y="678180"/>
                  </a:lnTo>
                  <a:lnTo>
                    <a:pt x="184404" y="2116836"/>
                  </a:lnTo>
                  <a:lnTo>
                    <a:pt x="187452" y="2116836"/>
                  </a:lnTo>
                  <a:lnTo>
                    <a:pt x="187452" y="678180"/>
                  </a:lnTo>
                  <a:close/>
                </a:path>
                <a:path w="334010" h="2117090">
                  <a:moveTo>
                    <a:pt x="192024" y="739140"/>
                  </a:moveTo>
                  <a:lnTo>
                    <a:pt x="190500" y="739140"/>
                  </a:lnTo>
                  <a:lnTo>
                    <a:pt x="190500" y="2116836"/>
                  </a:lnTo>
                  <a:lnTo>
                    <a:pt x="192024" y="2116836"/>
                  </a:lnTo>
                  <a:lnTo>
                    <a:pt x="192024" y="739140"/>
                  </a:lnTo>
                  <a:close/>
                </a:path>
                <a:path w="334010" h="2117090">
                  <a:moveTo>
                    <a:pt x="196596" y="868680"/>
                  </a:moveTo>
                  <a:lnTo>
                    <a:pt x="195072" y="868680"/>
                  </a:lnTo>
                  <a:lnTo>
                    <a:pt x="195072" y="2116836"/>
                  </a:lnTo>
                  <a:lnTo>
                    <a:pt x="196596" y="2116836"/>
                  </a:lnTo>
                  <a:lnTo>
                    <a:pt x="196596" y="868680"/>
                  </a:lnTo>
                  <a:close/>
                </a:path>
                <a:path w="334010" h="2117090">
                  <a:moveTo>
                    <a:pt x="201168" y="886968"/>
                  </a:moveTo>
                  <a:lnTo>
                    <a:pt x="199644" y="886968"/>
                  </a:lnTo>
                  <a:lnTo>
                    <a:pt x="199644" y="2116836"/>
                  </a:lnTo>
                  <a:lnTo>
                    <a:pt x="201168" y="2116836"/>
                  </a:lnTo>
                  <a:lnTo>
                    <a:pt x="201168" y="886968"/>
                  </a:lnTo>
                  <a:close/>
                </a:path>
                <a:path w="334010" h="2117090">
                  <a:moveTo>
                    <a:pt x="205740" y="772668"/>
                  </a:moveTo>
                  <a:lnTo>
                    <a:pt x="204216" y="772668"/>
                  </a:lnTo>
                  <a:lnTo>
                    <a:pt x="204216" y="2116836"/>
                  </a:lnTo>
                  <a:lnTo>
                    <a:pt x="205740" y="2116836"/>
                  </a:lnTo>
                  <a:lnTo>
                    <a:pt x="205740" y="772668"/>
                  </a:lnTo>
                  <a:close/>
                </a:path>
                <a:path w="334010" h="2117090">
                  <a:moveTo>
                    <a:pt x="210312" y="839724"/>
                  </a:moveTo>
                  <a:lnTo>
                    <a:pt x="208788" y="839724"/>
                  </a:lnTo>
                  <a:lnTo>
                    <a:pt x="208788" y="2116836"/>
                  </a:lnTo>
                  <a:lnTo>
                    <a:pt x="210312" y="2116836"/>
                  </a:lnTo>
                  <a:lnTo>
                    <a:pt x="210312" y="839724"/>
                  </a:lnTo>
                  <a:close/>
                </a:path>
                <a:path w="334010" h="2117090">
                  <a:moveTo>
                    <a:pt x="214884" y="826008"/>
                  </a:moveTo>
                  <a:lnTo>
                    <a:pt x="213360" y="826008"/>
                  </a:lnTo>
                  <a:lnTo>
                    <a:pt x="213360" y="2116836"/>
                  </a:lnTo>
                  <a:lnTo>
                    <a:pt x="214884" y="2116836"/>
                  </a:lnTo>
                  <a:lnTo>
                    <a:pt x="214884" y="826008"/>
                  </a:lnTo>
                  <a:close/>
                </a:path>
                <a:path w="334010" h="2117090">
                  <a:moveTo>
                    <a:pt x="219456" y="803148"/>
                  </a:moveTo>
                  <a:lnTo>
                    <a:pt x="217932" y="803148"/>
                  </a:lnTo>
                  <a:lnTo>
                    <a:pt x="217932" y="2116836"/>
                  </a:lnTo>
                  <a:lnTo>
                    <a:pt x="219456" y="2116836"/>
                  </a:lnTo>
                  <a:lnTo>
                    <a:pt x="219456" y="803148"/>
                  </a:lnTo>
                  <a:close/>
                </a:path>
                <a:path w="334010" h="2117090">
                  <a:moveTo>
                    <a:pt x="225552" y="839724"/>
                  </a:moveTo>
                  <a:lnTo>
                    <a:pt x="222504" y="839724"/>
                  </a:lnTo>
                  <a:lnTo>
                    <a:pt x="222504" y="2116836"/>
                  </a:lnTo>
                  <a:lnTo>
                    <a:pt x="225552" y="2116836"/>
                  </a:lnTo>
                  <a:lnTo>
                    <a:pt x="225552" y="839724"/>
                  </a:lnTo>
                  <a:close/>
                </a:path>
                <a:path w="334010" h="2117090">
                  <a:moveTo>
                    <a:pt x="230124" y="868680"/>
                  </a:moveTo>
                  <a:lnTo>
                    <a:pt x="227076" y="868680"/>
                  </a:lnTo>
                  <a:lnTo>
                    <a:pt x="227076" y="2116836"/>
                  </a:lnTo>
                  <a:lnTo>
                    <a:pt x="230124" y="2116836"/>
                  </a:lnTo>
                  <a:lnTo>
                    <a:pt x="230124" y="868680"/>
                  </a:lnTo>
                  <a:close/>
                </a:path>
                <a:path w="334010" h="2117090">
                  <a:moveTo>
                    <a:pt x="234696" y="928116"/>
                  </a:moveTo>
                  <a:lnTo>
                    <a:pt x="233172" y="928116"/>
                  </a:lnTo>
                  <a:lnTo>
                    <a:pt x="233172" y="2116836"/>
                  </a:lnTo>
                  <a:lnTo>
                    <a:pt x="234696" y="2116836"/>
                  </a:lnTo>
                  <a:lnTo>
                    <a:pt x="234696" y="928116"/>
                  </a:lnTo>
                  <a:close/>
                </a:path>
                <a:path w="334010" h="2117090">
                  <a:moveTo>
                    <a:pt x="239268" y="809244"/>
                  </a:moveTo>
                  <a:lnTo>
                    <a:pt x="237744" y="809244"/>
                  </a:lnTo>
                  <a:lnTo>
                    <a:pt x="237744" y="2116836"/>
                  </a:lnTo>
                  <a:lnTo>
                    <a:pt x="239268" y="2116836"/>
                  </a:lnTo>
                  <a:lnTo>
                    <a:pt x="239268" y="809244"/>
                  </a:lnTo>
                  <a:close/>
                </a:path>
                <a:path w="334010" h="2117090">
                  <a:moveTo>
                    <a:pt x="243840" y="842772"/>
                  </a:moveTo>
                  <a:lnTo>
                    <a:pt x="242316" y="842772"/>
                  </a:lnTo>
                  <a:lnTo>
                    <a:pt x="242316" y="2116836"/>
                  </a:lnTo>
                  <a:lnTo>
                    <a:pt x="243840" y="2116836"/>
                  </a:lnTo>
                  <a:lnTo>
                    <a:pt x="243840" y="842772"/>
                  </a:lnTo>
                  <a:close/>
                </a:path>
                <a:path w="334010" h="2117090">
                  <a:moveTo>
                    <a:pt x="248412" y="861060"/>
                  </a:moveTo>
                  <a:lnTo>
                    <a:pt x="246888" y="861060"/>
                  </a:lnTo>
                  <a:lnTo>
                    <a:pt x="246888" y="2116836"/>
                  </a:lnTo>
                  <a:lnTo>
                    <a:pt x="248412" y="2116836"/>
                  </a:lnTo>
                  <a:lnTo>
                    <a:pt x="248412" y="861060"/>
                  </a:lnTo>
                  <a:close/>
                </a:path>
                <a:path w="334010" h="2117090">
                  <a:moveTo>
                    <a:pt x="252984" y="816864"/>
                  </a:moveTo>
                  <a:lnTo>
                    <a:pt x="251460" y="816864"/>
                  </a:lnTo>
                  <a:lnTo>
                    <a:pt x="251460" y="2116836"/>
                  </a:lnTo>
                  <a:lnTo>
                    <a:pt x="252984" y="2116836"/>
                  </a:lnTo>
                  <a:lnTo>
                    <a:pt x="252984" y="816864"/>
                  </a:lnTo>
                  <a:close/>
                </a:path>
                <a:path w="334010" h="2117090">
                  <a:moveTo>
                    <a:pt x="257556" y="868680"/>
                  </a:moveTo>
                  <a:lnTo>
                    <a:pt x="256032" y="868680"/>
                  </a:lnTo>
                  <a:lnTo>
                    <a:pt x="256032" y="2116836"/>
                  </a:lnTo>
                  <a:lnTo>
                    <a:pt x="257556" y="2116836"/>
                  </a:lnTo>
                  <a:lnTo>
                    <a:pt x="257556" y="868680"/>
                  </a:lnTo>
                  <a:close/>
                </a:path>
                <a:path w="334010" h="2117090">
                  <a:moveTo>
                    <a:pt x="263652" y="839724"/>
                  </a:moveTo>
                  <a:lnTo>
                    <a:pt x="260604" y="839724"/>
                  </a:lnTo>
                  <a:lnTo>
                    <a:pt x="260604" y="2116836"/>
                  </a:lnTo>
                  <a:lnTo>
                    <a:pt x="263652" y="2116836"/>
                  </a:lnTo>
                  <a:lnTo>
                    <a:pt x="263652" y="839724"/>
                  </a:lnTo>
                  <a:close/>
                </a:path>
                <a:path w="334010" h="2117090">
                  <a:moveTo>
                    <a:pt x="268224" y="905256"/>
                  </a:moveTo>
                  <a:lnTo>
                    <a:pt x="265176" y="905256"/>
                  </a:lnTo>
                  <a:lnTo>
                    <a:pt x="265176" y="2116836"/>
                  </a:lnTo>
                  <a:lnTo>
                    <a:pt x="268224" y="2116836"/>
                  </a:lnTo>
                  <a:lnTo>
                    <a:pt x="268224" y="905256"/>
                  </a:lnTo>
                  <a:close/>
                </a:path>
                <a:path w="334010" h="2117090">
                  <a:moveTo>
                    <a:pt x="272796" y="952500"/>
                  </a:moveTo>
                  <a:lnTo>
                    <a:pt x="269748" y="952500"/>
                  </a:lnTo>
                  <a:lnTo>
                    <a:pt x="269748" y="2116836"/>
                  </a:lnTo>
                  <a:lnTo>
                    <a:pt x="272796" y="2116836"/>
                  </a:lnTo>
                  <a:lnTo>
                    <a:pt x="272796" y="952500"/>
                  </a:lnTo>
                  <a:close/>
                </a:path>
                <a:path w="334010" h="2117090">
                  <a:moveTo>
                    <a:pt x="277368" y="999744"/>
                  </a:moveTo>
                  <a:lnTo>
                    <a:pt x="275844" y="999744"/>
                  </a:lnTo>
                  <a:lnTo>
                    <a:pt x="275844" y="2116836"/>
                  </a:lnTo>
                  <a:lnTo>
                    <a:pt x="277368" y="2116836"/>
                  </a:lnTo>
                  <a:lnTo>
                    <a:pt x="277368" y="999744"/>
                  </a:lnTo>
                  <a:close/>
                </a:path>
                <a:path w="334010" h="2117090">
                  <a:moveTo>
                    <a:pt x="281940" y="982980"/>
                  </a:moveTo>
                  <a:lnTo>
                    <a:pt x="280416" y="982980"/>
                  </a:lnTo>
                  <a:lnTo>
                    <a:pt x="280416" y="2116836"/>
                  </a:lnTo>
                  <a:lnTo>
                    <a:pt x="281940" y="2116836"/>
                  </a:lnTo>
                  <a:lnTo>
                    <a:pt x="281940" y="982980"/>
                  </a:lnTo>
                  <a:close/>
                </a:path>
                <a:path w="334010" h="2117090">
                  <a:moveTo>
                    <a:pt x="286512" y="1019556"/>
                  </a:moveTo>
                  <a:lnTo>
                    <a:pt x="284988" y="1019556"/>
                  </a:lnTo>
                  <a:lnTo>
                    <a:pt x="284988" y="2116836"/>
                  </a:lnTo>
                  <a:lnTo>
                    <a:pt x="286512" y="2116836"/>
                  </a:lnTo>
                  <a:lnTo>
                    <a:pt x="286512" y="1019556"/>
                  </a:lnTo>
                  <a:close/>
                </a:path>
                <a:path w="334010" h="2117090">
                  <a:moveTo>
                    <a:pt x="291084" y="826008"/>
                  </a:moveTo>
                  <a:lnTo>
                    <a:pt x="289560" y="826008"/>
                  </a:lnTo>
                  <a:lnTo>
                    <a:pt x="289560" y="2116836"/>
                  </a:lnTo>
                  <a:lnTo>
                    <a:pt x="291084" y="2116836"/>
                  </a:lnTo>
                  <a:lnTo>
                    <a:pt x="291084" y="826008"/>
                  </a:lnTo>
                  <a:close/>
                </a:path>
                <a:path w="334010" h="2117090">
                  <a:moveTo>
                    <a:pt x="295656" y="772668"/>
                  </a:moveTo>
                  <a:lnTo>
                    <a:pt x="294132" y="772668"/>
                  </a:lnTo>
                  <a:lnTo>
                    <a:pt x="294132" y="2116836"/>
                  </a:lnTo>
                  <a:lnTo>
                    <a:pt x="295656" y="2116836"/>
                  </a:lnTo>
                  <a:lnTo>
                    <a:pt x="295656" y="772668"/>
                  </a:lnTo>
                  <a:close/>
                </a:path>
                <a:path w="334010" h="2117090">
                  <a:moveTo>
                    <a:pt x="300228" y="853440"/>
                  </a:moveTo>
                  <a:lnTo>
                    <a:pt x="298704" y="853440"/>
                  </a:lnTo>
                  <a:lnTo>
                    <a:pt x="298704" y="2116836"/>
                  </a:lnTo>
                  <a:lnTo>
                    <a:pt x="300228" y="2116836"/>
                  </a:lnTo>
                  <a:lnTo>
                    <a:pt x="300228" y="853440"/>
                  </a:lnTo>
                  <a:close/>
                </a:path>
                <a:path w="334010" h="2117090">
                  <a:moveTo>
                    <a:pt x="306324" y="967740"/>
                  </a:moveTo>
                  <a:lnTo>
                    <a:pt x="303276" y="967740"/>
                  </a:lnTo>
                  <a:lnTo>
                    <a:pt x="303276" y="2116836"/>
                  </a:lnTo>
                  <a:lnTo>
                    <a:pt x="306324" y="2116836"/>
                  </a:lnTo>
                  <a:lnTo>
                    <a:pt x="306324" y="967740"/>
                  </a:lnTo>
                  <a:close/>
                </a:path>
                <a:path w="334010" h="2117090">
                  <a:moveTo>
                    <a:pt x="310896" y="886968"/>
                  </a:moveTo>
                  <a:lnTo>
                    <a:pt x="307848" y="886968"/>
                  </a:lnTo>
                  <a:lnTo>
                    <a:pt x="307848" y="2116836"/>
                  </a:lnTo>
                  <a:lnTo>
                    <a:pt x="310896" y="2116836"/>
                  </a:lnTo>
                  <a:lnTo>
                    <a:pt x="310896" y="886968"/>
                  </a:lnTo>
                  <a:close/>
                </a:path>
                <a:path w="334010" h="2117090">
                  <a:moveTo>
                    <a:pt x="315468" y="813816"/>
                  </a:moveTo>
                  <a:lnTo>
                    <a:pt x="313944" y="813816"/>
                  </a:lnTo>
                  <a:lnTo>
                    <a:pt x="313944" y="2116836"/>
                  </a:lnTo>
                  <a:lnTo>
                    <a:pt x="315468" y="2116836"/>
                  </a:lnTo>
                  <a:lnTo>
                    <a:pt x="315468" y="813816"/>
                  </a:lnTo>
                  <a:close/>
                </a:path>
                <a:path w="334010" h="2117090">
                  <a:moveTo>
                    <a:pt x="320040" y="868680"/>
                  </a:moveTo>
                  <a:lnTo>
                    <a:pt x="318516" y="868680"/>
                  </a:lnTo>
                  <a:lnTo>
                    <a:pt x="318516" y="2116836"/>
                  </a:lnTo>
                  <a:lnTo>
                    <a:pt x="320040" y="2116836"/>
                  </a:lnTo>
                  <a:lnTo>
                    <a:pt x="320040" y="868680"/>
                  </a:lnTo>
                  <a:close/>
                </a:path>
                <a:path w="334010" h="2117090">
                  <a:moveTo>
                    <a:pt x="324612" y="813816"/>
                  </a:moveTo>
                  <a:lnTo>
                    <a:pt x="323088" y="813816"/>
                  </a:lnTo>
                  <a:lnTo>
                    <a:pt x="323088" y="2116836"/>
                  </a:lnTo>
                  <a:lnTo>
                    <a:pt x="324612" y="2116836"/>
                  </a:lnTo>
                  <a:lnTo>
                    <a:pt x="324612" y="813816"/>
                  </a:lnTo>
                  <a:close/>
                </a:path>
                <a:path w="334010" h="2117090">
                  <a:moveTo>
                    <a:pt x="329184" y="719328"/>
                  </a:moveTo>
                  <a:lnTo>
                    <a:pt x="327660" y="719328"/>
                  </a:lnTo>
                  <a:lnTo>
                    <a:pt x="327660" y="2116836"/>
                  </a:lnTo>
                  <a:lnTo>
                    <a:pt x="329184" y="2116836"/>
                  </a:lnTo>
                  <a:lnTo>
                    <a:pt x="329184" y="719328"/>
                  </a:lnTo>
                  <a:close/>
                </a:path>
                <a:path w="334010" h="2117090">
                  <a:moveTo>
                    <a:pt x="333756" y="982980"/>
                  </a:moveTo>
                  <a:lnTo>
                    <a:pt x="332232" y="982980"/>
                  </a:lnTo>
                  <a:lnTo>
                    <a:pt x="332232" y="2116836"/>
                  </a:lnTo>
                  <a:lnTo>
                    <a:pt x="333756" y="2116836"/>
                  </a:lnTo>
                  <a:lnTo>
                    <a:pt x="333756" y="98298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849112" y="2368295"/>
              <a:ext cx="334010" cy="1495425"/>
            </a:xfrm>
            <a:custGeom>
              <a:avLst/>
              <a:gdLst/>
              <a:ahLst/>
              <a:cxnLst/>
              <a:rect l="l" t="t" r="r" b="b"/>
              <a:pathLst>
                <a:path w="334010" h="1495425">
                  <a:moveTo>
                    <a:pt x="1524" y="361188"/>
                  </a:moveTo>
                  <a:lnTo>
                    <a:pt x="0" y="361188"/>
                  </a:lnTo>
                  <a:lnTo>
                    <a:pt x="0" y="1495044"/>
                  </a:lnTo>
                  <a:lnTo>
                    <a:pt x="1524" y="1495044"/>
                  </a:lnTo>
                  <a:lnTo>
                    <a:pt x="1524" y="361188"/>
                  </a:lnTo>
                  <a:close/>
                </a:path>
                <a:path w="334010" h="1495425">
                  <a:moveTo>
                    <a:pt x="6096" y="192024"/>
                  </a:moveTo>
                  <a:lnTo>
                    <a:pt x="4572" y="192024"/>
                  </a:lnTo>
                  <a:lnTo>
                    <a:pt x="4572" y="1495044"/>
                  </a:lnTo>
                  <a:lnTo>
                    <a:pt x="6096" y="1495044"/>
                  </a:lnTo>
                  <a:lnTo>
                    <a:pt x="6096" y="192024"/>
                  </a:lnTo>
                  <a:close/>
                </a:path>
                <a:path w="334010" h="1495425">
                  <a:moveTo>
                    <a:pt x="10668" y="361188"/>
                  </a:moveTo>
                  <a:lnTo>
                    <a:pt x="9144" y="361188"/>
                  </a:lnTo>
                  <a:lnTo>
                    <a:pt x="9144" y="1495044"/>
                  </a:lnTo>
                  <a:lnTo>
                    <a:pt x="10668" y="1495044"/>
                  </a:lnTo>
                  <a:lnTo>
                    <a:pt x="10668" y="361188"/>
                  </a:lnTo>
                  <a:close/>
                </a:path>
                <a:path w="334010" h="1495425">
                  <a:moveTo>
                    <a:pt x="16764" y="210312"/>
                  </a:moveTo>
                  <a:lnTo>
                    <a:pt x="13716" y="210312"/>
                  </a:lnTo>
                  <a:lnTo>
                    <a:pt x="13716" y="1495044"/>
                  </a:lnTo>
                  <a:lnTo>
                    <a:pt x="16764" y="1495044"/>
                  </a:lnTo>
                  <a:lnTo>
                    <a:pt x="16764" y="210312"/>
                  </a:lnTo>
                  <a:close/>
                </a:path>
                <a:path w="334010" h="1495425">
                  <a:moveTo>
                    <a:pt x="21336" y="246888"/>
                  </a:moveTo>
                  <a:lnTo>
                    <a:pt x="18288" y="246888"/>
                  </a:lnTo>
                  <a:lnTo>
                    <a:pt x="18288" y="1495044"/>
                  </a:lnTo>
                  <a:lnTo>
                    <a:pt x="21336" y="1495044"/>
                  </a:lnTo>
                  <a:lnTo>
                    <a:pt x="21336" y="246888"/>
                  </a:lnTo>
                  <a:close/>
                </a:path>
                <a:path w="334010" h="1495425">
                  <a:moveTo>
                    <a:pt x="25908" y="170688"/>
                  </a:moveTo>
                  <a:lnTo>
                    <a:pt x="24384" y="170688"/>
                  </a:lnTo>
                  <a:lnTo>
                    <a:pt x="24384" y="1495044"/>
                  </a:lnTo>
                  <a:lnTo>
                    <a:pt x="25908" y="1495044"/>
                  </a:lnTo>
                  <a:lnTo>
                    <a:pt x="25908" y="170688"/>
                  </a:lnTo>
                  <a:close/>
                </a:path>
                <a:path w="334010" h="1495425">
                  <a:moveTo>
                    <a:pt x="30480" y="265176"/>
                  </a:moveTo>
                  <a:lnTo>
                    <a:pt x="28956" y="265176"/>
                  </a:lnTo>
                  <a:lnTo>
                    <a:pt x="28956" y="1495044"/>
                  </a:lnTo>
                  <a:lnTo>
                    <a:pt x="30480" y="1495044"/>
                  </a:lnTo>
                  <a:lnTo>
                    <a:pt x="30480" y="265176"/>
                  </a:lnTo>
                  <a:close/>
                </a:path>
                <a:path w="334010" h="1495425">
                  <a:moveTo>
                    <a:pt x="35052" y="246888"/>
                  </a:moveTo>
                  <a:lnTo>
                    <a:pt x="33528" y="246888"/>
                  </a:lnTo>
                  <a:lnTo>
                    <a:pt x="33528" y="1495044"/>
                  </a:lnTo>
                  <a:lnTo>
                    <a:pt x="35052" y="1495044"/>
                  </a:lnTo>
                  <a:lnTo>
                    <a:pt x="35052" y="246888"/>
                  </a:lnTo>
                  <a:close/>
                </a:path>
                <a:path w="334010" h="1495425">
                  <a:moveTo>
                    <a:pt x="39624" y="192024"/>
                  </a:moveTo>
                  <a:lnTo>
                    <a:pt x="38100" y="192024"/>
                  </a:lnTo>
                  <a:lnTo>
                    <a:pt x="38100" y="1495044"/>
                  </a:lnTo>
                  <a:lnTo>
                    <a:pt x="39624" y="1495044"/>
                  </a:lnTo>
                  <a:lnTo>
                    <a:pt x="39624" y="192024"/>
                  </a:lnTo>
                  <a:close/>
                </a:path>
                <a:path w="334010" h="1495425">
                  <a:moveTo>
                    <a:pt x="44196" y="153924"/>
                  </a:moveTo>
                  <a:lnTo>
                    <a:pt x="42672" y="153924"/>
                  </a:lnTo>
                  <a:lnTo>
                    <a:pt x="42672" y="1495044"/>
                  </a:lnTo>
                  <a:lnTo>
                    <a:pt x="44196" y="1495044"/>
                  </a:lnTo>
                  <a:lnTo>
                    <a:pt x="44196" y="153924"/>
                  </a:lnTo>
                  <a:close/>
                </a:path>
                <a:path w="334010" h="1495425">
                  <a:moveTo>
                    <a:pt x="48768" y="294132"/>
                  </a:moveTo>
                  <a:lnTo>
                    <a:pt x="47244" y="294132"/>
                  </a:lnTo>
                  <a:lnTo>
                    <a:pt x="47244" y="1495044"/>
                  </a:lnTo>
                  <a:lnTo>
                    <a:pt x="48768" y="1495044"/>
                  </a:lnTo>
                  <a:lnTo>
                    <a:pt x="48768" y="294132"/>
                  </a:lnTo>
                  <a:close/>
                </a:path>
                <a:path w="334010" h="1495425">
                  <a:moveTo>
                    <a:pt x="54864" y="217932"/>
                  </a:moveTo>
                  <a:lnTo>
                    <a:pt x="51816" y="217932"/>
                  </a:lnTo>
                  <a:lnTo>
                    <a:pt x="51816" y="1495044"/>
                  </a:lnTo>
                  <a:lnTo>
                    <a:pt x="54864" y="1495044"/>
                  </a:lnTo>
                  <a:lnTo>
                    <a:pt x="54864" y="217932"/>
                  </a:lnTo>
                  <a:close/>
                </a:path>
                <a:path w="334010" h="1495425">
                  <a:moveTo>
                    <a:pt x="59436" y="0"/>
                  </a:moveTo>
                  <a:lnTo>
                    <a:pt x="56388" y="0"/>
                  </a:lnTo>
                  <a:lnTo>
                    <a:pt x="56388" y="1495044"/>
                  </a:lnTo>
                  <a:lnTo>
                    <a:pt x="59436" y="1495044"/>
                  </a:lnTo>
                  <a:lnTo>
                    <a:pt x="59436" y="0"/>
                  </a:lnTo>
                  <a:close/>
                </a:path>
                <a:path w="334010" h="1495425">
                  <a:moveTo>
                    <a:pt x="64008" y="445008"/>
                  </a:moveTo>
                  <a:lnTo>
                    <a:pt x="60960" y="445008"/>
                  </a:lnTo>
                  <a:lnTo>
                    <a:pt x="60960" y="1495044"/>
                  </a:lnTo>
                  <a:lnTo>
                    <a:pt x="64008" y="1495044"/>
                  </a:lnTo>
                  <a:lnTo>
                    <a:pt x="64008" y="445008"/>
                  </a:lnTo>
                  <a:close/>
                </a:path>
                <a:path w="334010" h="1495425">
                  <a:moveTo>
                    <a:pt x="68580" y="217932"/>
                  </a:moveTo>
                  <a:lnTo>
                    <a:pt x="67056" y="217932"/>
                  </a:lnTo>
                  <a:lnTo>
                    <a:pt x="67056" y="1495044"/>
                  </a:lnTo>
                  <a:lnTo>
                    <a:pt x="68580" y="1495044"/>
                  </a:lnTo>
                  <a:lnTo>
                    <a:pt x="68580" y="217932"/>
                  </a:lnTo>
                  <a:close/>
                </a:path>
                <a:path w="334010" h="1495425">
                  <a:moveTo>
                    <a:pt x="73152" y="181356"/>
                  </a:moveTo>
                  <a:lnTo>
                    <a:pt x="71628" y="181356"/>
                  </a:lnTo>
                  <a:lnTo>
                    <a:pt x="71628" y="1495044"/>
                  </a:lnTo>
                  <a:lnTo>
                    <a:pt x="73152" y="1495044"/>
                  </a:lnTo>
                  <a:lnTo>
                    <a:pt x="73152" y="181356"/>
                  </a:lnTo>
                  <a:close/>
                </a:path>
                <a:path w="334010" h="1495425">
                  <a:moveTo>
                    <a:pt x="77724" y="41148"/>
                  </a:moveTo>
                  <a:lnTo>
                    <a:pt x="76200" y="41148"/>
                  </a:lnTo>
                  <a:lnTo>
                    <a:pt x="76200" y="1495044"/>
                  </a:lnTo>
                  <a:lnTo>
                    <a:pt x="77724" y="1495044"/>
                  </a:lnTo>
                  <a:lnTo>
                    <a:pt x="77724" y="41148"/>
                  </a:lnTo>
                  <a:close/>
                </a:path>
                <a:path w="334010" h="1495425">
                  <a:moveTo>
                    <a:pt x="82296" y="192024"/>
                  </a:moveTo>
                  <a:lnTo>
                    <a:pt x="80772" y="192024"/>
                  </a:lnTo>
                  <a:lnTo>
                    <a:pt x="80772" y="1495044"/>
                  </a:lnTo>
                  <a:lnTo>
                    <a:pt x="82296" y="1495044"/>
                  </a:lnTo>
                  <a:lnTo>
                    <a:pt x="82296" y="192024"/>
                  </a:lnTo>
                  <a:close/>
                </a:path>
                <a:path w="334010" h="1495425">
                  <a:moveTo>
                    <a:pt x="86868" y="196596"/>
                  </a:moveTo>
                  <a:lnTo>
                    <a:pt x="85344" y="196596"/>
                  </a:lnTo>
                  <a:lnTo>
                    <a:pt x="85344" y="1495044"/>
                  </a:lnTo>
                  <a:lnTo>
                    <a:pt x="86868" y="1495044"/>
                  </a:lnTo>
                  <a:lnTo>
                    <a:pt x="86868" y="196596"/>
                  </a:lnTo>
                  <a:close/>
                </a:path>
                <a:path w="334010" h="1495425">
                  <a:moveTo>
                    <a:pt x="91440" y="548640"/>
                  </a:moveTo>
                  <a:lnTo>
                    <a:pt x="89916" y="548640"/>
                  </a:lnTo>
                  <a:lnTo>
                    <a:pt x="89916" y="1495044"/>
                  </a:lnTo>
                  <a:lnTo>
                    <a:pt x="91440" y="1495044"/>
                  </a:lnTo>
                  <a:lnTo>
                    <a:pt x="91440" y="548640"/>
                  </a:lnTo>
                  <a:close/>
                </a:path>
                <a:path w="334010" h="1495425">
                  <a:moveTo>
                    <a:pt x="97536" y="306324"/>
                  </a:moveTo>
                  <a:lnTo>
                    <a:pt x="94488" y="306324"/>
                  </a:lnTo>
                  <a:lnTo>
                    <a:pt x="94488" y="1495044"/>
                  </a:lnTo>
                  <a:lnTo>
                    <a:pt x="97536" y="1495044"/>
                  </a:lnTo>
                  <a:lnTo>
                    <a:pt x="97536" y="306324"/>
                  </a:lnTo>
                  <a:close/>
                </a:path>
                <a:path w="334010" h="1495425">
                  <a:moveTo>
                    <a:pt x="102108" y="231648"/>
                  </a:moveTo>
                  <a:lnTo>
                    <a:pt x="99060" y="231648"/>
                  </a:lnTo>
                  <a:lnTo>
                    <a:pt x="99060" y="1495044"/>
                  </a:lnTo>
                  <a:lnTo>
                    <a:pt x="102108" y="1495044"/>
                  </a:lnTo>
                  <a:lnTo>
                    <a:pt x="102108" y="231648"/>
                  </a:lnTo>
                  <a:close/>
                </a:path>
                <a:path w="334010" h="1495425">
                  <a:moveTo>
                    <a:pt x="106680" y="170688"/>
                  </a:moveTo>
                  <a:lnTo>
                    <a:pt x="105156" y="170688"/>
                  </a:lnTo>
                  <a:lnTo>
                    <a:pt x="105156" y="1495044"/>
                  </a:lnTo>
                  <a:lnTo>
                    <a:pt x="106680" y="1495044"/>
                  </a:lnTo>
                  <a:lnTo>
                    <a:pt x="106680" y="170688"/>
                  </a:lnTo>
                  <a:close/>
                </a:path>
                <a:path w="334010" h="1495425">
                  <a:moveTo>
                    <a:pt x="111252" y="67056"/>
                  </a:moveTo>
                  <a:lnTo>
                    <a:pt x="109728" y="67056"/>
                  </a:lnTo>
                  <a:lnTo>
                    <a:pt x="109728" y="1495044"/>
                  </a:lnTo>
                  <a:lnTo>
                    <a:pt x="111252" y="1495044"/>
                  </a:lnTo>
                  <a:lnTo>
                    <a:pt x="111252" y="67056"/>
                  </a:lnTo>
                  <a:close/>
                </a:path>
                <a:path w="334010" h="1495425">
                  <a:moveTo>
                    <a:pt x="115824" y="475488"/>
                  </a:moveTo>
                  <a:lnTo>
                    <a:pt x="114300" y="475488"/>
                  </a:lnTo>
                  <a:lnTo>
                    <a:pt x="114300" y="1495044"/>
                  </a:lnTo>
                  <a:lnTo>
                    <a:pt x="115824" y="1495044"/>
                  </a:lnTo>
                  <a:lnTo>
                    <a:pt x="115824" y="475488"/>
                  </a:lnTo>
                  <a:close/>
                </a:path>
                <a:path w="334010" h="1495425">
                  <a:moveTo>
                    <a:pt x="120396" y="170688"/>
                  </a:moveTo>
                  <a:lnTo>
                    <a:pt x="118872" y="170688"/>
                  </a:lnTo>
                  <a:lnTo>
                    <a:pt x="118872" y="1495044"/>
                  </a:lnTo>
                  <a:lnTo>
                    <a:pt x="120396" y="1495044"/>
                  </a:lnTo>
                  <a:lnTo>
                    <a:pt x="120396" y="170688"/>
                  </a:lnTo>
                  <a:close/>
                </a:path>
                <a:path w="334010" h="1495425">
                  <a:moveTo>
                    <a:pt x="124968" y="274320"/>
                  </a:moveTo>
                  <a:lnTo>
                    <a:pt x="123444" y="274320"/>
                  </a:lnTo>
                  <a:lnTo>
                    <a:pt x="123444" y="1495044"/>
                  </a:lnTo>
                  <a:lnTo>
                    <a:pt x="124968" y="1495044"/>
                  </a:lnTo>
                  <a:lnTo>
                    <a:pt x="124968" y="274320"/>
                  </a:lnTo>
                  <a:close/>
                </a:path>
                <a:path w="334010" h="1495425">
                  <a:moveTo>
                    <a:pt x="129540" y="377952"/>
                  </a:moveTo>
                  <a:lnTo>
                    <a:pt x="128016" y="377952"/>
                  </a:lnTo>
                  <a:lnTo>
                    <a:pt x="128016" y="1495044"/>
                  </a:lnTo>
                  <a:lnTo>
                    <a:pt x="129540" y="1495044"/>
                  </a:lnTo>
                  <a:lnTo>
                    <a:pt x="129540" y="377952"/>
                  </a:lnTo>
                  <a:close/>
                </a:path>
                <a:path w="334010" h="1495425">
                  <a:moveTo>
                    <a:pt x="134112" y="246888"/>
                  </a:moveTo>
                  <a:lnTo>
                    <a:pt x="132588" y="246888"/>
                  </a:lnTo>
                  <a:lnTo>
                    <a:pt x="132588" y="1495044"/>
                  </a:lnTo>
                  <a:lnTo>
                    <a:pt x="134112" y="1495044"/>
                  </a:lnTo>
                  <a:lnTo>
                    <a:pt x="134112" y="246888"/>
                  </a:lnTo>
                  <a:close/>
                </a:path>
                <a:path w="334010" h="1495425">
                  <a:moveTo>
                    <a:pt x="140208" y="361188"/>
                  </a:moveTo>
                  <a:lnTo>
                    <a:pt x="137160" y="361188"/>
                  </a:lnTo>
                  <a:lnTo>
                    <a:pt x="137160" y="1495044"/>
                  </a:lnTo>
                  <a:lnTo>
                    <a:pt x="140208" y="1495044"/>
                  </a:lnTo>
                  <a:lnTo>
                    <a:pt x="140208" y="361188"/>
                  </a:lnTo>
                  <a:close/>
                </a:path>
                <a:path w="334010" h="1495425">
                  <a:moveTo>
                    <a:pt x="144780" y="277368"/>
                  </a:moveTo>
                  <a:lnTo>
                    <a:pt x="141732" y="277368"/>
                  </a:lnTo>
                  <a:lnTo>
                    <a:pt x="141732" y="1495044"/>
                  </a:lnTo>
                  <a:lnTo>
                    <a:pt x="144780" y="1495044"/>
                  </a:lnTo>
                  <a:lnTo>
                    <a:pt x="144780" y="277368"/>
                  </a:lnTo>
                  <a:close/>
                </a:path>
                <a:path w="334010" h="1495425">
                  <a:moveTo>
                    <a:pt x="149352" y="0"/>
                  </a:moveTo>
                  <a:lnTo>
                    <a:pt x="147828" y="0"/>
                  </a:lnTo>
                  <a:lnTo>
                    <a:pt x="147828" y="1495044"/>
                  </a:lnTo>
                  <a:lnTo>
                    <a:pt x="149352" y="1495044"/>
                  </a:lnTo>
                  <a:lnTo>
                    <a:pt x="149352" y="0"/>
                  </a:lnTo>
                  <a:close/>
                </a:path>
                <a:path w="334010" h="1495425">
                  <a:moveTo>
                    <a:pt x="153924" y="185928"/>
                  </a:moveTo>
                  <a:lnTo>
                    <a:pt x="152400" y="185928"/>
                  </a:lnTo>
                  <a:lnTo>
                    <a:pt x="152400" y="1495044"/>
                  </a:lnTo>
                  <a:lnTo>
                    <a:pt x="153924" y="1495044"/>
                  </a:lnTo>
                  <a:lnTo>
                    <a:pt x="153924" y="185928"/>
                  </a:lnTo>
                  <a:close/>
                </a:path>
                <a:path w="334010" h="1495425">
                  <a:moveTo>
                    <a:pt x="158496" y="170688"/>
                  </a:moveTo>
                  <a:lnTo>
                    <a:pt x="156972" y="170688"/>
                  </a:lnTo>
                  <a:lnTo>
                    <a:pt x="156972" y="1495044"/>
                  </a:lnTo>
                  <a:lnTo>
                    <a:pt x="158496" y="1495044"/>
                  </a:lnTo>
                  <a:lnTo>
                    <a:pt x="158496" y="170688"/>
                  </a:lnTo>
                  <a:close/>
                </a:path>
                <a:path w="334010" h="1495425">
                  <a:moveTo>
                    <a:pt x="163068" y="150876"/>
                  </a:moveTo>
                  <a:lnTo>
                    <a:pt x="161544" y="150876"/>
                  </a:lnTo>
                  <a:lnTo>
                    <a:pt x="161544" y="1495044"/>
                  </a:lnTo>
                  <a:lnTo>
                    <a:pt x="163068" y="1495044"/>
                  </a:lnTo>
                  <a:lnTo>
                    <a:pt x="163068" y="150876"/>
                  </a:lnTo>
                  <a:close/>
                </a:path>
                <a:path w="334010" h="1495425">
                  <a:moveTo>
                    <a:pt x="167640" y="181356"/>
                  </a:moveTo>
                  <a:lnTo>
                    <a:pt x="166116" y="181356"/>
                  </a:lnTo>
                  <a:lnTo>
                    <a:pt x="166116" y="1495044"/>
                  </a:lnTo>
                  <a:lnTo>
                    <a:pt x="167640" y="1495044"/>
                  </a:lnTo>
                  <a:lnTo>
                    <a:pt x="167640" y="181356"/>
                  </a:lnTo>
                  <a:close/>
                </a:path>
                <a:path w="334010" h="1495425">
                  <a:moveTo>
                    <a:pt x="172212" y="134112"/>
                  </a:moveTo>
                  <a:lnTo>
                    <a:pt x="170688" y="134112"/>
                  </a:lnTo>
                  <a:lnTo>
                    <a:pt x="170688" y="1495044"/>
                  </a:lnTo>
                  <a:lnTo>
                    <a:pt x="172212" y="1495044"/>
                  </a:lnTo>
                  <a:lnTo>
                    <a:pt x="172212" y="134112"/>
                  </a:lnTo>
                  <a:close/>
                </a:path>
                <a:path w="334010" h="1495425">
                  <a:moveTo>
                    <a:pt x="178308" y="217932"/>
                  </a:moveTo>
                  <a:lnTo>
                    <a:pt x="175260" y="217932"/>
                  </a:lnTo>
                  <a:lnTo>
                    <a:pt x="175260" y="1495044"/>
                  </a:lnTo>
                  <a:lnTo>
                    <a:pt x="178308" y="1495044"/>
                  </a:lnTo>
                  <a:lnTo>
                    <a:pt x="178308" y="217932"/>
                  </a:lnTo>
                  <a:close/>
                </a:path>
                <a:path w="334010" h="1495425">
                  <a:moveTo>
                    <a:pt x="182880" y="246888"/>
                  </a:moveTo>
                  <a:lnTo>
                    <a:pt x="179832" y="246888"/>
                  </a:lnTo>
                  <a:lnTo>
                    <a:pt x="179832" y="1495044"/>
                  </a:lnTo>
                  <a:lnTo>
                    <a:pt x="182880" y="1495044"/>
                  </a:lnTo>
                  <a:lnTo>
                    <a:pt x="182880" y="246888"/>
                  </a:lnTo>
                  <a:close/>
                </a:path>
                <a:path w="334010" h="1495425">
                  <a:moveTo>
                    <a:pt x="187452" y="397764"/>
                  </a:moveTo>
                  <a:lnTo>
                    <a:pt x="184404" y="397764"/>
                  </a:lnTo>
                  <a:lnTo>
                    <a:pt x="184404" y="1495044"/>
                  </a:lnTo>
                  <a:lnTo>
                    <a:pt x="187452" y="1495044"/>
                  </a:lnTo>
                  <a:lnTo>
                    <a:pt x="187452" y="397764"/>
                  </a:lnTo>
                  <a:close/>
                </a:path>
                <a:path w="334010" h="1495425">
                  <a:moveTo>
                    <a:pt x="192024" y="361188"/>
                  </a:moveTo>
                  <a:lnTo>
                    <a:pt x="190500" y="361188"/>
                  </a:lnTo>
                  <a:lnTo>
                    <a:pt x="190500" y="1495044"/>
                  </a:lnTo>
                  <a:lnTo>
                    <a:pt x="192024" y="1495044"/>
                  </a:lnTo>
                  <a:lnTo>
                    <a:pt x="192024" y="361188"/>
                  </a:lnTo>
                  <a:close/>
                </a:path>
                <a:path w="334010" h="1495425">
                  <a:moveTo>
                    <a:pt x="196596" y="397764"/>
                  </a:moveTo>
                  <a:lnTo>
                    <a:pt x="195072" y="397764"/>
                  </a:lnTo>
                  <a:lnTo>
                    <a:pt x="195072" y="1495044"/>
                  </a:lnTo>
                  <a:lnTo>
                    <a:pt x="196596" y="1495044"/>
                  </a:lnTo>
                  <a:lnTo>
                    <a:pt x="196596" y="397764"/>
                  </a:lnTo>
                  <a:close/>
                </a:path>
                <a:path w="334010" h="1495425">
                  <a:moveTo>
                    <a:pt x="201168" y="175260"/>
                  </a:moveTo>
                  <a:lnTo>
                    <a:pt x="199644" y="175260"/>
                  </a:lnTo>
                  <a:lnTo>
                    <a:pt x="199644" y="1495044"/>
                  </a:lnTo>
                  <a:lnTo>
                    <a:pt x="201168" y="1495044"/>
                  </a:lnTo>
                  <a:lnTo>
                    <a:pt x="201168" y="175260"/>
                  </a:lnTo>
                  <a:close/>
                </a:path>
                <a:path w="334010" h="1495425">
                  <a:moveTo>
                    <a:pt x="205740" y="283464"/>
                  </a:moveTo>
                  <a:lnTo>
                    <a:pt x="204216" y="283464"/>
                  </a:lnTo>
                  <a:lnTo>
                    <a:pt x="204216" y="1495044"/>
                  </a:lnTo>
                  <a:lnTo>
                    <a:pt x="205740" y="1495044"/>
                  </a:lnTo>
                  <a:lnTo>
                    <a:pt x="205740" y="283464"/>
                  </a:lnTo>
                  <a:close/>
                </a:path>
                <a:path w="334010" h="1495425">
                  <a:moveTo>
                    <a:pt x="210312" y="97536"/>
                  </a:moveTo>
                  <a:lnTo>
                    <a:pt x="208788" y="97536"/>
                  </a:lnTo>
                  <a:lnTo>
                    <a:pt x="208788" y="1495044"/>
                  </a:lnTo>
                  <a:lnTo>
                    <a:pt x="210312" y="1495044"/>
                  </a:lnTo>
                  <a:lnTo>
                    <a:pt x="210312" y="97536"/>
                  </a:lnTo>
                  <a:close/>
                </a:path>
                <a:path w="334010" h="1495425">
                  <a:moveTo>
                    <a:pt x="214884" y="181356"/>
                  </a:moveTo>
                  <a:lnTo>
                    <a:pt x="213360" y="181356"/>
                  </a:lnTo>
                  <a:lnTo>
                    <a:pt x="213360" y="1495044"/>
                  </a:lnTo>
                  <a:lnTo>
                    <a:pt x="214884" y="1495044"/>
                  </a:lnTo>
                  <a:lnTo>
                    <a:pt x="214884" y="181356"/>
                  </a:lnTo>
                  <a:close/>
                </a:path>
                <a:path w="334010" h="1495425">
                  <a:moveTo>
                    <a:pt x="220980" y="283464"/>
                  </a:moveTo>
                  <a:lnTo>
                    <a:pt x="217932" y="283464"/>
                  </a:lnTo>
                  <a:lnTo>
                    <a:pt x="217932" y="1495044"/>
                  </a:lnTo>
                  <a:lnTo>
                    <a:pt x="220980" y="1495044"/>
                  </a:lnTo>
                  <a:lnTo>
                    <a:pt x="220980" y="283464"/>
                  </a:lnTo>
                  <a:close/>
                </a:path>
                <a:path w="334010" h="1495425">
                  <a:moveTo>
                    <a:pt x="225552" y="283464"/>
                  </a:moveTo>
                  <a:lnTo>
                    <a:pt x="222504" y="283464"/>
                  </a:lnTo>
                  <a:lnTo>
                    <a:pt x="222504" y="1495044"/>
                  </a:lnTo>
                  <a:lnTo>
                    <a:pt x="225552" y="1495044"/>
                  </a:lnTo>
                  <a:lnTo>
                    <a:pt x="225552" y="283464"/>
                  </a:lnTo>
                  <a:close/>
                </a:path>
                <a:path w="334010" h="1495425">
                  <a:moveTo>
                    <a:pt x="230124" y="397764"/>
                  </a:moveTo>
                  <a:lnTo>
                    <a:pt x="228600" y="397764"/>
                  </a:lnTo>
                  <a:lnTo>
                    <a:pt x="228600" y="1495044"/>
                  </a:lnTo>
                  <a:lnTo>
                    <a:pt x="230124" y="1495044"/>
                  </a:lnTo>
                  <a:lnTo>
                    <a:pt x="230124" y="397764"/>
                  </a:lnTo>
                  <a:close/>
                </a:path>
                <a:path w="334010" h="1495425">
                  <a:moveTo>
                    <a:pt x="234696" y="246888"/>
                  </a:moveTo>
                  <a:lnTo>
                    <a:pt x="233172" y="246888"/>
                  </a:lnTo>
                  <a:lnTo>
                    <a:pt x="233172" y="1495044"/>
                  </a:lnTo>
                  <a:lnTo>
                    <a:pt x="234696" y="1495044"/>
                  </a:lnTo>
                  <a:lnTo>
                    <a:pt x="234696" y="246888"/>
                  </a:lnTo>
                  <a:close/>
                </a:path>
                <a:path w="334010" h="1495425">
                  <a:moveTo>
                    <a:pt x="239268" y="330708"/>
                  </a:moveTo>
                  <a:lnTo>
                    <a:pt x="237744" y="330708"/>
                  </a:lnTo>
                  <a:lnTo>
                    <a:pt x="237744" y="1495044"/>
                  </a:lnTo>
                  <a:lnTo>
                    <a:pt x="239268" y="1495044"/>
                  </a:lnTo>
                  <a:lnTo>
                    <a:pt x="239268" y="330708"/>
                  </a:lnTo>
                  <a:close/>
                </a:path>
                <a:path w="334010" h="1495425">
                  <a:moveTo>
                    <a:pt x="243840" y="181356"/>
                  </a:moveTo>
                  <a:lnTo>
                    <a:pt x="242316" y="181356"/>
                  </a:lnTo>
                  <a:lnTo>
                    <a:pt x="242316" y="1495044"/>
                  </a:lnTo>
                  <a:lnTo>
                    <a:pt x="243840" y="1495044"/>
                  </a:lnTo>
                  <a:lnTo>
                    <a:pt x="243840" y="181356"/>
                  </a:lnTo>
                  <a:close/>
                </a:path>
                <a:path w="334010" h="1495425">
                  <a:moveTo>
                    <a:pt x="248412" y="330708"/>
                  </a:moveTo>
                  <a:lnTo>
                    <a:pt x="246888" y="330708"/>
                  </a:lnTo>
                  <a:lnTo>
                    <a:pt x="246888" y="1495044"/>
                  </a:lnTo>
                  <a:lnTo>
                    <a:pt x="248412" y="1495044"/>
                  </a:lnTo>
                  <a:lnTo>
                    <a:pt x="248412" y="330708"/>
                  </a:lnTo>
                  <a:close/>
                </a:path>
                <a:path w="334010" h="1495425">
                  <a:moveTo>
                    <a:pt x="252984" y="294132"/>
                  </a:moveTo>
                  <a:lnTo>
                    <a:pt x="251460" y="294132"/>
                  </a:lnTo>
                  <a:lnTo>
                    <a:pt x="251460" y="1495044"/>
                  </a:lnTo>
                  <a:lnTo>
                    <a:pt x="252984" y="1495044"/>
                  </a:lnTo>
                  <a:lnTo>
                    <a:pt x="252984" y="294132"/>
                  </a:lnTo>
                  <a:close/>
                </a:path>
                <a:path w="334010" h="1495425">
                  <a:moveTo>
                    <a:pt x="257556" y="306324"/>
                  </a:moveTo>
                  <a:lnTo>
                    <a:pt x="256032" y="306324"/>
                  </a:lnTo>
                  <a:lnTo>
                    <a:pt x="256032" y="1495044"/>
                  </a:lnTo>
                  <a:lnTo>
                    <a:pt x="257556" y="1495044"/>
                  </a:lnTo>
                  <a:lnTo>
                    <a:pt x="257556" y="306324"/>
                  </a:lnTo>
                  <a:close/>
                </a:path>
                <a:path w="334010" h="1495425">
                  <a:moveTo>
                    <a:pt x="263652" y="246888"/>
                  </a:moveTo>
                  <a:lnTo>
                    <a:pt x="260604" y="246888"/>
                  </a:lnTo>
                  <a:lnTo>
                    <a:pt x="260604" y="1495044"/>
                  </a:lnTo>
                  <a:lnTo>
                    <a:pt x="263652" y="1495044"/>
                  </a:lnTo>
                  <a:lnTo>
                    <a:pt x="263652" y="246888"/>
                  </a:lnTo>
                  <a:close/>
                </a:path>
                <a:path w="334010" h="1495425">
                  <a:moveTo>
                    <a:pt x="268224" y="134112"/>
                  </a:moveTo>
                  <a:lnTo>
                    <a:pt x="265176" y="134112"/>
                  </a:lnTo>
                  <a:lnTo>
                    <a:pt x="265176" y="1495044"/>
                  </a:lnTo>
                  <a:lnTo>
                    <a:pt x="268224" y="1495044"/>
                  </a:lnTo>
                  <a:lnTo>
                    <a:pt x="268224" y="134112"/>
                  </a:lnTo>
                  <a:close/>
                </a:path>
                <a:path w="334010" h="1495425">
                  <a:moveTo>
                    <a:pt x="272796" y="283464"/>
                  </a:moveTo>
                  <a:lnTo>
                    <a:pt x="271272" y="283464"/>
                  </a:lnTo>
                  <a:lnTo>
                    <a:pt x="271272" y="1495044"/>
                  </a:lnTo>
                  <a:lnTo>
                    <a:pt x="272796" y="1495044"/>
                  </a:lnTo>
                  <a:lnTo>
                    <a:pt x="272796" y="283464"/>
                  </a:lnTo>
                  <a:close/>
                </a:path>
                <a:path w="334010" h="1495425">
                  <a:moveTo>
                    <a:pt x="277368" y="170688"/>
                  </a:moveTo>
                  <a:lnTo>
                    <a:pt x="275844" y="170688"/>
                  </a:lnTo>
                  <a:lnTo>
                    <a:pt x="275844" y="1495044"/>
                  </a:lnTo>
                  <a:lnTo>
                    <a:pt x="277368" y="1495044"/>
                  </a:lnTo>
                  <a:lnTo>
                    <a:pt x="277368" y="170688"/>
                  </a:lnTo>
                  <a:close/>
                </a:path>
                <a:path w="334010" h="1495425">
                  <a:moveTo>
                    <a:pt x="281940" y="181356"/>
                  </a:moveTo>
                  <a:lnTo>
                    <a:pt x="280416" y="181356"/>
                  </a:lnTo>
                  <a:lnTo>
                    <a:pt x="280416" y="1495044"/>
                  </a:lnTo>
                  <a:lnTo>
                    <a:pt x="281940" y="1495044"/>
                  </a:lnTo>
                  <a:lnTo>
                    <a:pt x="281940" y="181356"/>
                  </a:lnTo>
                  <a:close/>
                </a:path>
                <a:path w="334010" h="1495425">
                  <a:moveTo>
                    <a:pt x="286512" y="170688"/>
                  </a:moveTo>
                  <a:lnTo>
                    <a:pt x="284988" y="170688"/>
                  </a:lnTo>
                  <a:lnTo>
                    <a:pt x="284988" y="1495044"/>
                  </a:lnTo>
                  <a:lnTo>
                    <a:pt x="286512" y="1495044"/>
                  </a:lnTo>
                  <a:lnTo>
                    <a:pt x="286512" y="170688"/>
                  </a:lnTo>
                  <a:close/>
                </a:path>
                <a:path w="334010" h="1495425">
                  <a:moveTo>
                    <a:pt x="291084" y="170688"/>
                  </a:moveTo>
                  <a:lnTo>
                    <a:pt x="289560" y="170688"/>
                  </a:lnTo>
                  <a:lnTo>
                    <a:pt x="289560" y="1495044"/>
                  </a:lnTo>
                  <a:lnTo>
                    <a:pt x="291084" y="1495044"/>
                  </a:lnTo>
                  <a:lnTo>
                    <a:pt x="291084" y="170688"/>
                  </a:lnTo>
                  <a:close/>
                </a:path>
                <a:path w="334010" h="1495425">
                  <a:moveTo>
                    <a:pt x="295656" y="192024"/>
                  </a:moveTo>
                  <a:lnTo>
                    <a:pt x="294132" y="192024"/>
                  </a:lnTo>
                  <a:lnTo>
                    <a:pt x="294132" y="1495044"/>
                  </a:lnTo>
                  <a:lnTo>
                    <a:pt x="295656" y="1495044"/>
                  </a:lnTo>
                  <a:lnTo>
                    <a:pt x="295656" y="192024"/>
                  </a:lnTo>
                  <a:close/>
                </a:path>
                <a:path w="334010" h="1495425">
                  <a:moveTo>
                    <a:pt x="301752" y="198120"/>
                  </a:moveTo>
                  <a:lnTo>
                    <a:pt x="298704" y="198120"/>
                  </a:lnTo>
                  <a:lnTo>
                    <a:pt x="298704" y="1495044"/>
                  </a:lnTo>
                  <a:lnTo>
                    <a:pt x="301752" y="1495044"/>
                  </a:lnTo>
                  <a:lnTo>
                    <a:pt x="301752" y="198120"/>
                  </a:lnTo>
                  <a:close/>
                </a:path>
                <a:path w="334010" h="1495425">
                  <a:moveTo>
                    <a:pt x="306324" y="67056"/>
                  </a:moveTo>
                  <a:lnTo>
                    <a:pt x="303276" y="67056"/>
                  </a:lnTo>
                  <a:lnTo>
                    <a:pt x="303276" y="1495044"/>
                  </a:lnTo>
                  <a:lnTo>
                    <a:pt x="306324" y="1495044"/>
                  </a:lnTo>
                  <a:lnTo>
                    <a:pt x="306324" y="67056"/>
                  </a:lnTo>
                  <a:close/>
                </a:path>
                <a:path w="334010" h="1495425">
                  <a:moveTo>
                    <a:pt x="310896" y="144780"/>
                  </a:moveTo>
                  <a:lnTo>
                    <a:pt x="307848" y="144780"/>
                  </a:lnTo>
                  <a:lnTo>
                    <a:pt x="307848" y="1495044"/>
                  </a:lnTo>
                  <a:lnTo>
                    <a:pt x="310896" y="1495044"/>
                  </a:lnTo>
                  <a:lnTo>
                    <a:pt x="310896" y="144780"/>
                  </a:lnTo>
                  <a:close/>
                </a:path>
                <a:path w="334010" h="1495425">
                  <a:moveTo>
                    <a:pt x="315468" y="67056"/>
                  </a:moveTo>
                  <a:lnTo>
                    <a:pt x="313944" y="67056"/>
                  </a:lnTo>
                  <a:lnTo>
                    <a:pt x="313944" y="1495044"/>
                  </a:lnTo>
                  <a:lnTo>
                    <a:pt x="315468" y="1495044"/>
                  </a:lnTo>
                  <a:lnTo>
                    <a:pt x="315468" y="67056"/>
                  </a:lnTo>
                  <a:close/>
                </a:path>
                <a:path w="334010" h="1495425">
                  <a:moveTo>
                    <a:pt x="320040" y="134112"/>
                  </a:moveTo>
                  <a:lnTo>
                    <a:pt x="318516" y="134112"/>
                  </a:lnTo>
                  <a:lnTo>
                    <a:pt x="318516" y="1495044"/>
                  </a:lnTo>
                  <a:lnTo>
                    <a:pt x="320040" y="1495044"/>
                  </a:lnTo>
                  <a:lnTo>
                    <a:pt x="320040" y="134112"/>
                  </a:lnTo>
                  <a:close/>
                </a:path>
                <a:path w="334010" h="1495425">
                  <a:moveTo>
                    <a:pt x="324612" y="256032"/>
                  </a:moveTo>
                  <a:lnTo>
                    <a:pt x="323088" y="256032"/>
                  </a:lnTo>
                  <a:lnTo>
                    <a:pt x="323088" y="1495044"/>
                  </a:lnTo>
                  <a:lnTo>
                    <a:pt x="324612" y="1495044"/>
                  </a:lnTo>
                  <a:lnTo>
                    <a:pt x="324612" y="256032"/>
                  </a:lnTo>
                  <a:close/>
                </a:path>
                <a:path w="334010" h="1495425">
                  <a:moveTo>
                    <a:pt x="329184" y="330708"/>
                  </a:moveTo>
                  <a:lnTo>
                    <a:pt x="327660" y="330708"/>
                  </a:lnTo>
                  <a:lnTo>
                    <a:pt x="327660" y="1495044"/>
                  </a:lnTo>
                  <a:lnTo>
                    <a:pt x="329184" y="1495044"/>
                  </a:lnTo>
                  <a:lnTo>
                    <a:pt x="329184" y="330708"/>
                  </a:lnTo>
                  <a:close/>
                </a:path>
                <a:path w="334010" h="1495425">
                  <a:moveTo>
                    <a:pt x="333756" y="141732"/>
                  </a:moveTo>
                  <a:lnTo>
                    <a:pt x="332232" y="141732"/>
                  </a:lnTo>
                  <a:lnTo>
                    <a:pt x="332232" y="1495044"/>
                  </a:lnTo>
                  <a:lnTo>
                    <a:pt x="333756" y="1495044"/>
                  </a:lnTo>
                  <a:lnTo>
                    <a:pt x="333756" y="141732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181344" y="2490215"/>
              <a:ext cx="334010" cy="1373505"/>
            </a:xfrm>
            <a:custGeom>
              <a:avLst/>
              <a:gdLst/>
              <a:ahLst/>
              <a:cxnLst/>
              <a:rect l="l" t="t" r="r" b="b"/>
              <a:pathLst>
                <a:path w="334009" h="1373504">
                  <a:moveTo>
                    <a:pt x="1524" y="19812"/>
                  </a:moveTo>
                  <a:lnTo>
                    <a:pt x="0" y="19812"/>
                  </a:lnTo>
                  <a:lnTo>
                    <a:pt x="0" y="1373124"/>
                  </a:lnTo>
                  <a:lnTo>
                    <a:pt x="1524" y="1373124"/>
                  </a:lnTo>
                  <a:lnTo>
                    <a:pt x="1524" y="19812"/>
                  </a:lnTo>
                  <a:close/>
                </a:path>
                <a:path w="334009" h="1373504">
                  <a:moveTo>
                    <a:pt x="6096" y="19812"/>
                  </a:moveTo>
                  <a:lnTo>
                    <a:pt x="4572" y="19812"/>
                  </a:lnTo>
                  <a:lnTo>
                    <a:pt x="4572" y="1373124"/>
                  </a:lnTo>
                  <a:lnTo>
                    <a:pt x="6096" y="1373124"/>
                  </a:lnTo>
                  <a:lnTo>
                    <a:pt x="6096" y="19812"/>
                  </a:lnTo>
                  <a:close/>
                </a:path>
                <a:path w="334009" h="1373504">
                  <a:moveTo>
                    <a:pt x="12192" y="60960"/>
                  </a:moveTo>
                  <a:lnTo>
                    <a:pt x="9144" y="60960"/>
                  </a:lnTo>
                  <a:lnTo>
                    <a:pt x="9144" y="1373124"/>
                  </a:lnTo>
                  <a:lnTo>
                    <a:pt x="12192" y="1373124"/>
                  </a:lnTo>
                  <a:lnTo>
                    <a:pt x="12192" y="60960"/>
                  </a:lnTo>
                  <a:close/>
                </a:path>
                <a:path w="334009" h="1373504">
                  <a:moveTo>
                    <a:pt x="16764" y="208788"/>
                  </a:moveTo>
                  <a:lnTo>
                    <a:pt x="13716" y="208788"/>
                  </a:lnTo>
                  <a:lnTo>
                    <a:pt x="13716" y="1373124"/>
                  </a:lnTo>
                  <a:lnTo>
                    <a:pt x="16764" y="1373124"/>
                  </a:lnTo>
                  <a:lnTo>
                    <a:pt x="16764" y="208788"/>
                  </a:lnTo>
                  <a:close/>
                </a:path>
                <a:path w="334009" h="1373504">
                  <a:moveTo>
                    <a:pt x="21336" y="59436"/>
                  </a:moveTo>
                  <a:lnTo>
                    <a:pt x="18288" y="59436"/>
                  </a:lnTo>
                  <a:lnTo>
                    <a:pt x="18288" y="1373124"/>
                  </a:lnTo>
                  <a:lnTo>
                    <a:pt x="21336" y="1373124"/>
                  </a:lnTo>
                  <a:lnTo>
                    <a:pt x="21336" y="59436"/>
                  </a:lnTo>
                  <a:close/>
                </a:path>
                <a:path w="334009" h="1373504">
                  <a:moveTo>
                    <a:pt x="25908" y="50292"/>
                  </a:moveTo>
                  <a:lnTo>
                    <a:pt x="24384" y="50292"/>
                  </a:lnTo>
                  <a:lnTo>
                    <a:pt x="24384" y="1373124"/>
                  </a:lnTo>
                  <a:lnTo>
                    <a:pt x="25908" y="1373124"/>
                  </a:lnTo>
                  <a:lnTo>
                    <a:pt x="25908" y="50292"/>
                  </a:lnTo>
                  <a:close/>
                </a:path>
                <a:path w="334009" h="1373504">
                  <a:moveTo>
                    <a:pt x="30480" y="68580"/>
                  </a:moveTo>
                  <a:lnTo>
                    <a:pt x="28956" y="68580"/>
                  </a:lnTo>
                  <a:lnTo>
                    <a:pt x="28956" y="1373124"/>
                  </a:lnTo>
                  <a:lnTo>
                    <a:pt x="30480" y="1373124"/>
                  </a:lnTo>
                  <a:lnTo>
                    <a:pt x="30480" y="68580"/>
                  </a:lnTo>
                  <a:close/>
                </a:path>
                <a:path w="334009" h="1373504">
                  <a:moveTo>
                    <a:pt x="35052" y="28956"/>
                  </a:moveTo>
                  <a:lnTo>
                    <a:pt x="33528" y="28956"/>
                  </a:lnTo>
                  <a:lnTo>
                    <a:pt x="33528" y="1373124"/>
                  </a:lnTo>
                  <a:lnTo>
                    <a:pt x="35052" y="1373124"/>
                  </a:lnTo>
                  <a:lnTo>
                    <a:pt x="35052" y="28956"/>
                  </a:lnTo>
                  <a:close/>
                </a:path>
                <a:path w="334009" h="1373504">
                  <a:moveTo>
                    <a:pt x="39624" y="390144"/>
                  </a:moveTo>
                  <a:lnTo>
                    <a:pt x="38100" y="390144"/>
                  </a:lnTo>
                  <a:lnTo>
                    <a:pt x="38100" y="1373124"/>
                  </a:lnTo>
                  <a:lnTo>
                    <a:pt x="39624" y="1373124"/>
                  </a:lnTo>
                  <a:lnTo>
                    <a:pt x="39624" y="390144"/>
                  </a:lnTo>
                  <a:close/>
                </a:path>
                <a:path w="334009" h="1373504">
                  <a:moveTo>
                    <a:pt x="44196" y="256032"/>
                  </a:moveTo>
                  <a:lnTo>
                    <a:pt x="42672" y="256032"/>
                  </a:lnTo>
                  <a:lnTo>
                    <a:pt x="42672" y="1373124"/>
                  </a:lnTo>
                  <a:lnTo>
                    <a:pt x="44196" y="1373124"/>
                  </a:lnTo>
                  <a:lnTo>
                    <a:pt x="44196" y="256032"/>
                  </a:lnTo>
                  <a:close/>
                </a:path>
                <a:path w="334009" h="1373504">
                  <a:moveTo>
                    <a:pt x="48768" y="353568"/>
                  </a:moveTo>
                  <a:lnTo>
                    <a:pt x="47244" y="353568"/>
                  </a:lnTo>
                  <a:lnTo>
                    <a:pt x="47244" y="1373124"/>
                  </a:lnTo>
                  <a:lnTo>
                    <a:pt x="48768" y="1373124"/>
                  </a:lnTo>
                  <a:lnTo>
                    <a:pt x="48768" y="353568"/>
                  </a:lnTo>
                  <a:close/>
                </a:path>
                <a:path w="334009" h="1373504">
                  <a:moveTo>
                    <a:pt x="54864" y="473964"/>
                  </a:moveTo>
                  <a:lnTo>
                    <a:pt x="51816" y="473964"/>
                  </a:lnTo>
                  <a:lnTo>
                    <a:pt x="51816" y="1373124"/>
                  </a:lnTo>
                  <a:lnTo>
                    <a:pt x="54864" y="1373124"/>
                  </a:lnTo>
                  <a:lnTo>
                    <a:pt x="54864" y="473964"/>
                  </a:lnTo>
                  <a:close/>
                </a:path>
                <a:path w="334009" h="1373504">
                  <a:moveTo>
                    <a:pt x="59436" y="940308"/>
                  </a:moveTo>
                  <a:lnTo>
                    <a:pt x="56388" y="940308"/>
                  </a:lnTo>
                  <a:lnTo>
                    <a:pt x="56388" y="1373124"/>
                  </a:lnTo>
                  <a:lnTo>
                    <a:pt x="59436" y="1373124"/>
                  </a:lnTo>
                  <a:lnTo>
                    <a:pt x="59436" y="940308"/>
                  </a:lnTo>
                  <a:close/>
                </a:path>
                <a:path w="334009" h="1373504">
                  <a:moveTo>
                    <a:pt x="64008" y="768096"/>
                  </a:moveTo>
                  <a:lnTo>
                    <a:pt x="62484" y="768096"/>
                  </a:lnTo>
                  <a:lnTo>
                    <a:pt x="62484" y="1373124"/>
                  </a:lnTo>
                  <a:lnTo>
                    <a:pt x="64008" y="1373124"/>
                  </a:lnTo>
                  <a:lnTo>
                    <a:pt x="64008" y="768096"/>
                  </a:lnTo>
                  <a:close/>
                </a:path>
                <a:path w="334009" h="1373504">
                  <a:moveTo>
                    <a:pt x="68580" y="880872"/>
                  </a:moveTo>
                  <a:lnTo>
                    <a:pt x="67056" y="880872"/>
                  </a:lnTo>
                  <a:lnTo>
                    <a:pt x="67056" y="1373124"/>
                  </a:lnTo>
                  <a:lnTo>
                    <a:pt x="68580" y="1373124"/>
                  </a:lnTo>
                  <a:lnTo>
                    <a:pt x="68580" y="880872"/>
                  </a:lnTo>
                  <a:close/>
                </a:path>
                <a:path w="334009" h="1373504">
                  <a:moveTo>
                    <a:pt x="73152" y="701040"/>
                  </a:moveTo>
                  <a:lnTo>
                    <a:pt x="71628" y="701040"/>
                  </a:lnTo>
                  <a:lnTo>
                    <a:pt x="71628" y="1373124"/>
                  </a:lnTo>
                  <a:lnTo>
                    <a:pt x="73152" y="1373124"/>
                  </a:lnTo>
                  <a:lnTo>
                    <a:pt x="73152" y="701040"/>
                  </a:lnTo>
                  <a:close/>
                </a:path>
                <a:path w="334009" h="1373504">
                  <a:moveTo>
                    <a:pt x="77724" y="880872"/>
                  </a:moveTo>
                  <a:lnTo>
                    <a:pt x="76200" y="880872"/>
                  </a:lnTo>
                  <a:lnTo>
                    <a:pt x="76200" y="1373124"/>
                  </a:lnTo>
                  <a:lnTo>
                    <a:pt x="77724" y="1373124"/>
                  </a:lnTo>
                  <a:lnTo>
                    <a:pt x="77724" y="880872"/>
                  </a:lnTo>
                  <a:close/>
                </a:path>
                <a:path w="334009" h="1373504">
                  <a:moveTo>
                    <a:pt x="82296" y="880872"/>
                  </a:moveTo>
                  <a:lnTo>
                    <a:pt x="80772" y="880872"/>
                  </a:lnTo>
                  <a:lnTo>
                    <a:pt x="80772" y="1373124"/>
                  </a:lnTo>
                  <a:lnTo>
                    <a:pt x="82296" y="1373124"/>
                  </a:lnTo>
                  <a:lnTo>
                    <a:pt x="82296" y="880872"/>
                  </a:lnTo>
                  <a:close/>
                </a:path>
                <a:path w="334009" h="1373504">
                  <a:moveTo>
                    <a:pt x="86868" y="880872"/>
                  </a:moveTo>
                  <a:lnTo>
                    <a:pt x="85344" y="880872"/>
                  </a:lnTo>
                  <a:lnTo>
                    <a:pt x="85344" y="1373124"/>
                  </a:lnTo>
                  <a:lnTo>
                    <a:pt x="86868" y="1373124"/>
                  </a:lnTo>
                  <a:lnTo>
                    <a:pt x="86868" y="880872"/>
                  </a:lnTo>
                  <a:close/>
                </a:path>
                <a:path w="334009" h="1373504">
                  <a:moveTo>
                    <a:pt x="92964" y="731520"/>
                  </a:moveTo>
                  <a:lnTo>
                    <a:pt x="89916" y="731520"/>
                  </a:lnTo>
                  <a:lnTo>
                    <a:pt x="89916" y="1373124"/>
                  </a:lnTo>
                  <a:lnTo>
                    <a:pt x="92964" y="1373124"/>
                  </a:lnTo>
                  <a:lnTo>
                    <a:pt x="92964" y="731520"/>
                  </a:lnTo>
                  <a:close/>
                </a:path>
                <a:path w="334009" h="1373504">
                  <a:moveTo>
                    <a:pt x="97536" y="184404"/>
                  </a:moveTo>
                  <a:lnTo>
                    <a:pt x="94488" y="184404"/>
                  </a:lnTo>
                  <a:lnTo>
                    <a:pt x="94488" y="1373124"/>
                  </a:lnTo>
                  <a:lnTo>
                    <a:pt x="97536" y="1373124"/>
                  </a:lnTo>
                  <a:lnTo>
                    <a:pt x="97536" y="184404"/>
                  </a:lnTo>
                  <a:close/>
                </a:path>
                <a:path w="334009" h="1373504">
                  <a:moveTo>
                    <a:pt x="102108" y="239268"/>
                  </a:moveTo>
                  <a:lnTo>
                    <a:pt x="99060" y="239268"/>
                  </a:lnTo>
                  <a:lnTo>
                    <a:pt x="99060" y="1373124"/>
                  </a:lnTo>
                  <a:lnTo>
                    <a:pt x="102108" y="1373124"/>
                  </a:lnTo>
                  <a:lnTo>
                    <a:pt x="102108" y="239268"/>
                  </a:lnTo>
                  <a:close/>
                </a:path>
                <a:path w="334009" h="1373504">
                  <a:moveTo>
                    <a:pt x="106680" y="260604"/>
                  </a:moveTo>
                  <a:lnTo>
                    <a:pt x="105156" y="260604"/>
                  </a:lnTo>
                  <a:lnTo>
                    <a:pt x="105156" y="1373124"/>
                  </a:lnTo>
                  <a:lnTo>
                    <a:pt x="106680" y="1373124"/>
                  </a:lnTo>
                  <a:lnTo>
                    <a:pt x="106680" y="260604"/>
                  </a:lnTo>
                  <a:close/>
                </a:path>
                <a:path w="334009" h="1373504">
                  <a:moveTo>
                    <a:pt x="111252" y="161544"/>
                  </a:moveTo>
                  <a:lnTo>
                    <a:pt x="109728" y="161544"/>
                  </a:lnTo>
                  <a:lnTo>
                    <a:pt x="109728" y="1373124"/>
                  </a:lnTo>
                  <a:lnTo>
                    <a:pt x="111252" y="1373124"/>
                  </a:lnTo>
                  <a:lnTo>
                    <a:pt x="111252" y="161544"/>
                  </a:lnTo>
                  <a:close/>
                </a:path>
                <a:path w="334009" h="1373504">
                  <a:moveTo>
                    <a:pt x="115824" y="172212"/>
                  </a:moveTo>
                  <a:lnTo>
                    <a:pt x="114300" y="172212"/>
                  </a:lnTo>
                  <a:lnTo>
                    <a:pt x="114300" y="1373124"/>
                  </a:lnTo>
                  <a:lnTo>
                    <a:pt x="115824" y="1373124"/>
                  </a:lnTo>
                  <a:lnTo>
                    <a:pt x="115824" y="172212"/>
                  </a:lnTo>
                  <a:close/>
                </a:path>
                <a:path w="334009" h="1373504">
                  <a:moveTo>
                    <a:pt x="120396" y="59436"/>
                  </a:moveTo>
                  <a:lnTo>
                    <a:pt x="118872" y="59436"/>
                  </a:lnTo>
                  <a:lnTo>
                    <a:pt x="118872" y="1373124"/>
                  </a:lnTo>
                  <a:lnTo>
                    <a:pt x="120396" y="1373124"/>
                  </a:lnTo>
                  <a:lnTo>
                    <a:pt x="120396" y="59436"/>
                  </a:lnTo>
                  <a:close/>
                </a:path>
                <a:path w="334009" h="1373504">
                  <a:moveTo>
                    <a:pt x="124968" y="208788"/>
                  </a:moveTo>
                  <a:lnTo>
                    <a:pt x="123444" y="208788"/>
                  </a:lnTo>
                  <a:lnTo>
                    <a:pt x="123444" y="1373124"/>
                  </a:lnTo>
                  <a:lnTo>
                    <a:pt x="124968" y="1373124"/>
                  </a:lnTo>
                  <a:lnTo>
                    <a:pt x="124968" y="208788"/>
                  </a:lnTo>
                  <a:close/>
                </a:path>
                <a:path w="334009" h="1373504">
                  <a:moveTo>
                    <a:pt x="129540" y="96012"/>
                  </a:moveTo>
                  <a:lnTo>
                    <a:pt x="128016" y="96012"/>
                  </a:lnTo>
                  <a:lnTo>
                    <a:pt x="128016" y="1373124"/>
                  </a:lnTo>
                  <a:lnTo>
                    <a:pt x="129540" y="1373124"/>
                  </a:lnTo>
                  <a:lnTo>
                    <a:pt x="129540" y="96012"/>
                  </a:lnTo>
                  <a:close/>
                </a:path>
                <a:path w="334009" h="1373504">
                  <a:moveTo>
                    <a:pt x="135636" y="143256"/>
                  </a:moveTo>
                  <a:lnTo>
                    <a:pt x="132588" y="143256"/>
                  </a:lnTo>
                  <a:lnTo>
                    <a:pt x="132588" y="1373124"/>
                  </a:lnTo>
                  <a:lnTo>
                    <a:pt x="135636" y="1373124"/>
                  </a:lnTo>
                  <a:lnTo>
                    <a:pt x="135636" y="143256"/>
                  </a:lnTo>
                  <a:close/>
                </a:path>
                <a:path w="334009" h="1373504">
                  <a:moveTo>
                    <a:pt x="140208" y="124968"/>
                  </a:moveTo>
                  <a:lnTo>
                    <a:pt x="137160" y="124968"/>
                  </a:lnTo>
                  <a:lnTo>
                    <a:pt x="137160" y="1373124"/>
                  </a:lnTo>
                  <a:lnTo>
                    <a:pt x="140208" y="1373124"/>
                  </a:lnTo>
                  <a:lnTo>
                    <a:pt x="140208" y="124968"/>
                  </a:lnTo>
                  <a:close/>
                </a:path>
                <a:path w="334009" h="1373504">
                  <a:moveTo>
                    <a:pt x="144780" y="48768"/>
                  </a:moveTo>
                  <a:lnTo>
                    <a:pt x="141732" y="48768"/>
                  </a:lnTo>
                  <a:lnTo>
                    <a:pt x="141732" y="1373124"/>
                  </a:lnTo>
                  <a:lnTo>
                    <a:pt x="144780" y="1373124"/>
                  </a:lnTo>
                  <a:lnTo>
                    <a:pt x="144780" y="48768"/>
                  </a:lnTo>
                  <a:close/>
                </a:path>
                <a:path w="334009" h="1373504">
                  <a:moveTo>
                    <a:pt x="149352" y="82296"/>
                  </a:moveTo>
                  <a:lnTo>
                    <a:pt x="147828" y="82296"/>
                  </a:lnTo>
                  <a:lnTo>
                    <a:pt x="147828" y="1373124"/>
                  </a:lnTo>
                  <a:lnTo>
                    <a:pt x="149352" y="1373124"/>
                  </a:lnTo>
                  <a:lnTo>
                    <a:pt x="149352" y="82296"/>
                  </a:lnTo>
                  <a:close/>
                </a:path>
                <a:path w="334009" h="1373504">
                  <a:moveTo>
                    <a:pt x="153924" y="59436"/>
                  </a:moveTo>
                  <a:lnTo>
                    <a:pt x="152400" y="59436"/>
                  </a:lnTo>
                  <a:lnTo>
                    <a:pt x="152400" y="1373124"/>
                  </a:lnTo>
                  <a:lnTo>
                    <a:pt x="153924" y="1373124"/>
                  </a:lnTo>
                  <a:lnTo>
                    <a:pt x="153924" y="59436"/>
                  </a:lnTo>
                  <a:close/>
                </a:path>
                <a:path w="334009" h="1373504">
                  <a:moveTo>
                    <a:pt x="158496" y="196596"/>
                  </a:moveTo>
                  <a:lnTo>
                    <a:pt x="156972" y="196596"/>
                  </a:lnTo>
                  <a:lnTo>
                    <a:pt x="156972" y="1373124"/>
                  </a:lnTo>
                  <a:lnTo>
                    <a:pt x="158496" y="1373124"/>
                  </a:lnTo>
                  <a:lnTo>
                    <a:pt x="158496" y="196596"/>
                  </a:lnTo>
                  <a:close/>
                </a:path>
                <a:path w="334009" h="1373504">
                  <a:moveTo>
                    <a:pt x="163068" y="161544"/>
                  </a:moveTo>
                  <a:lnTo>
                    <a:pt x="161544" y="161544"/>
                  </a:lnTo>
                  <a:lnTo>
                    <a:pt x="161544" y="1373124"/>
                  </a:lnTo>
                  <a:lnTo>
                    <a:pt x="163068" y="1373124"/>
                  </a:lnTo>
                  <a:lnTo>
                    <a:pt x="163068" y="161544"/>
                  </a:lnTo>
                  <a:close/>
                </a:path>
                <a:path w="334009" h="1373504">
                  <a:moveTo>
                    <a:pt x="167640" y="82296"/>
                  </a:moveTo>
                  <a:lnTo>
                    <a:pt x="166116" y="82296"/>
                  </a:lnTo>
                  <a:lnTo>
                    <a:pt x="166116" y="1373124"/>
                  </a:lnTo>
                  <a:lnTo>
                    <a:pt x="167640" y="1373124"/>
                  </a:lnTo>
                  <a:lnTo>
                    <a:pt x="167640" y="82296"/>
                  </a:lnTo>
                  <a:close/>
                </a:path>
                <a:path w="334009" h="1373504">
                  <a:moveTo>
                    <a:pt x="172212" y="35052"/>
                  </a:moveTo>
                  <a:lnTo>
                    <a:pt x="170688" y="35052"/>
                  </a:lnTo>
                  <a:lnTo>
                    <a:pt x="170688" y="1373124"/>
                  </a:lnTo>
                  <a:lnTo>
                    <a:pt x="172212" y="1373124"/>
                  </a:lnTo>
                  <a:lnTo>
                    <a:pt x="172212" y="35052"/>
                  </a:lnTo>
                  <a:close/>
                </a:path>
                <a:path w="334009" h="1373504">
                  <a:moveTo>
                    <a:pt x="178308" y="199644"/>
                  </a:moveTo>
                  <a:lnTo>
                    <a:pt x="175260" y="199644"/>
                  </a:lnTo>
                  <a:lnTo>
                    <a:pt x="175260" y="1373124"/>
                  </a:lnTo>
                  <a:lnTo>
                    <a:pt x="178308" y="1373124"/>
                  </a:lnTo>
                  <a:lnTo>
                    <a:pt x="178308" y="199644"/>
                  </a:lnTo>
                  <a:close/>
                </a:path>
                <a:path w="334009" h="1373504">
                  <a:moveTo>
                    <a:pt x="182880" y="33528"/>
                  </a:moveTo>
                  <a:lnTo>
                    <a:pt x="179832" y="33528"/>
                  </a:lnTo>
                  <a:lnTo>
                    <a:pt x="179832" y="1373124"/>
                  </a:lnTo>
                  <a:lnTo>
                    <a:pt x="182880" y="1373124"/>
                  </a:lnTo>
                  <a:lnTo>
                    <a:pt x="182880" y="33528"/>
                  </a:lnTo>
                  <a:close/>
                </a:path>
                <a:path w="334009" h="1373504">
                  <a:moveTo>
                    <a:pt x="187452" y="172212"/>
                  </a:moveTo>
                  <a:lnTo>
                    <a:pt x="185928" y="172212"/>
                  </a:lnTo>
                  <a:lnTo>
                    <a:pt x="185928" y="1373124"/>
                  </a:lnTo>
                  <a:lnTo>
                    <a:pt x="187452" y="1373124"/>
                  </a:lnTo>
                  <a:lnTo>
                    <a:pt x="187452" y="172212"/>
                  </a:lnTo>
                  <a:close/>
                </a:path>
                <a:path w="334009" h="1373504">
                  <a:moveTo>
                    <a:pt x="192024" y="82296"/>
                  </a:moveTo>
                  <a:lnTo>
                    <a:pt x="190500" y="82296"/>
                  </a:lnTo>
                  <a:lnTo>
                    <a:pt x="190500" y="1373124"/>
                  </a:lnTo>
                  <a:lnTo>
                    <a:pt x="192024" y="1373124"/>
                  </a:lnTo>
                  <a:lnTo>
                    <a:pt x="192024" y="82296"/>
                  </a:lnTo>
                  <a:close/>
                </a:path>
                <a:path w="334009" h="1373504">
                  <a:moveTo>
                    <a:pt x="196596" y="59436"/>
                  </a:moveTo>
                  <a:lnTo>
                    <a:pt x="195072" y="59436"/>
                  </a:lnTo>
                  <a:lnTo>
                    <a:pt x="195072" y="1373124"/>
                  </a:lnTo>
                  <a:lnTo>
                    <a:pt x="196596" y="1373124"/>
                  </a:lnTo>
                  <a:lnTo>
                    <a:pt x="196596" y="59436"/>
                  </a:lnTo>
                  <a:close/>
                </a:path>
                <a:path w="334009" h="1373504">
                  <a:moveTo>
                    <a:pt x="201168" y="70104"/>
                  </a:moveTo>
                  <a:lnTo>
                    <a:pt x="199644" y="70104"/>
                  </a:lnTo>
                  <a:lnTo>
                    <a:pt x="199644" y="1373124"/>
                  </a:lnTo>
                  <a:lnTo>
                    <a:pt x="201168" y="1373124"/>
                  </a:lnTo>
                  <a:lnTo>
                    <a:pt x="201168" y="70104"/>
                  </a:lnTo>
                  <a:close/>
                </a:path>
                <a:path w="334009" h="1373504">
                  <a:moveTo>
                    <a:pt x="205740" y="149352"/>
                  </a:moveTo>
                  <a:lnTo>
                    <a:pt x="204216" y="149352"/>
                  </a:lnTo>
                  <a:lnTo>
                    <a:pt x="204216" y="1373124"/>
                  </a:lnTo>
                  <a:lnTo>
                    <a:pt x="205740" y="1373124"/>
                  </a:lnTo>
                  <a:lnTo>
                    <a:pt x="205740" y="149352"/>
                  </a:lnTo>
                  <a:close/>
                </a:path>
                <a:path w="334009" h="1373504">
                  <a:moveTo>
                    <a:pt x="210312" y="160020"/>
                  </a:moveTo>
                  <a:lnTo>
                    <a:pt x="208788" y="160020"/>
                  </a:lnTo>
                  <a:lnTo>
                    <a:pt x="208788" y="1373124"/>
                  </a:lnTo>
                  <a:lnTo>
                    <a:pt x="210312" y="1373124"/>
                  </a:lnTo>
                  <a:lnTo>
                    <a:pt x="210312" y="160020"/>
                  </a:lnTo>
                  <a:close/>
                </a:path>
                <a:path w="334009" h="1373504">
                  <a:moveTo>
                    <a:pt x="216408" y="880872"/>
                  </a:moveTo>
                  <a:lnTo>
                    <a:pt x="213360" y="880872"/>
                  </a:lnTo>
                  <a:lnTo>
                    <a:pt x="213360" y="1373124"/>
                  </a:lnTo>
                  <a:lnTo>
                    <a:pt x="216408" y="1373124"/>
                  </a:lnTo>
                  <a:lnTo>
                    <a:pt x="216408" y="880872"/>
                  </a:lnTo>
                  <a:close/>
                </a:path>
                <a:path w="334009" h="1373504">
                  <a:moveTo>
                    <a:pt x="220980" y="437388"/>
                  </a:moveTo>
                  <a:lnTo>
                    <a:pt x="217932" y="437388"/>
                  </a:lnTo>
                  <a:lnTo>
                    <a:pt x="217932" y="1373124"/>
                  </a:lnTo>
                  <a:lnTo>
                    <a:pt x="220980" y="1373124"/>
                  </a:lnTo>
                  <a:lnTo>
                    <a:pt x="220980" y="437388"/>
                  </a:lnTo>
                  <a:close/>
                </a:path>
                <a:path w="334009" h="1373504">
                  <a:moveTo>
                    <a:pt x="225552" y="653796"/>
                  </a:moveTo>
                  <a:lnTo>
                    <a:pt x="222504" y="653796"/>
                  </a:lnTo>
                  <a:lnTo>
                    <a:pt x="222504" y="1373124"/>
                  </a:lnTo>
                  <a:lnTo>
                    <a:pt x="225552" y="1373124"/>
                  </a:lnTo>
                  <a:lnTo>
                    <a:pt x="225552" y="653796"/>
                  </a:lnTo>
                  <a:close/>
                </a:path>
                <a:path w="334009" h="1373504">
                  <a:moveTo>
                    <a:pt x="230124" y="262128"/>
                  </a:moveTo>
                  <a:lnTo>
                    <a:pt x="228600" y="262128"/>
                  </a:lnTo>
                  <a:lnTo>
                    <a:pt x="228600" y="1373124"/>
                  </a:lnTo>
                  <a:lnTo>
                    <a:pt x="230124" y="1373124"/>
                  </a:lnTo>
                  <a:lnTo>
                    <a:pt x="230124" y="262128"/>
                  </a:lnTo>
                  <a:close/>
                </a:path>
                <a:path w="334009" h="1373504">
                  <a:moveTo>
                    <a:pt x="234696" y="330708"/>
                  </a:moveTo>
                  <a:lnTo>
                    <a:pt x="233172" y="330708"/>
                  </a:lnTo>
                  <a:lnTo>
                    <a:pt x="233172" y="1373124"/>
                  </a:lnTo>
                  <a:lnTo>
                    <a:pt x="234696" y="1373124"/>
                  </a:lnTo>
                  <a:lnTo>
                    <a:pt x="234696" y="330708"/>
                  </a:lnTo>
                  <a:close/>
                </a:path>
                <a:path w="334009" h="1373504">
                  <a:moveTo>
                    <a:pt x="239268" y="330708"/>
                  </a:moveTo>
                  <a:lnTo>
                    <a:pt x="237744" y="330708"/>
                  </a:lnTo>
                  <a:lnTo>
                    <a:pt x="237744" y="1373124"/>
                  </a:lnTo>
                  <a:lnTo>
                    <a:pt x="239268" y="1373124"/>
                  </a:lnTo>
                  <a:lnTo>
                    <a:pt x="239268" y="330708"/>
                  </a:lnTo>
                  <a:close/>
                </a:path>
                <a:path w="334009" h="1373504">
                  <a:moveTo>
                    <a:pt x="243840" y="731520"/>
                  </a:moveTo>
                  <a:lnTo>
                    <a:pt x="242316" y="731520"/>
                  </a:lnTo>
                  <a:lnTo>
                    <a:pt x="242316" y="1373124"/>
                  </a:lnTo>
                  <a:lnTo>
                    <a:pt x="243840" y="1373124"/>
                  </a:lnTo>
                  <a:lnTo>
                    <a:pt x="243840" y="731520"/>
                  </a:lnTo>
                  <a:close/>
                </a:path>
                <a:path w="334009" h="1373504">
                  <a:moveTo>
                    <a:pt x="248412" y="28956"/>
                  </a:moveTo>
                  <a:lnTo>
                    <a:pt x="246888" y="28956"/>
                  </a:lnTo>
                  <a:lnTo>
                    <a:pt x="246888" y="1373124"/>
                  </a:lnTo>
                  <a:lnTo>
                    <a:pt x="248412" y="1373124"/>
                  </a:lnTo>
                  <a:lnTo>
                    <a:pt x="248412" y="28956"/>
                  </a:lnTo>
                  <a:close/>
                </a:path>
                <a:path w="334009" h="1373504">
                  <a:moveTo>
                    <a:pt x="252984" y="196596"/>
                  </a:moveTo>
                  <a:lnTo>
                    <a:pt x="251460" y="196596"/>
                  </a:lnTo>
                  <a:lnTo>
                    <a:pt x="251460" y="1373124"/>
                  </a:lnTo>
                  <a:lnTo>
                    <a:pt x="252984" y="1373124"/>
                  </a:lnTo>
                  <a:lnTo>
                    <a:pt x="252984" y="196596"/>
                  </a:lnTo>
                  <a:close/>
                </a:path>
                <a:path w="334009" h="1373504">
                  <a:moveTo>
                    <a:pt x="259080" y="59436"/>
                  </a:moveTo>
                  <a:lnTo>
                    <a:pt x="256032" y="59436"/>
                  </a:lnTo>
                  <a:lnTo>
                    <a:pt x="256032" y="1373124"/>
                  </a:lnTo>
                  <a:lnTo>
                    <a:pt x="259080" y="1373124"/>
                  </a:lnTo>
                  <a:lnTo>
                    <a:pt x="259080" y="59436"/>
                  </a:lnTo>
                  <a:close/>
                </a:path>
                <a:path w="334009" h="1373504">
                  <a:moveTo>
                    <a:pt x="263652" y="323088"/>
                  </a:moveTo>
                  <a:lnTo>
                    <a:pt x="260604" y="323088"/>
                  </a:lnTo>
                  <a:lnTo>
                    <a:pt x="260604" y="1373124"/>
                  </a:lnTo>
                  <a:lnTo>
                    <a:pt x="263652" y="1373124"/>
                  </a:lnTo>
                  <a:lnTo>
                    <a:pt x="263652" y="323088"/>
                  </a:lnTo>
                  <a:close/>
                </a:path>
                <a:path w="334009" h="1373504">
                  <a:moveTo>
                    <a:pt x="268224" y="38100"/>
                  </a:moveTo>
                  <a:lnTo>
                    <a:pt x="265176" y="38100"/>
                  </a:lnTo>
                  <a:lnTo>
                    <a:pt x="265176" y="1373124"/>
                  </a:lnTo>
                  <a:lnTo>
                    <a:pt x="268224" y="1373124"/>
                  </a:lnTo>
                  <a:lnTo>
                    <a:pt x="268224" y="38100"/>
                  </a:lnTo>
                  <a:close/>
                </a:path>
                <a:path w="334009" h="1373504">
                  <a:moveTo>
                    <a:pt x="272796" y="0"/>
                  </a:moveTo>
                  <a:lnTo>
                    <a:pt x="271272" y="0"/>
                  </a:lnTo>
                  <a:lnTo>
                    <a:pt x="271272" y="1373124"/>
                  </a:lnTo>
                  <a:lnTo>
                    <a:pt x="272796" y="1373124"/>
                  </a:lnTo>
                  <a:lnTo>
                    <a:pt x="272796" y="0"/>
                  </a:lnTo>
                  <a:close/>
                </a:path>
                <a:path w="334009" h="1373504">
                  <a:moveTo>
                    <a:pt x="277368" y="731520"/>
                  </a:moveTo>
                  <a:lnTo>
                    <a:pt x="275844" y="731520"/>
                  </a:lnTo>
                  <a:lnTo>
                    <a:pt x="275844" y="1373124"/>
                  </a:lnTo>
                  <a:lnTo>
                    <a:pt x="277368" y="1373124"/>
                  </a:lnTo>
                  <a:lnTo>
                    <a:pt x="277368" y="731520"/>
                  </a:lnTo>
                  <a:close/>
                </a:path>
                <a:path w="334009" h="1373504">
                  <a:moveTo>
                    <a:pt x="281940" y="184404"/>
                  </a:moveTo>
                  <a:lnTo>
                    <a:pt x="280416" y="184404"/>
                  </a:lnTo>
                  <a:lnTo>
                    <a:pt x="280416" y="1373124"/>
                  </a:lnTo>
                  <a:lnTo>
                    <a:pt x="281940" y="1373124"/>
                  </a:lnTo>
                  <a:lnTo>
                    <a:pt x="281940" y="184404"/>
                  </a:lnTo>
                  <a:close/>
                </a:path>
                <a:path w="334009" h="1373504">
                  <a:moveTo>
                    <a:pt x="286512" y="256032"/>
                  </a:moveTo>
                  <a:lnTo>
                    <a:pt x="284988" y="256032"/>
                  </a:lnTo>
                  <a:lnTo>
                    <a:pt x="284988" y="1373124"/>
                  </a:lnTo>
                  <a:lnTo>
                    <a:pt x="286512" y="1373124"/>
                  </a:lnTo>
                  <a:lnTo>
                    <a:pt x="286512" y="256032"/>
                  </a:lnTo>
                  <a:close/>
                </a:path>
                <a:path w="334009" h="1373504">
                  <a:moveTo>
                    <a:pt x="291084" y="297180"/>
                  </a:moveTo>
                  <a:lnTo>
                    <a:pt x="289560" y="297180"/>
                  </a:lnTo>
                  <a:lnTo>
                    <a:pt x="289560" y="1373124"/>
                  </a:lnTo>
                  <a:lnTo>
                    <a:pt x="291084" y="1373124"/>
                  </a:lnTo>
                  <a:lnTo>
                    <a:pt x="291084" y="297180"/>
                  </a:lnTo>
                  <a:close/>
                </a:path>
                <a:path w="334009" h="1373504">
                  <a:moveTo>
                    <a:pt x="295656" y="473964"/>
                  </a:moveTo>
                  <a:lnTo>
                    <a:pt x="294132" y="473964"/>
                  </a:lnTo>
                  <a:lnTo>
                    <a:pt x="294132" y="1373124"/>
                  </a:lnTo>
                  <a:lnTo>
                    <a:pt x="295656" y="1373124"/>
                  </a:lnTo>
                  <a:lnTo>
                    <a:pt x="295656" y="473964"/>
                  </a:lnTo>
                  <a:close/>
                </a:path>
                <a:path w="334009" h="1373504">
                  <a:moveTo>
                    <a:pt x="301752" y="256032"/>
                  </a:moveTo>
                  <a:lnTo>
                    <a:pt x="298704" y="256032"/>
                  </a:lnTo>
                  <a:lnTo>
                    <a:pt x="298704" y="1373124"/>
                  </a:lnTo>
                  <a:lnTo>
                    <a:pt x="301752" y="1373124"/>
                  </a:lnTo>
                  <a:lnTo>
                    <a:pt x="301752" y="256032"/>
                  </a:lnTo>
                  <a:close/>
                </a:path>
                <a:path w="334009" h="1373504">
                  <a:moveTo>
                    <a:pt x="306324" y="313944"/>
                  </a:moveTo>
                  <a:lnTo>
                    <a:pt x="303276" y="313944"/>
                  </a:lnTo>
                  <a:lnTo>
                    <a:pt x="303276" y="1373124"/>
                  </a:lnTo>
                  <a:lnTo>
                    <a:pt x="306324" y="1373124"/>
                  </a:lnTo>
                  <a:lnTo>
                    <a:pt x="306324" y="313944"/>
                  </a:lnTo>
                  <a:close/>
                </a:path>
                <a:path w="334009" h="1373504">
                  <a:moveTo>
                    <a:pt x="310896" y="184404"/>
                  </a:moveTo>
                  <a:lnTo>
                    <a:pt x="309372" y="184404"/>
                  </a:lnTo>
                  <a:lnTo>
                    <a:pt x="309372" y="1373124"/>
                  </a:lnTo>
                  <a:lnTo>
                    <a:pt x="310896" y="1373124"/>
                  </a:lnTo>
                  <a:lnTo>
                    <a:pt x="310896" y="184404"/>
                  </a:lnTo>
                  <a:close/>
                </a:path>
                <a:path w="334009" h="1373504">
                  <a:moveTo>
                    <a:pt x="315468" y="239268"/>
                  </a:moveTo>
                  <a:lnTo>
                    <a:pt x="313944" y="239268"/>
                  </a:lnTo>
                  <a:lnTo>
                    <a:pt x="313944" y="1373124"/>
                  </a:lnTo>
                  <a:lnTo>
                    <a:pt x="315468" y="1373124"/>
                  </a:lnTo>
                  <a:lnTo>
                    <a:pt x="315468" y="239268"/>
                  </a:lnTo>
                  <a:close/>
                </a:path>
                <a:path w="334009" h="1373504">
                  <a:moveTo>
                    <a:pt x="320040" y="51816"/>
                  </a:moveTo>
                  <a:lnTo>
                    <a:pt x="318516" y="51816"/>
                  </a:lnTo>
                  <a:lnTo>
                    <a:pt x="318516" y="1373124"/>
                  </a:lnTo>
                  <a:lnTo>
                    <a:pt x="320040" y="1373124"/>
                  </a:lnTo>
                  <a:lnTo>
                    <a:pt x="320040" y="51816"/>
                  </a:lnTo>
                  <a:close/>
                </a:path>
                <a:path w="334009" h="1373504">
                  <a:moveTo>
                    <a:pt x="324612" y="190500"/>
                  </a:moveTo>
                  <a:lnTo>
                    <a:pt x="323075" y="190500"/>
                  </a:lnTo>
                  <a:lnTo>
                    <a:pt x="323075" y="1373124"/>
                  </a:lnTo>
                  <a:lnTo>
                    <a:pt x="324612" y="1373124"/>
                  </a:lnTo>
                  <a:lnTo>
                    <a:pt x="324612" y="190500"/>
                  </a:lnTo>
                  <a:close/>
                </a:path>
                <a:path w="334009" h="1373504">
                  <a:moveTo>
                    <a:pt x="329184" y="275844"/>
                  </a:moveTo>
                  <a:lnTo>
                    <a:pt x="327660" y="275844"/>
                  </a:lnTo>
                  <a:lnTo>
                    <a:pt x="327660" y="1373124"/>
                  </a:lnTo>
                  <a:lnTo>
                    <a:pt x="329184" y="1373124"/>
                  </a:lnTo>
                  <a:lnTo>
                    <a:pt x="329184" y="275844"/>
                  </a:lnTo>
                  <a:close/>
                </a:path>
                <a:path w="334009" h="1373504">
                  <a:moveTo>
                    <a:pt x="333756" y="208788"/>
                  </a:moveTo>
                  <a:lnTo>
                    <a:pt x="332232" y="208788"/>
                  </a:lnTo>
                  <a:lnTo>
                    <a:pt x="332232" y="1373124"/>
                  </a:lnTo>
                  <a:lnTo>
                    <a:pt x="333756" y="1373124"/>
                  </a:lnTo>
                  <a:lnTo>
                    <a:pt x="333756" y="208788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6513576" y="2435351"/>
              <a:ext cx="334010" cy="1428115"/>
            </a:xfrm>
            <a:custGeom>
              <a:avLst/>
              <a:gdLst/>
              <a:ahLst/>
              <a:cxnLst/>
              <a:rect l="l" t="t" r="r" b="b"/>
              <a:pathLst>
                <a:path w="334009" h="1428114">
                  <a:moveTo>
                    <a:pt x="1524" y="263652"/>
                  </a:moveTo>
                  <a:lnTo>
                    <a:pt x="0" y="263652"/>
                  </a:lnTo>
                  <a:lnTo>
                    <a:pt x="0" y="1427988"/>
                  </a:lnTo>
                  <a:lnTo>
                    <a:pt x="1524" y="1427988"/>
                  </a:lnTo>
                  <a:lnTo>
                    <a:pt x="1524" y="263652"/>
                  </a:lnTo>
                  <a:close/>
                </a:path>
                <a:path w="334009" h="1428114">
                  <a:moveTo>
                    <a:pt x="6096" y="198120"/>
                  </a:moveTo>
                  <a:lnTo>
                    <a:pt x="4572" y="198120"/>
                  </a:lnTo>
                  <a:lnTo>
                    <a:pt x="4572" y="1427988"/>
                  </a:lnTo>
                  <a:lnTo>
                    <a:pt x="6096" y="1427988"/>
                  </a:lnTo>
                  <a:lnTo>
                    <a:pt x="6096" y="198120"/>
                  </a:lnTo>
                  <a:close/>
                </a:path>
                <a:path w="334009" h="1428114">
                  <a:moveTo>
                    <a:pt x="12192" y="74676"/>
                  </a:moveTo>
                  <a:lnTo>
                    <a:pt x="9144" y="74676"/>
                  </a:lnTo>
                  <a:lnTo>
                    <a:pt x="9144" y="1427988"/>
                  </a:lnTo>
                  <a:lnTo>
                    <a:pt x="12192" y="1427988"/>
                  </a:lnTo>
                  <a:lnTo>
                    <a:pt x="12192" y="74676"/>
                  </a:lnTo>
                  <a:close/>
                </a:path>
                <a:path w="334009" h="1428114">
                  <a:moveTo>
                    <a:pt x="16764" y="216408"/>
                  </a:moveTo>
                  <a:lnTo>
                    <a:pt x="13716" y="216408"/>
                  </a:lnTo>
                  <a:lnTo>
                    <a:pt x="13716" y="1427988"/>
                  </a:lnTo>
                  <a:lnTo>
                    <a:pt x="16764" y="1427988"/>
                  </a:lnTo>
                  <a:lnTo>
                    <a:pt x="16764" y="216408"/>
                  </a:lnTo>
                  <a:close/>
                </a:path>
                <a:path w="334009" h="1428114">
                  <a:moveTo>
                    <a:pt x="21323" y="216408"/>
                  </a:moveTo>
                  <a:lnTo>
                    <a:pt x="19812" y="216408"/>
                  </a:lnTo>
                  <a:lnTo>
                    <a:pt x="19812" y="1427988"/>
                  </a:lnTo>
                  <a:lnTo>
                    <a:pt x="21323" y="1427988"/>
                  </a:lnTo>
                  <a:lnTo>
                    <a:pt x="21323" y="216408"/>
                  </a:lnTo>
                  <a:close/>
                </a:path>
                <a:path w="334009" h="1428114">
                  <a:moveTo>
                    <a:pt x="25895" y="102108"/>
                  </a:moveTo>
                  <a:lnTo>
                    <a:pt x="24371" y="102108"/>
                  </a:lnTo>
                  <a:lnTo>
                    <a:pt x="24371" y="1427988"/>
                  </a:lnTo>
                  <a:lnTo>
                    <a:pt x="25895" y="1427988"/>
                  </a:lnTo>
                  <a:lnTo>
                    <a:pt x="25895" y="102108"/>
                  </a:lnTo>
                  <a:close/>
                </a:path>
                <a:path w="334009" h="1428114">
                  <a:moveTo>
                    <a:pt x="30480" y="310896"/>
                  </a:moveTo>
                  <a:lnTo>
                    <a:pt x="28943" y="310896"/>
                  </a:lnTo>
                  <a:lnTo>
                    <a:pt x="28943" y="1427988"/>
                  </a:lnTo>
                  <a:lnTo>
                    <a:pt x="30480" y="1427988"/>
                  </a:lnTo>
                  <a:lnTo>
                    <a:pt x="30480" y="310896"/>
                  </a:lnTo>
                  <a:close/>
                </a:path>
                <a:path w="334009" h="1428114">
                  <a:moveTo>
                    <a:pt x="35052" y="216408"/>
                  </a:moveTo>
                  <a:lnTo>
                    <a:pt x="33528" y="216408"/>
                  </a:lnTo>
                  <a:lnTo>
                    <a:pt x="33528" y="1427988"/>
                  </a:lnTo>
                  <a:lnTo>
                    <a:pt x="35052" y="1427988"/>
                  </a:lnTo>
                  <a:lnTo>
                    <a:pt x="35052" y="216408"/>
                  </a:lnTo>
                  <a:close/>
                </a:path>
                <a:path w="334009" h="1428114">
                  <a:moveTo>
                    <a:pt x="39624" y="373380"/>
                  </a:moveTo>
                  <a:lnTo>
                    <a:pt x="38100" y="373380"/>
                  </a:lnTo>
                  <a:lnTo>
                    <a:pt x="38100" y="1427988"/>
                  </a:lnTo>
                  <a:lnTo>
                    <a:pt x="39624" y="1427988"/>
                  </a:lnTo>
                  <a:lnTo>
                    <a:pt x="39624" y="373380"/>
                  </a:lnTo>
                  <a:close/>
                </a:path>
                <a:path w="334009" h="1428114">
                  <a:moveTo>
                    <a:pt x="44196" y="114300"/>
                  </a:moveTo>
                  <a:lnTo>
                    <a:pt x="42672" y="114300"/>
                  </a:lnTo>
                  <a:lnTo>
                    <a:pt x="42672" y="1427988"/>
                  </a:lnTo>
                  <a:lnTo>
                    <a:pt x="44196" y="1427988"/>
                  </a:lnTo>
                  <a:lnTo>
                    <a:pt x="44196" y="114300"/>
                  </a:lnTo>
                  <a:close/>
                </a:path>
                <a:path w="334009" h="1428114">
                  <a:moveTo>
                    <a:pt x="50292" y="83820"/>
                  </a:moveTo>
                  <a:lnTo>
                    <a:pt x="47244" y="83820"/>
                  </a:lnTo>
                  <a:lnTo>
                    <a:pt x="47244" y="1427988"/>
                  </a:lnTo>
                  <a:lnTo>
                    <a:pt x="50292" y="1427988"/>
                  </a:lnTo>
                  <a:lnTo>
                    <a:pt x="50292" y="83820"/>
                  </a:lnTo>
                  <a:close/>
                </a:path>
                <a:path w="334009" h="1428114">
                  <a:moveTo>
                    <a:pt x="54864" y="207264"/>
                  </a:moveTo>
                  <a:lnTo>
                    <a:pt x="51816" y="207264"/>
                  </a:lnTo>
                  <a:lnTo>
                    <a:pt x="51816" y="1427988"/>
                  </a:lnTo>
                  <a:lnTo>
                    <a:pt x="54864" y="1427988"/>
                  </a:lnTo>
                  <a:lnTo>
                    <a:pt x="54864" y="207264"/>
                  </a:lnTo>
                  <a:close/>
                </a:path>
                <a:path w="334009" h="1428114">
                  <a:moveTo>
                    <a:pt x="59423" y="310896"/>
                  </a:moveTo>
                  <a:lnTo>
                    <a:pt x="56388" y="310896"/>
                  </a:lnTo>
                  <a:lnTo>
                    <a:pt x="56388" y="1427988"/>
                  </a:lnTo>
                  <a:lnTo>
                    <a:pt x="59423" y="1427988"/>
                  </a:lnTo>
                  <a:lnTo>
                    <a:pt x="59423" y="310896"/>
                  </a:lnTo>
                  <a:close/>
                </a:path>
                <a:path w="334009" h="1428114">
                  <a:moveTo>
                    <a:pt x="63995" y="283464"/>
                  </a:moveTo>
                  <a:lnTo>
                    <a:pt x="62471" y="283464"/>
                  </a:lnTo>
                  <a:lnTo>
                    <a:pt x="62471" y="1427988"/>
                  </a:lnTo>
                  <a:lnTo>
                    <a:pt x="63995" y="1427988"/>
                  </a:lnTo>
                  <a:lnTo>
                    <a:pt x="63995" y="283464"/>
                  </a:lnTo>
                  <a:close/>
                </a:path>
                <a:path w="334009" h="1428114">
                  <a:moveTo>
                    <a:pt x="68580" y="352044"/>
                  </a:moveTo>
                  <a:lnTo>
                    <a:pt x="67043" y="352044"/>
                  </a:lnTo>
                  <a:lnTo>
                    <a:pt x="67043" y="1427988"/>
                  </a:lnTo>
                  <a:lnTo>
                    <a:pt x="68580" y="1427988"/>
                  </a:lnTo>
                  <a:lnTo>
                    <a:pt x="68580" y="352044"/>
                  </a:lnTo>
                  <a:close/>
                </a:path>
                <a:path w="334009" h="1428114">
                  <a:moveTo>
                    <a:pt x="73152" y="216408"/>
                  </a:moveTo>
                  <a:lnTo>
                    <a:pt x="71628" y="216408"/>
                  </a:lnTo>
                  <a:lnTo>
                    <a:pt x="71628" y="1427988"/>
                  </a:lnTo>
                  <a:lnTo>
                    <a:pt x="73152" y="1427988"/>
                  </a:lnTo>
                  <a:lnTo>
                    <a:pt x="73152" y="216408"/>
                  </a:lnTo>
                  <a:close/>
                </a:path>
                <a:path w="334009" h="1428114">
                  <a:moveTo>
                    <a:pt x="77724" y="266700"/>
                  </a:moveTo>
                  <a:lnTo>
                    <a:pt x="76200" y="266700"/>
                  </a:lnTo>
                  <a:lnTo>
                    <a:pt x="76200" y="1427988"/>
                  </a:lnTo>
                  <a:lnTo>
                    <a:pt x="77724" y="1427988"/>
                  </a:lnTo>
                  <a:lnTo>
                    <a:pt x="77724" y="266700"/>
                  </a:lnTo>
                  <a:close/>
                </a:path>
                <a:path w="334009" h="1428114">
                  <a:moveTo>
                    <a:pt x="82296" y="207264"/>
                  </a:moveTo>
                  <a:lnTo>
                    <a:pt x="80772" y="207264"/>
                  </a:lnTo>
                  <a:lnTo>
                    <a:pt x="80772" y="1427988"/>
                  </a:lnTo>
                  <a:lnTo>
                    <a:pt x="82296" y="1427988"/>
                  </a:lnTo>
                  <a:lnTo>
                    <a:pt x="82296" y="207264"/>
                  </a:lnTo>
                  <a:close/>
                </a:path>
                <a:path w="334009" h="1428114">
                  <a:moveTo>
                    <a:pt x="86868" y="445008"/>
                  </a:moveTo>
                  <a:lnTo>
                    <a:pt x="85344" y="445008"/>
                  </a:lnTo>
                  <a:lnTo>
                    <a:pt x="85344" y="1427988"/>
                  </a:lnTo>
                  <a:lnTo>
                    <a:pt x="86868" y="1427988"/>
                  </a:lnTo>
                  <a:lnTo>
                    <a:pt x="86868" y="445008"/>
                  </a:lnTo>
                  <a:close/>
                </a:path>
                <a:path w="334009" h="1428114">
                  <a:moveTo>
                    <a:pt x="92964" y="408432"/>
                  </a:moveTo>
                  <a:lnTo>
                    <a:pt x="89916" y="408432"/>
                  </a:lnTo>
                  <a:lnTo>
                    <a:pt x="89916" y="1427988"/>
                  </a:lnTo>
                  <a:lnTo>
                    <a:pt x="92964" y="1427988"/>
                  </a:lnTo>
                  <a:lnTo>
                    <a:pt x="92964" y="408432"/>
                  </a:lnTo>
                  <a:close/>
                </a:path>
                <a:path w="334009" h="1428114">
                  <a:moveTo>
                    <a:pt x="97523" y="408432"/>
                  </a:moveTo>
                  <a:lnTo>
                    <a:pt x="94488" y="408432"/>
                  </a:lnTo>
                  <a:lnTo>
                    <a:pt x="94488" y="1427988"/>
                  </a:lnTo>
                  <a:lnTo>
                    <a:pt x="97523" y="1427988"/>
                  </a:lnTo>
                  <a:lnTo>
                    <a:pt x="97523" y="408432"/>
                  </a:lnTo>
                  <a:close/>
                </a:path>
                <a:path w="334009" h="1428114">
                  <a:moveTo>
                    <a:pt x="102095" y="239268"/>
                  </a:moveTo>
                  <a:lnTo>
                    <a:pt x="100571" y="239268"/>
                  </a:lnTo>
                  <a:lnTo>
                    <a:pt x="100571" y="1427988"/>
                  </a:lnTo>
                  <a:lnTo>
                    <a:pt x="102095" y="1427988"/>
                  </a:lnTo>
                  <a:lnTo>
                    <a:pt x="102095" y="239268"/>
                  </a:lnTo>
                  <a:close/>
                </a:path>
                <a:path w="334009" h="1428114">
                  <a:moveTo>
                    <a:pt x="106680" y="216408"/>
                  </a:moveTo>
                  <a:lnTo>
                    <a:pt x="105143" y="216408"/>
                  </a:lnTo>
                  <a:lnTo>
                    <a:pt x="105143" y="1427988"/>
                  </a:lnTo>
                  <a:lnTo>
                    <a:pt x="106680" y="1427988"/>
                  </a:lnTo>
                  <a:lnTo>
                    <a:pt x="106680" y="216408"/>
                  </a:lnTo>
                  <a:close/>
                </a:path>
                <a:path w="334009" h="1428114">
                  <a:moveTo>
                    <a:pt x="111252" y="50292"/>
                  </a:moveTo>
                  <a:lnTo>
                    <a:pt x="109728" y="50292"/>
                  </a:lnTo>
                  <a:lnTo>
                    <a:pt x="109728" y="1427988"/>
                  </a:lnTo>
                  <a:lnTo>
                    <a:pt x="111252" y="1427988"/>
                  </a:lnTo>
                  <a:lnTo>
                    <a:pt x="111252" y="50292"/>
                  </a:lnTo>
                  <a:close/>
                </a:path>
                <a:path w="334009" h="1428114">
                  <a:moveTo>
                    <a:pt x="115824" y="124968"/>
                  </a:moveTo>
                  <a:lnTo>
                    <a:pt x="114300" y="124968"/>
                  </a:lnTo>
                  <a:lnTo>
                    <a:pt x="114300" y="1427988"/>
                  </a:lnTo>
                  <a:lnTo>
                    <a:pt x="115824" y="1427988"/>
                  </a:lnTo>
                  <a:lnTo>
                    <a:pt x="115824" y="124968"/>
                  </a:lnTo>
                  <a:close/>
                </a:path>
                <a:path w="334009" h="1428114">
                  <a:moveTo>
                    <a:pt x="120396" y="181356"/>
                  </a:moveTo>
                  <a:lnTo>
                    <a:pt x="118872" y="181356"/>
                  </a:lnTo>
                  <a:lnTo>
                    <a:pt x="118872" y="1427988"/>
                  </a:lnTo>
                  <a:lnTo>
                    <a:pt x="120396" y="1427988"/>
                  </a:lnTo>
                  <a:lnTo>
                    <a:pt x="120396" y="181356"/>
                  </a:lnTo>
                  <a:close/>
                </a:path>
                <a:path w="334009" h="1428114">
                  <a:moveTo>
                    <a:pt x="124968" y="83820"/>
                  </a:moveTo>
                  <a:lnTo>
                    <a:pt x="123444" y="83820"/>
                  </a:lnTo>
                  <a:lnTo>
                    <a:pt x="123444" y="1427988"/>
                  </a:lnTo>
                  <a:lnTo>
                    <a:pt x="124968" y="1427988"/>
                  </a:lnTo>
                  <a:lnTo>
                    <a:pt x="124968" y="83820"/>
                  </a:lnTo>
                  <a:close/>
                </a:path>
                <a:path w="334009" h="1428114">
                  <a:moveTo>
                    <a:pt x="129540" y="114300"/>
                  </a:moveTo>
                  <a:lnTo>
                    <a:pt x="128016" y="114300"/>
                  </a:lnTo>
                  <a:lnTo>
                    <a:pt x="128016" y="1427988"/>
                  </a:lnTo>
                  <a:lnTo>
                    <a:pt x="129540" y="1427988"/>
                  </a:lnTo>
                  <a:lnTo>
                    <a:pt x="129540" y="114300"/>
                  </a:lnTo>
                  <a:close/>
                </a:path>
                <a:path w="334009" h="1428114">
                  <a:moveTo>
                    <a:pt x="135623" y="114300"/>
                  </a:moveTo>
                  <a:lnTo>
                    <a:pt x="132588" y="114300"/>
                  </a:lnTo>
                  <a:lnTo>
                    <a:pt x="132588" y="1427988"/>
                  </a:lnTo>
                  <a:lnTo>
                    <a:pt x="135623" y="1427988"/>
                  </a:lnTo>
                  <a:lnTo>
                    <a:pt x="135623" y="114300"/>
                  </a:lnTo>
                  <a:close/>
                </a:path>
                <a:path w="334009" h="1428114">
                  <a:moveTo>
                    <a:pt x="140195" y="156972"/>
                  </a:moveTo>
                  <a:lnTo>
                    <a:pt x="137147" y="156972"/>
                  </a:lnTo>
                  <a:lnTo>
                    <a:pt x="137147" y="1427988"/>
                  </a:lnTo>
                  <a:lnTo>
                    <a:pt x="140195" y="1427988"/>
                  </a:lnTo>
                  <a:lnTo>
                    <a:pt x="140195" y="156972"/>
                  </a:lnTo>
                  <a:close/>
                </a:path>
                <a:path w="334009" h="1428114">
                  <a:moveTo>
                    <a:pt x="144780" y="198120"/>
                  </a:moveTo>
                  <a:lnTo>
                    <a:pt x="143243" y="198120"/>
                  </a:lnTo>
                  <a:lnTo>
                    <a:pt x="143243" y="1427988"/>
                  </a:lnTo>
                  <a:lnTo>
                    <a:pt x="144780" y="1427988"/>
                  </a:lnTo>
                  <a:lnTo>
                    <a:pt x="144780" y="198120"/>
                  </a:lnTo>
                  <a:close/>
                </a:path>
                <a:path w="334009" h="1428114">
                  <a:moveTo>
                    <a:pt x="149352" y="143256"/>
                  </a:moveTo>
                  <a:lnTo>
                    <a:pt x="147828" y="143256"/>
                  </a:lnTo>
                  <a:lnTo>
                    <a:pt x="147828" y="1427988"/>
                  </a:lnTo>
                  <a:lnTo>
                    <a:pt x="149352" y="1427988"/>
                  </a:lnTo>
                  <a:lnTo>
                    <a:pt x="149352" y="143256"/>
                  </a:lnTo>
                  <a:close/>
                </a:path>
                <a:path w="334009" h="1428114">
                  <a:moveTo>
                    <a:pt x="153924" y="213360"/>
                  </a:moveTo>
                  <a:lnTo>
                    <a:pt x="152400" y="213360"/>
                  </a:lnTo>
                  <a:lnTo>
                    <a:pt x="152400" y="1427988"/>
                  </a:lnTo>
                  <a:lnTo>
                    <a:pt x="153924" y="1427988"/>
                  </a:lnTo>
                  <a:lnTo>
                    <a:pt x="153924" y="213360"/>
                  </a:lnTo>
                  <a:close/>
                </a:path>
                <a:path w="334009" h="1428114">
                  <a:moveTo>
                    <a:pt x="158496" y="0"/>
                  </a:moveTo>
                  <a:lnTo>
                    <a:pt x="156972" y="0"/>
                  </a:lnTo>
                  <a:lnTo>
                    <a:pt x="156972" y="1427988"/>
                  </a:lnTo>
                  <a:lnTo>
                    <a:pt x="158496" y="1427988"/>
                  </a:lnTo>
                  <a:lnTo>
                    <a:pt x="158496" y="0"/>
                  </a:lnTo>
                  <a:close/>
                </a:path>
                <a:path w="334009" h="1428114">
                  <a:moveTo>
                    <a:pt x="163068" y="263652"/>
                  </a:moveTo>
                  <a:lnTo>
                    <a:pt x="161544" y="263652"/>
                  </a:lnTo>
                  <a:lnTo>
                    <a:pt x="161544" y="1427988"/>
                  </a:lnTo>
                  <a:lnTo>
                    <a:pt x="163068" y="1427988"/>
                  </a:lnTo>
                  <a:lnTo>
                    <a:pt x="163068" y="263652"/>
                  </a:lnTo>
                  <a:close/>
                </a:path>
                <a:path w="334009" h="1428114">
                  <a:moveTo>
                    <a:pt x="167640" y="377952"/>
                  </a:moveTo>
                  <a:lnTo>
                    <a:pt x="166116" y="377952"/>
                  </a:lnTo>
                  <a:lnTo>
                    <a:pt x="166116" y="1427988"/>
                  </a:lnTo>
                  <a:lnTo>
                    <a:pt x="167640" y="1427988"/>
                  </a:lnTo>
                  <a:lnTo>
                    <a:pt x="167640" y="377952"/>
                  </a:lnTo>
                  <a:close/>
                </a:path>
                <a:path w="334009" h="1428114">
                  <a:moveTo>
                    <a:pt x="173736" y="294132"/>
                  </a:moveTo>
                  <a:lnTo>
                    <a:pt x="170688" y="294132"/>
                  </a:lnTo>
                  <a:lnTo>
                    <a:pt x="170688" y="1427988"/>
                  </a:lnTo>
                  <a:lnTo>
                    <a:pt x="173736" y="1427988"/>
                  </a:lnTo>
                  <a:lnTo>
                    <a:pt x="173736" y="294132"/>
                  </a:lnTo>
                  <a:close/>
                </a:path>
                <a:path w="334009" h="1428114">
                  <a:moveTo>
                    <a:pt x="178308" y="352044"/>
                  </a:moveTo>
                  <a:lnTo>
                    <a:pt x="175260" y="352044"/>
                  </a:lnTo>
                  <a:lnTo>
                    <a:pt x="175260" y="1427988"/>
                  </a:lnTo>
                  <a:lnTo>
                    <a:pt x="178308" y="1427988"/>
                  </a:lnTo>
                  <a:lnTo>
                    <a:pt x="178308" y="352044"/>
                  </a:lnTo>
                  <a:close/>
                </a:path>
                <a:path w="334009" h="1428114">
                  <a:moveTo>
                    <a:pt x="182880" y="408432"/>
                  </a:moveTo>
                  <a:lnTo>
                    <a:pt x="179832" y="408432"/>
                  </a:lnTo>
                  <a:lnTo>
                    <a:pt x="179832" y="1427988"/>
                  </a:lnTo>
                  <a:lnTo>
                    <a:pt x="182880" y="1427988"/>
                  </a:lnTo>
                  <a:lnTo>
                    <a:pt x="182880" y="408432"/>
                  </a:lnTo>
                  <a:close/>
                </a:path>
                <a:path w="334009" h="1428114">
                  <a:moveTo>
                    <a:pt x="187452" y="352044"/>
                  </a:moveTo>
                  <a:lnTo>
                    <a:pt x="185928" y="352044"/>
                  </a:lnTo>
                  <a:lnTo>
                    <a:pt x="185928" y="1427988"/>
                  </a:lnTo>
                  <a:lnTo>
                    <a:pt x="187452" y="1427988"/>
                  </a:lnTo>
                  <a:lnTo>
                    <a:pt x="187452" y="352044"/>
                  </a:lnTo>
                  <a:close/>
                </a:path>
                <a:path w="334009" h="1428114">
                  <a:moveTo>
                    <a:pt x="192024" y="310896"/>
                  </a:moveTo>
                  <a:lnTo>
                    <a:pt x="190500" y="310896"/>
                  </a:lnTo>
                  <a:lnTo>
                    <a:pt x="190500" y="1427988"/>
                  </a:lnTo>
                  <a:lnTo>
                    <a:pt x="192024" y="1427988"/>
                  </a:lnTo>
                  <a:lnTo>
                    <a:pt x="192024" y="310896"/>
                  </a:lnTo>
                  <a:close/>
                </a:path>
                <a:path w="334009" h="1428114">
                  <a:moveTo>
                    <a:pt x="196596" y="321564"/>
                  </a:moveTo>
                  <a:lnTo>
                    <a:pt x="195072" y="321564"/>
                  </a:lnTo>
                  <a:lnTo>
                    <a:pt x="195072" y="1427988"/>
                  </a:lnTo>
                  <a:lnTo>
                    <a:pt x="196596" y="1427988"/>
                  </a:lnTo>
                  <a:lnTo>
                    <a:pt x="196596" y="321564"/>
                  </a:lnTo>
                  <a:close/>
                </a:path>
                <a:path w="334009" h="1428114">
                  <a:moveTo>
                    <a:pt x="201168" y="445008"/>
                  </a:moveTo>
                  <a:lnTo>
                    <a:pt x="199644" y="445008"/>
                  </a:lnTo>
                  <a:lnTo>
                    <a:pt x="199644" y="1427988"/>
                  </a:lnTo>
                  <a:lnTo>
                    <a:pt x="201168" y="1427988"/>
                  </a:lnTo>
                  <a:lnTo>
                    <a:pt x="201168" y="445008"/>
                  </a:lnTo>
                  <a:close/>
                </a:path>
                <a:path w="334009" h="1428114">
                  <a:moveTo>
                    <a:pt x="205740" y="341376"/>
                  </a:moveTo>
                  <a:lnTo>
                    <a:pt x="204216" y="341376"/>
                  </a:lnTo>
                  <a:lnTo>
                    <a:pt x="204216" y="1427988"/>
                  </a:lnTo>
                  <a:lnTo>
                    <a:pt x="205740" y="1427988"/>
                  </a:lnTo>
                  <a:lnTo>
                    <a:pt x="205740" y="341376"/>
                  </a:lnTo>
                  <a:close/>
                </a:path>
                <a:path w="334009" h="1428114">
                  <a:moveTo>
                    <a:pt x="210312" y="352044"/>
                  </a:moveTo>
                  <a:lnTo>
                    <a:pt x="208788" y="352044"/>
                  </a:lnTo>
                  <a:lnTo>
                    <a:pt x="208788" y="1427988"/>
                  </a:lnTo>
                  <a:lnTo>
                    <a:pt x="210312" y="1427988"/>
                  </a:lnTo>
                  <a:lnTo>
                    <a:pt x="210312" y="352044"/>
                  </a:lnTo>
                  <a:close/>
                </a:path>
                <a:path w="334009" h="1428114">
                  <a:moveTo>
                    <a:pt x="216408" y="550164"/>
                  </a:moveTo>
                  <a:lnTo>
                    <a:pt x="213360" y="550164"/>
                  </a:lnTo>
                  <a:lnTo>
                    <a:pt x="213360" y="1427988"/>
                  </a:lnTo>
                  <a:lnTo>
                    <a:pt x="216408" y="1427988"/>
                  </a:lnTo>
                  <a:lnTo>
                    <a:pt x="216408" y="550164"/>
                  </a:lnTo>
                  <a:close/>
                </a:path>
                <a:path w="334009" h="1428114">
                  <a:moveTo>
                    <a:pt x="220980" y="164592"/>
                  </a:moveTo>
                  <a:lnTo>
                    <a:pt x="217932" y="164592"/>
                  </a:lnTo>
                  <a:lnTo>
                    <a:pt x="217932" y="1427988"/>
                  </a:lnTo>
                  <a:lnTo>
                    <a:pt x="220980" y="1427988"/>
                  </a:lnTo>
                  <a:lnTo>
                    <a:pt x="220980" y="164592"/>
                  </a:lnTo>
                  <a:close/>
                </a:path>
                <a:path w="334009" h="1428114">
                  <a:moveTo>
                    <a:pt x="225552" y="377952"/>
                  </a:moveTo>
                  <a:lnTo>
                    <a:pt x="224028" y="377952"/>
                  </a:lnTo>
                  <a:lnTo>
                    <a:pt x="224028" y="1427988"/>
                  </a:lnTo>
                  <a:lnTo>
                    <a:pt x="225552" y="1427988"/>
                  </a:lnTo>
                  <a:lnTo>
                    <a:pt x="225552" y="377952"/>
                  </a:lnTo>
                  <a:close/>
                </a:path>
                <a:path w="334009" h="1428114">
                  <a:moveTo>
                    <a:pt x="230124" y="179832"/>
                  </a:moveTo>
                  <a:lnTo>
                    <a:pt x="228600" y="179832"/>
                  </a:lnTo>
                  <a:lnTo>
                    <a:pt x="228600" y="1427988"/>
                  </a:lnTo>
                  <a:lnTo>
                    <a:pt x="230124" y="1427988"/>
                  </a:lnTo>
                  <a:lnTo>
                    <a:pt x="230124" y="179832"/>
                  </a:lnTo>
                  <a:close/>
                </a:path>
                <a:path w="334009" h="1428114">
                  <a:moveTo>
                    <a:pt x="234696" y="59436"/>
                  </a:moveTo>
                  <a:lnTo>
                    <a:pt x="233172" y="59436"/>
                  </a:lnTo>
                  <a:lnTo>
                    <a:pt x="233172" y="1427988"/>
                  </a:lnTo>
                  <a:lnTo>
                    <a:pt x="234696" y="1427988"/>
                  </a:lnTo>
                  <a:lnTo>
                    <a:pt x="234696" y="59436"/>
                  </a:lnTo>
                  <a:close/>
                </a:path>
                <a:path w="334009" h="1428114">
                  <a:moveTo>
                    <a:pt x="239268" y="216408"/>
                  </a:moveTo>
                  <a:lnTo>
                    <a:pt x="237744" y="216408"/>
                  </a:lnTo>
                  <a:lnTo>
                    <a:pt x="237744" y="1427988"/>
                  </a:lnTo>
                  <a:lnTo>
                    <a:pt x="239268" y="1427988"/>
                  </a:lnTo>
                  <a:lnTo>
                    <a:pt x="239268" y="216408"/>
                  </a:lnTo>
                  <a:close/>
                </a:path>
                <a:path w="334009" h="1428114">
                  <a:moveTo>
                    <a:pt x="243840" y="294132"/>
                  </a:moveTo>
                  <a:lnTo>
                    <a:pt x="242316" y="294132"/>
                  </a:lnTo>
                  <a:lnTo>
                    <a:pt x="242316" y="1427988"/>
                  </a:lnTo>
                  <a:lnTo>
                    <a:pt x="243840" y="1427988"/>
                  </a:lnTo>
                  <a:lnTo>
                    <a:pt x="243840" y="294132"/>
                  </a:lnTo>
                  <a:close/>
                </a:path>
                <a:path w="334009" h="1428114">
                  <a:moveTo>
                    <a:pt x="248412" y="216408"/>
                  </a:moveTo>
                  <a:lnTo>
                    <a:pt x="246888" y="216408"/>
                  </a:lnTo>
                  <a:lnTo>
                    <a:pt x="246888" y="1427988"/>
                  </a:lnTo>
                  <a:lnTo>
                    <a:pt x="248412" y="1427988"/>
                  </a:lnTo>
                  <a:lnTo>
                    <a:pt x="248412" y="216408"/>
                  </a:lnTo>
                  <a:close/>
                </a:path>
                <a:path w="334009" h="1428114">
                  <a:moveTo>
                    <a:pt x="252984" y="268224"/>
                  </a:moveTo>
                  <a:lnTo>
                    <a:pt x="251460" y="268224"/>
                  </a:lnTo>
                  <a:lnTo>
                    <a:pt x="251460" y="1427988"/>
                  </a:lnTo>
                  <a:lnTo>
                    <a:pt x="252984" y="1427988"/>
                  </a:lnTo>
                  <a:lnTo>
                    <a:pt x="252984" y="268224"/>
                  </a:lnTo>
                  <a:close/>
                </a:path>
                <a:path w="334009" h="1428114">
                  <a:moveTo>
                    <a:pt x="259080" y="786384"/>
                  </a:moveTo>
                  <a:lnTo>
                    <a:pt x="256032" y="786384"/>
                  </a:lnTo>
                  <a:lnTo>
                    <a:pt x="256032" y="1427988"/>
                  </a:lnTo>
                  <a:lnTo>
                    <a:pt x="259080" y="1427988"/>
                  </a:lnTo>
                  <a:lnTo>
                    <a:pt x="259080" y="786384"/>
                  </a:lnTo>
                  <a:close/>
                </a:path>
                <a:path w="334009" h="1428114">
                  <a:moveTo>
                    <a:pt x="263652" y="179832"/>
                  </a:moveTo>
                  <a:lnTo>
                    <a:pt x="260604" y="179832"/>
                  </a:lnTo>
                  <a:lnTo>
                    <a:pt x="260604" y="1427988"/>
                  </a:lnTo>
                  <a:lnTo>
                    <a:pt x="263652" y="1427988"/>
                  </a:lnTo>
                  <a:lnTo>
                    <a:pt x="263652" y="179832"/>
                  </a:lnTo>
                  <a:close/>
                </a:path>
                <a:path w="334009" h="1428114">
                  <a:moveTo>
                    <a:pt x="268224" y="239268"/>
                  </a:moveTo>
                  <a:lnTo>
                    <a:pt x="266700" y="239268"/>
                  </a:lnTo>
                  <a:lnTo>
                    <a:pt x="266700" y="1427988"/>
                  </a:lnTo>
                  <a:lnTo>
                    <a:pt x="268224" y="1427988"/>
                  </a:lnTo>
                  <a:lnTo>
                    <a:pt x="268224" y="239268"/>
                  </a:lnTo>
                  <a:close/>
                </a:path>
                <a:path w="334009" h="1428114">
                  <a:moveTo>
                    <a:pt x="272796" y="239268"/>
                  </a:moveTo>
                  <a:lnTo>
                    <a:pt x="271272" y="239268"/>
                  </a:lnTo>
                  <a:lnTo>
                    <a:pt x="271272" y="1427988"/>
                  </a:lnTo>
                  <a:lnTo>
                    <a:pt x="272796" y="1427988"/>
                  </a:lnTo>
                  <a:lnTo>
                    <a:pt x="272796" y="239268"/>
                  </a:lnTo>
                  <a:close/>
                </a:path>
                <a:path w="334009" h="1428114">
                  <a:moveTo>
                    <a:pt x="277368" y="377952"/>
                  </a:moveTo>
                  <a:lnTo>
                    <a:pt x="275844" y="377952"/>
                  </a:lnTo>
                  <a:lnTo>
                    <a:pt x="275844" y="1427988"/>
                  </a:lnTo>
                  <a:lnTo>
                    <a:pt x="277368" y="1427988"/>
                  </a:lnTo>
                  <a:lnTo>
                    <a:pt x="277368" y="377952"/>
                  </a:lnTo>
                  <a:close/>
                </a:path>
                <a:path w="334009" h="1428114">
                  <a:moveTo>
                    <a:pt x="281940" y="341376"/>
                  </a:moveTo>
                  <a:lnTo>
                    <a:pt x="280416" y="341376"/>
                  </a:lnTo>
                  <a:lnTo>
                    <a:pt x="280416" y="1427988"/>
                  </a:lnTo>
                  <a:lnTo>
                    <a:pt x="281940" y="1427988"/>
                  </a:lnTo>
                  <a:lnTo>
                    <a:pt x="281940" y="341376"/>
                  </a:lnTo>
                  <a:close/>
                </a:path>
                <a:path w="334009" h="1428114">
                  <a:moveTo>
                    <a:pt x="286512" y="377952"/>
                  </a:moveTo>
                  <a:lnTo>
                    <a:pt x="284988" y="377952"/>
                  </a:lnTo>
                  <a:lnTo>
                    <a:pt x="284988" y="1427988"/>
                  </a:lnTo>
                  <a:lnTo>
                    <a:pt x="286512" y="1427988"/>
                  </a:lnTo>
                  <a:lnTo>
                    <a:pt x="286512" y="377952"/>
                  </a:lnTo>
                  <a:close/>
                </a:path>
                <a:path w="334009" h="1428114">
                  <a:moveTo>
                    <a:pt x="291084" y="239268"/>
                  </a:moveTo>
                  <a:lnTo>
                    <a:pt x="289560" y="239268"/>
                  </a:lnTo>
                  <a:lnTo>
                    <a:pt x="289560" y="1427988"/>
                  </a:lnTo>
                  <a:lnTo>
                    <a:pt x="291084" y="1427988"/>
                  </a:lnTo>
                  <a:lnTo>
                    <a:pt x="291084" y="239268"/>
                  </a:lnTo>
                  <a:close/>
                </a:path>
                <a:path w="334009" h="1428114">
                  <a:moveTo>
                    <a:pt x="297180" y="259080"/>
                  </a:moveTo>
                  <a:lnTo>
                    <a:pt x="294132" y="259080"/>
                  </a:lnTo>
                  <a:lnTo>
                    <a:pt x="294132" y="1427988"/>
                  </a:lnTo>
                  <a:lnTo>
                    <a:pt x="297180" y="1427988"/>
                  </a:lnTo>
                  <a:lnTo>
                    <a:pt x="297180" y="259080"/>
                  </a:lnTo>
                  <a:close/>
                </a:path>
                <a:path w="334009" h="1428114">
                  <a:moveTo>
                    <a:pt x="301752" y="227076"/>
                  </a:moveTo>
                  <a:lnTo>
                    <a:pt x="298704" y="227076"/>
                  </a:lnTo>
                  <a:lnTo>
                    <a:pt x="298704" y="1427988"/>
                  </a:lnTo>
                  <a:lnTo>
                    <a:pt x="301752" y="1427988"/>
                  </a:lnTo>
                  <a:lnTo>
                    <a:pt x="301752" y="227076"/>
                  </a:lnTo>
                  <a:close/>
                </a:path>
                <a:path w="334009" h="1428114">
                  <a:moveTo>
                    <a:pt x="306324" y="123444"/>
                  </a:moveTo>
                  <a:lnTo>
                    <a:pt x="303276" y="123444"/>
                  </a:lnTo>
                  <a:lnTo>
                    <a:pt x="303276" y="1427988"/>
                  </a:lnTo>
                  <a:lnTo>
                    <a:pt x="306324" y="1427988"/>
                  </a:lnTo>
                  <a:lnTo>
                    <a:pt x="306324" y="123444"/>
                  </a:lnTo>
                  <a:close/>
                </a:path>
                <a:path w="334009" h="1428114">
                  <a:moveTo>
                    <a:pt x="310896" y="278892"/>
                  </a:moveTo>
                  <a:lnTo>
                    <a:pt x="309372" y="278892"/>
                  </a:lnTo>
                  <a:lnTo>
                    <a:pt x="309372" y="1427988"/>
                  </a:lnTo>
                  <a:lnTo>
                    <a:pt x="310896" y="1427988"/>
                  </a:lnTo>
                  <a:lnTo>
                    <a:pt x="310896" y="278892"/>
                  </a:lnTo>
                  <a:close/>
                </a:path>
                <a:path w="334009" h="1428114">
                  <a:moveTo>
                    <a:pt x="315468" y="198120"/>
                  </a:moveTo>
                  <a:lnTo>
                    <a:pt x="313944" y="198120"/>
                  </a:lnTo>
                  <a:lnTo>
                    <a:pt x="313944" y="1427988"/>
                  </a:lnTo>
                  <a:lnTo>
                    <a:pt x="315468" y="1427988"/>
                  </a:lnTo>
                  <a:lnTo>
                    <a:pt x="315468" y="198120"/>
                  </a:lnTo>
                  <a:close/>
                </a:path>
                <a:path w="334009" h="1428114">
                  <a:moveTo>
                    <a:pt x="320040" y="708660"/>
                  </a:moveTo>
                  <a:lnTo>
                    <a:pt x="318516" y="708660"/>
                  </a:lnTo>
                  <a:lnTo>
                    <a:pt x="318516" y="1427988"/>
                  </a:lnTo>
                  <a:lnTo>
                    <a:pt x="320040" y="1427988"/>
                  </a:lnTo>
                  <a:lnTo>
                    <a:pt x="320040" y="708660"/>
                  </a:lnTo>
                  <a:close/>
                </a:path>
                <a:path w="334009" h="1428114">
                  <a:moveTo>
                    <a:pt x="324612" y="708660"/>
                  </a:moveTo>
                  <a:lnTo>
                    <a:pt x="323088" y="708660"/>
                  </a:lnTo>
                  <a:lnTo>
                    <a:pt x="323088" y="1427988"/>
                  </a:lnTo>
                  <a:lnTo>
                    <a:pt x="324612" y="1427988"/>
                  </a:lnTo>
                  <a:lnTo>
                    <a:pt x="324612" y="708660"/>
                  </a:lnTo>
                  <a:close/>
                </a:path>
                <a:path w="334009" h="1428114">
                  <a:moveTo>
                    <a:pt x="329184" y="786384"/>
                  </a:moveTo>
                  <a:lnTo>
                    <a:pt x="327660" y="786384"/>
                  </a:lnTo>
                  <a:lnTo>
                    <a:pt x="327660" y="1427988"/>
                  </a:lnTo>
                  <a:lnTo>
                    <a:pt x="329184" y="1427988"/>
                  </a:lnTo>
                  <a:lnTo>
                    <a:pt x="329184" y="786384"/>
                  </a:lnTo>
                  <a:close/>
                </a:path>
                <a:path w="334009" h="1428114">
                  <a:moveTo>
                    <a:pt x="333756" y="688848"/>
                  </a:moveTo>
                  <a:lnTo>
                    <a:pt x="332232" y="688848"/>
                  </a:lnTo>
                  <a:lnTo>
                    <a:pt x="332232" y="1427988"/>
                  </a:lnTo>
                  <a:lnTo>
                    <a:pt x="333756" y="1427988"/>
                  </a:lnTo>
                  <a:lnTo>
                    <a:pt x="333756" y="688848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845808" y="1679447"/>
              <a:ext cx="335280" cy="2184400"/>
            </a:xfrm>
            <a:custGeom>
              <a:avLst/>
              <a:gdLst/>
              <a:ahLst/>
              <a:cxnLst/>
              <a:rect l="l" t="t" r="r" b="b"/>
              <a:pathLst>
                <a:path w="335279" h="2184400">
                  <a:moveTo>
                    <a:pt x="1524" y="1444752"/>
                  </a:moveTo>
                  <a:lnTo>
                    <a:pt x="0" y="1444752"/>
                  </a:lnTo>
                  <a:lnTo>
                    <a:pt x="0" y="2183892"/>
                  </a:lnTo>
                  <a:lnTo>
                    <a:pt x="1524" y="2183892"/>
                  </a:lnTo>
                  <a:lnTo>
                    <a:pt x="1524" y="1444752"/>
                  </a:lnTo>
                  <a:close/>
                </a:path>
                <a:path w="335279" h="2184400">
                  <a:moveTo>
                    <a:pt x="7620" y="1542288"/>
                  </a:moveTo>
                  <a:lnTo>
                    <a:pt x="4572" y="1542288"/>
                  </a:lnTo>
                  <a:lnTo>
                    <a:pt x="4572" y="2183892"/>
                  </a:lnTo>
                  <a:lnTo>
                    <a:pt x="7620" y="2183892"/>
                  </a:lnTo>
                  <a:lnTo>
                    <a:pt x="7620" y="1542288"/>
                  </a:lnTo>
                  <a:close/>
                </a:path>
                <a:path w="335279" h="2184400">
                  <a:moveTo>
                    <a:pt x="12192" y="0"/>
                  </a:moveTo>
                  <a:lnTo>
                    <a:pt x="9144" y="0"/>
                  </a:lnTo>
                  <a:lnTo>
                    <a:pt x="9144" y="2183892"/>
                  </a:lnTo>
                  <a:lnTo>
                    <a:pt x="12192" y="2183892"/>
                  </a:lnTo>
                  <a:lnTo>
                    <a:pt x="12192" y="0"/>
                  </a:lnTo>
                  <a:close/>
                </a:path>
                <a:path w="335279" h="2184400">
                  <a:moveTo>
                    <a:pt x="16764" y="1133856"/>
                  </a:moveTo>
                  <a:lnTo>
                    <a:pt x="15240" y="1133856"/>
                  </a:lnTo>
                  <a:lnTo>
                    <a:pt x="15240" y="2183892"/>
                  </a:lnTo>
                  <a:lnTo>
                    <a:pt x="16764" y="2183892"/>
                  </a:lnTo>
                  <a:lnTo>
                    <a:pt x="16764" y="1133856"/>
                  </a:lnTo>
                  <a:close/>
                </a:path>
                <a:path w="335279" h="2184400">
                  <a:moveTo>
                    <a:pt x="21336" y="972312"/>
                  </a:moveTo>
                  <a:lnTo>
                    <a:pt x="19812" y="972312"/>
                  </a:lnTo>
                  <a:lnTo>
                    <a:pt x="19812" y="2183892"/>
                  </a:lnTo>
                  <a:lnTo>
                    <a:pt x="21336" y="2183892"/>
                  </a:lnTo>
                  <a:lnTo>
                    <a:pt x="21336" y="972312"/>
                  </a:lnTo>
                  <a:close/>
                </a:path>
                <a:path w="335279" h="2184400">
                  <a:moveTo>
                    <a:pt x="25908" y="1085088"/>
                  </a:moveTo>
                  <a:lnTo>
                    <a:pt x="24384" y="1085088"/>
                  </a:lnTo>
                  <a:lnTo>
                    <a:pt x="24384" y="2183892"/>
                  </a:lnTo>
                  <a:lnTo>
                    <a:pt x="25908" y="2183892"/>
                  </a:lnTo>
                  <a:lnTo>
                    <a:pt x="25908" y="1085088"/>
                  </a:lnTo>
                  <a:close/>
                </a:path>
                <a:path w="335279" h="2184400">
                  <a:moveTo>
                    <a:pt x="30480" y="1143000"/>
                  </a:moveTo>
                  <a:lnTo>
                    <a:pt x="28956" y="1143000"/>
                  </a:lnTo>
                  <a:lnTo>
                    <a:pt x="28956" y="2183892"/>
                  </a:lnTo>
                  <a:lnTo>
                    <a:pt x="30480" y="2183892"/>
                  </a:lnTo>
                  <a:lnTo>
                    <a:pt x="30480" y="1143000"/>
                  </a:lnTo>
                  <a:close/>
                </a:path>
                <a:path w="335279" h="2184400">
                  <a:moveTo>
                    <a:pt x="35052" y="1086612"/>
                  </a:moveTo>
                  <a:lnTo>
                    <a:pt x="33528" y="1086612"/>
                  </a:lnTo>
                  <a:lnTo>
                    <a:pt x="33528" y="2183892"/>
                  </a:lnTo>
                  <a:lnTo>
                    <a:pt x="35052" y="2183892"/>
                  </a:lnTo>
                  <a:lnTo>
                    <a:pt x="35052" y="1086612"/>
                  </a:lnTo>
                  <a:close/>
                </a:path>
                <a:path w="335279" h="2184400">
                  <a:moveTo>
                    <a:pt x="39624" y="786384"/>
                  </a:moveTo>
                  <a:lnTo>
                    <a:pt x="38100" y="786384"/>
                  </a:lnTo>
                  <a:lnTo>
                    <a:pt x="38100" y="2183892"/>
                  </a:lnTo>
                  <a:lnTo>
                    <a:pt x="39624" y="2183892"/>
                  </a:lnTo>
                  <a:lnTo>
                    <a:pt x="39624" y="786384"/>
                  </a:lnTo>
                  <a:close/>
                </a:path>
                <a:path w="335279" h="2184400">
                  <a:moveTo>
                    <a:pt x="44196" y="1360932"/>
                  </a:moveTo>
                  <a:lnTo>
                    <a:pt x="42672" y="1360932"/>
                  </a:lnTo>
                  <a:lnTo>
                    <a:pt x="42672" y="2183892"/>
                  </a:lnTo>
                  <a:lnTo>
                    <a:pt x="44196" y="2183892"/>
                  </a:lnTo>
                  <a:lnTo>
                    <a:pt x="44196" y="1360932"/>
                  </a:lnTo>
                  <a:close/>
                </a:path>
                <a:path w="335279" h="2184400">
                  <a:moveTo>
                    <a:pt x="50292" y="1034796"/>
                  </a:moveTo>
                  <a:lnTo>
                    <a:pt x="47244" y="1034796"/>
                  </a:lnTo>
                  <a:lnTo>
                    <a:pt x="47244" y="2183892"/>
                  </a:lnTo>
                  <a:lnTo>
                    <a:pt x="50292" y="2183892"/>
                  </a:lnTo>
                  <a:lnTo>
                    <a:pt x="50292" y="1034796"/>
                  </a:lnTo>
                  <a:close/>
                </a:path>
                <a:path w="335279" h="2184400">
                  <a:moveTo>
                    <a:pt x="54864" y="1542288"/>
                  </a:moveTo>
                  <a:lnTo>
                    <a:pt x="51816" y="1542288"/>
                  </a:lnTo>
                  <a:lnTo>
                    <a:pt x="51816" y="2183892"/>
                  </a:lnTo>
                  <a:lnTo>
                    <a:pt x="54864" y="2183892"/>
                  </a:lnTo>
                  <a:lnTo>
                    <a:pt x="54864" y="1542288"/>
                  </a:lnTo>
                  <a:close/>
                </a:path>
                <a:path w="335279" h="2184400">
                  <a:moveTo>
                    <a:pt x="59436" y="906780"/>
                  </a:moveTo>
                  <a:lnTo>
                    <a:pt x="57912" y="906780"/>
                  </a:lnTo>
                  <a:lnTo>
                    <a:pt x="57912" y="2183892"/>
                  </a:lnTo>
                  <a:lnTo>
                    <a:pt x="59436" y="2183892"/>
                  </a:lnTo>
                  <a:lnTo>
                    <a:pt x="59436" y="906780"/>
                  </a:lnTo>
                  <a:close/>
                </a:path>
                <a:path w="335279" h="2184400">
                  <a:moveTo>
                    <a:pt x="64008" y="982980"/>
                  </a:moveTo>
                  <a:lnTo>
                    <a:pt x="62484" y="982980"/>
                  </a:lnTo>
                  <a:lnTo>
                    <a:pt x="62484" y="2183892"/>
                  </a:lnTo>
                  <a:lnTo>
                    <a:pt x="64008" y="2183892"/>
                  </a:lnTo>
                  <a:lnTo>
                    <a:pt x="64008" y="982980"/>
                  </a:lnTo>
                  <a:close/>
                </a:path>
                <a:path w="335279" h="2184400">
                  <a:moveTo>
                    <a:pt x="68580" y="1050036"/>
                  </a:moveTo>
                  <a:lnTo>
                    <a:pt x="67056" y="1050036"/>
                  </a:lnTo>
                  <a:lnTo>
                    <a:pt x="67056" y="2183892"/>
                  </a:lnTo>
                  <a:lnTo>
                    <a:pt x="68580" y="2183892"/>
                  </a:lnTo>
                  <a:lnTo>
                    <a:pt x="68580" y="1050036"/>
                  </a:lnTo>
                  <a:close/>
                </a:path>
                <a:path w="335279" h="2184400">
                  <a:moveTo>
                    <a:pt x="73152" y="1277112"/>
                  </a:moveTo>
                  <a:lnTo>
                    <a:pt x="71628" y="1277112"/>
                  </a:lnTo>
                  <a:lnTo>
                    <a:pt x="71628" y="2183892"/>
                  </a:lnTo>
                  <a:lnTo>
                    <a:pt x="73152" y="2183892"/>
                  </a:lnTo>
                  <a:lnTo>
                    <a:pt x="73152" y="1277112"/>
                  </a:lnTo>
                  <a:close/>
                </a:path>
                <a:path w="335279" h="2184400">
                  <a:moveTo>
                    <a:pt x="77724" y="1133856"/>
                  </a:moveTo>
                  <a:lnTo>
                    <a:pt x="76200" y="1133856"/>
                  </a:lnTo>
                  <a:lnTo>
                    <a:pt x="76200" y="2183892"/>
                  </a:lnTo>
                  <a:lnTo>
                    <a:pt x="77724" y="2183892"/>
                  </a:lnTo>
                  <a:lnTo>
                    <a:pt x="77724" y="1133856"/>
                  </a:lnTo>
                  <a:close/>
                </a:path>
                <a:path w="335279" h="2184400">
                  <a:moveTo>
                    <a:pt x="82296" y="972312"/>
                  </a:moveTo>
                  <a:lnTo>
                    <a:pt x="80772" y="972312"/>
                  </a:lnTo>
                  <a:lnTo>
                    <a:pt x="80772" y="2183892"/>
                  </a:lnTo>
                  <a:lnTo>
                    <a:pt x="82296" y="2183892"/>
                  </a:lnTo>
                  <a:lnTo>
                    <a:pt x="82296" y="972312"/>
                  </a:lnTo>
                  <a:close/>
                </a:path>
                <a:path w="335279" h="2184400">
                  <a:moveTo>
                    <a:pt x="88392" y="870204"/>
                  </a:moveTo>
                  <a:lnTo>
                    <a:pt x="85344" y="870204"/>
                  </a:lnTo>
                  <a:lnTo>
                    <a:pt x="85344" y="2183892"/>
                  </a:lnTo>
                  <a:lnTo>
                    <a:pt x="88392" y="2183892"/>
                  </a:lnTo>
                  <a:lnTo>
                    <a:pt x="88392" y="870204"/>
                  </a:lnTo>
                  <a:close/>
                </a:path>
                <a:path w="335279" h="2184400">
                  <a:moveTo>
                    <a:pt x="92964" y="1019556"/>
                  </a:moveTo>
                  <a:lnTo>
                    <a:pt x="89916" y="1019556"/>
                  </a:lnTo>
                  <a:lnTo>
                    <a:pt x="89916" y="2183892"/>
                  </a:lnTo>
                  <a:lnTo>
                    <a:pt x="92964" y="2183892"/>
                  </a:lnTo>
                  <a:lnTo>
                    <a:pt x="92964" y="1019556"/>
                  </a:lnTo>
                  <a:close/>
                </a:path>
                <a:path w="335279" h="2184400">
                  <a:moveTo>
                    <a:pt x="97536" y="995172"/>
                  </a:moveTo>
                  <a:lnTo>
                    <a:pt x="94488" y="995172"/>
                  </a:lnTo>
                  <a:lnTo>
                    <a:pt x="94488" y="2183892"/>
                  </a:lnTo>
                  <a:lnTo>
                    <a:pt x="97536" y="2183892"/>
                  </a:lnTo>
                  <a:lnTo>
                    <a:pt x="97536" y="995172"/>
                  </a:lnTo>
                  <a:close/>
                </a:path>
                <a:path w="335279" h="2184400">
                  <a:moveTo>
                    <a:pt x="102108" y="1019556"/>
                  </a:moveTo>
                  <a:lnTo>
                    <a:pt x="100584" y="1019556"/>
                  </a:lnTo>
                  <a:lnTo>
                    <a:pt x="100584" y="2183892"/>
                  </a:lnTo>
                  <a:lnTo>
                    <a:pt x="102108" y="2183892"/>
                  </a:lnTo>
                  <a:lnTo>
                    <a:pt x="102108" y="1019556"/>
                  </a:lnTo>
                  <a:close/>
                </a:path>
                <a:path w="335279" h="2184400">
                  <a:moveTo>
                    <a:pt x="106680" y="995172"/>
                  </a:moveTo>
                  <a:lnTo>
                    <a:pt x="105156" y="995172"/>
                  </a:lnTo>
                  <a:lnTo>
                    <a:pt x="105156" y="2183892"/>
                  </a:lnTo>
                  <a:lnTo>
                    <a:pt x="106680" y="2183892"/>
                  </a:lnTo>
                  <a:lnTo>
                    <a:pt x="106680" y="995172"/>
                  </a:lnTo>
                  <a:close/>
                </a:path>
                <a:path w="335279" h="2184400">
                  <a:moveTo>
                    <a:pt x="111252" y="1007364"/>
                  </a:moveTo>
                  <a:lnTo>
                    <a:pt x="109728" y="1007364"/>
                  </a:lnTo>
                  <a:lnTo>
                    <a:pt x="109728" y="2183892"/>
                  </a:lnTo>
                  <a:lnTo>
                    <a:pt x="111252" y="2183892"/>
                  </a:lnTo>
                  <a:lnTo>
                    <a:pt x="111252" y="1007364"/>
                  </a:lnTo>
                  <a:close/>
                </a:path>
                <a:path w="335279" h="2184400">
                  <a:moveTo>
                    <a:pt x="115824" y="987552"/>
                  </a:moveTo>
                  <a:lnTo>
                    <a:pt x="114300" y="987552"/>
                  </a:lnTo>
                  <a:lnTo>
                    <a:pt x="114300" y="2183892"/>
                  </a:lnTo>
                  <a:lnTo>
                    <a:pt x="115824" y="2183892"/>
                  </a:lnTo>
                  <a:lnTo>
                    <a:pt x="115824" y="987552"/>
                  </a:lnTo>
                  <a:close/>
                </a:path>
                <a:path w="335279" h="2184400">
                  <a:moveTo>
                    <a:pt x="120396" y="1007364"/>
                  </a:moveTo>
                  <a:lnTo>
                    <a:pt x="118872" y="1007364"/>
                  </a:lnTo>
                  <a:lnTo>
                    <a:pt x="118872" y="2183892"/>
                  </a:lnTo>
                  <a:lnTo>
                    <a:pt x="120396" y="2183892"/>
                  </a:lnTo>
                  <a:lnTo>
                    <a:pt x="120396" y="1007364"/>
                  </a:lnTo>
                  <a:close/>
                </a:path>
                <a:path w="335279" h="2184400">
                  <a:moveTo>
                    <a:pt x="124968" y="1013460"/>
                  </a:moveTo>
                  <a:lnTo>
                    <a:pt x="123444" y="1013460"/>
                  </a:lnTo>
                  <a:lnTo>
                    <a:pt x="123444" y="2183892"/>
                  </a:lnTo>
                  <a:lnTo>
                    <a:pt x="124968" y="2183892"/>
                  </a:lnTo>
                  <a:lnTo>
                    <a:pt x="124968" y="1013460"/>
                  </a:lnTo>
                  <a:close/>
                </a:path>
                <a:path w="335279" h="2184400">
                  <a:moveTo>
                    <a:pt x="131064" y="995172"/>
                  </a:moveTo>
                  <a:lnTo>
                    <a:pt x="128016" y="995172"/>
                  </a:lnTo>
                  <a:lnTo>
                    <a:pt x="128016" y="2183892"/>
                  </a:lnTo>
                  <a:lnTo>
                    <a:pt x="131064" y="2183892"/>
                  </a:lnTo>
                  <a:lnTo>
                    <a:pt x="131064" y="995172"/>
                  </a:lnTo>
                  <a:close/>
                </a:path>
                <a:path w="335279" h="2184400">
                  <a:moveTo>
                    <a:pt x="135636" y="954024"/>
                  </a:moveTo>
                  <a:lnTo>
                    <a:pt x="132588" y="954024"/>
                  </a:lnTo>
                  <a:lnTo>
                    <a:pt x="132588" y="2183892"/>
                  </a:lnTo>
                  <a:lnTo>
                    <a:pt x="135636" y="2183892"/>
                  </a:lnTo>
                  <a:lnTo>
                    <a:pt x="135636" y="954024"/>
                  </a:lnTo>
                  <a:close/>
                </a:path>
                <a:path w="335279" h="2184400">
                  <a:moveTo>
                    <a:pt x="140208" y="1019556"/>
                  </a:moveTo>
                  <a:lnTo>
                    <a:pt x="138684" y="1019556"/>
                  </a:lnTo>
                  <a:lnTo>
                    <a:pt x="138684" y="2183892"/>
                  </a:lnTo>
                  <a:lnTo>
                    <a:pt x="140208" y="2183892"/>
                  </a:lnTo>
                  <a:lnTo>
                    <a:pt x="140208" y="1019556"/>
                  </a:lnTo>
                  <a:close/>
                </a:path>
                <a:path w="335279" h="2184400">
                  <a:moveTo>
                    <a:pt x="144780" y="1086612"/>
                  </a:moveTo>
                  <a:lnTo>
                    <a:pt x="143256" y="1086612"/>
                  </a:lnTo>
                  <a:lnTo>
                    <a:pt x="143256" y="2183892"/>
                  </a:lnTo>
                  <a:lnTo>
                    <a:pt x="144780" y="2183892"/>
                  </a:lnTo>
                  <a:lnTo>
                    <a:pt x="144780" y="1086612"/>
                  </a:lnTo>
                  <a:close/>
                </a:path>
                <a:path w="335279" h="2184400">
                  <a:moveTo>
                    <a:pt x="149352" y="1007364"/>
                  </a:moveTo>
                  <a:lnTo>
                    <a:pt x="147828" y="1007364"/>
                  </a:lnTo>
                  <a:lnTo>
                    <a:pt x="147828" y="2183892"/>
                  </a:lnTo>
                  <a:lnTo>
                    <a:pt x="149352" y="2183892"/>
                  </a:lnTo>
                  <a:lnTo>
                    <a:pt x="149352" y="1007364"/>
                  </a:lnTo>
                  <a:close/>
                </a:path>
                <a:path w="335279" h="2184400">
                  <a:moveTo>
                    <a:pt x="153924" y="1019556"/>
                  </a:moveTo>
                  <a:lnTo>
                    <a:pt x="152400" y="1019556"/>
                  </a:lnTo>
                  <a:lnTo>
                    <a:pt x="152400" y="2183892"/>
                  </a:lnTo>
                  <a:lnTo>
                    <a:pt x="153924" y="2183892"/>
                  </a:lnTo>
                  <a:lnTo>
                    <a:pt x="153924" y="1019556"/>
                  </a:lnTo>
                  <a:close/>
                </a:path>
                <a:path w="335279" h="2184400">
                  <a:moveTo>
                    <a:pt x="158496" y="1050036"/>
                  </a:moveTo>
                  <a:lnTo>
                    <a:pt x="156972" y="1050036"/>
                  </a:lnTo>
                  <a:lnTo>
                    <a:pt x="156972" y="2183892"/>
                  </a:lnTo>
                  <a:lnTo>
                    <a:pt x="158496" y="2183892"/>
                  </a:lnTo>
                  <a:lnTo>
                    <a:pt x="158496" y="1050036"/>
                  </a:lnTo>
                  <a:close/>
                </a:path>
                <a:path w="335279" h="2184400">
                  <a:moveTo>
                    <a:pt x="163068" y="972312"/>
                  </a:moveTo>
                  <a:lnTo>
                    <a:pt x="161544" y="972312"/>
                  </a:lnTo>
                  <a:lnTo>
                    <a:pt x="161544" y="2183892"/>
                  </a:lnTo>
                  <a:lnTo>
                    <a:pt x="163068" y="2183892"/>
                  </a:lnTo>
                  <a:lnTo>
                    <a:pt x="163068" y="972312"/>
                  </a:lnTo>
                  <a:close/>
                </a:path>
                <a:path w="335279" h="2184400">
                  <a:moveTo>
                    <a:pt x="167640" y="935736"/>
                  </a:moveTo>
                  <a:lnTo>
                    <a:pt x="166116" y="935736"/>
                  </a:lnTo>
                  <a:lnTo>
                    <a:pt x="166116" y="2183892"/>
                  </a:lnTo>
                  <a:lnTo>
                    <a:pt x="167640" y="2183892"/>
                  </a:lnTo>
                  <a:lnTo>
                    <a:pt x="167640" y="935736"/>
                  </a:lnTo>
                  <a:close/>
                </a:path>
                <a:path w="335279" h="2184400">
                  <a:moveTo>
                    <a:pt x="173736" y="954024"/>
                  </a:moveTo>
                  <a:lnTo>
                    <a:pt x="170688" y="954024"/>
                  </a:lnTo>
                  <a:lnTo>
                    <a:pt x="170688" y="2183892"/>
                  </a:lnTo>
                  <a:lnTo>
                    <a:pt x="173736" y="2183892"/>
                  </a:lnTo>
                  <a:lnTo>
                    <a:pt x="173736" y="954024"/>
                  </a:lnTo>
                  <a:close/>
                </a:path>
                <a:path w="335279" h="2184400">
                  <a:moveTo>
                    <a:pt x="178308" y="1042416"/>
                  </a:moveTo>
                  <a:lnTo>
                    <a:pt x="175260" y="1042416"/>
                  </a:lnTo>
                  <a:lnTo>
                    <a:pt x="175260" y="2183892"/>
                  </a:lnTo>
                  <a:lnTo>
                    <a:pt x="178308" y="2183892"/>
                  </a:lnTo>
                  <a:lnTo>
                    <a:pt x="178308" y="1042416"/>
                  </a:lnTo>
                  <a:close/>
                </a:path>
                <a:path w="335279" h="2184400">
                  <a:moveTo>
                    <a:pt x="182880" y="1123188"/>
                  </a:moveTo>
                  <a:lnTo>
                    <a:pt x="181356" y="1123188"/>
                  </a:lnTo>
                  <a:lnTo>
                    <a:pt x="181356" y="2183892"/>
                  </a:lnTo>
                  <a:lnTo>
                    <a:pt x="182880" y="2183892"/>
                  </a:lnTo>
                  <a:lnTo>
                    <a:pt x="182880" y="1123188"/>
                  </a:lnTo>
                  <a:close/>
                </a:path>
                <a:path w="335279" h="2184400">
                  <a:moveTo>
                    <a:pt x="187452" y="972312"/>
                  </a:moveTo>
                  <a:lnTo>
                    <a:pt x="185928" y="972312"/>
                  </a:lnTo>
                  <a:lnTo>
                    <a:pt x="185928" y="2183892"/>
                  </a:lnTo>
                  <a:lnTo>
                    <a:pt x="187452" y="2183892"/>
                  </a:lnTo>
                  <a:lnTo>
                    <a:pt x="187452" y="972312"/>
                  </a:lnTo>
                  <a:close/>
                </a:path>
                <a:path w="335279" h="2184400">
                  <a:moveTo>
                    <a:pt x="192024" y="1019556"/>
                  </a:moveTo>
                  <a:lnTo>
                    <a:pt x="190500" y="1019556"/>
                  </a:lnTo>
                  <a:lnTo>
                    <a:pt x="190500" y="2183892"/>
                  </a:lnTo>
                  <a:lnTo>
                    <a:pt x="192024" y="2183892"/>
                  </a:lnTo>
                  <a:lnTo>
                    <a:pt x="192024" y="1019556"/>
                  </a:lnTo>
                  <a:close/>
                </a:path>
                <a:path w="335279" h="2184400">
                  <a:moveTo>
                    <a:pt x="196596" y="1019556"/>
                  </a:moveTo>
                  <a:lnTo>
                    <a:pt x="195072" y="1019556"/>
                  </a:lnTo>
                  <a:lnTo>
                    <a:pt x="195072" y="2183892"/>
                  </a:lnTo>
                  <a:lnTo>
                    <a:pt x="196596" y="2183892"/>
                  </a:lnTo>
                  <a:lnTo>
                    <a:pt x="196596" y="1019556"/>
                  </a:lnTo>
                  <a:close/>
                </a:path>
                <a:path w="335279" h="2184400">
                  <a:moveTo>
                    <a:pt x="201168" y="1427988"/>
                  </a:moveTo>
                  <a:lnTo>
                    <a:pt x="199644" y="1427988"/>
                  </a:lnTo>
                  <a:lnTo>
                    <a:pt x="199644" y="2183892"/>
                  </a:lnTo>
                  <a:lnTo>
                    <a:pt x="201168" y="2183892"/>
                  </a:lnTo>
                  <a:lnTo>
                    <a:pt x="201168" y="1427988"/>
                  </a:lnTo>
                  <a:close/>
                </a:path>
                <a:path w="335279" h="2184400">
                  <a:moveTo>
                    <a:pt x="205740" y="1427988"/>
                  </a:moveTo>
                  <a:lnTo>
                    <a:pt x="204216" y="1427988"/>
                  </a:lnTo>
                  <a:lnTo>
                    <a:pt x="204216" y="2183892"/>
                  </a:lnTo>
                  <a:lnTo>
                    <a:pt x="205740" y="2183892"/>
                  </a:lnTo>
                  <a:lnTo>
                    <a:pt x="205740" y="1427988"/>
                  </a:lnTo>
                  <a:close/>
                </a:path>
                <a:path w="335279" h="2184400">
                  <a:moveTo>
                    <a:pt x="211836" y="1007364"/>
                  </a:moveTo>
                  <a:lnTo>
                    <a:pt x="208788" y="1007364"/>
                  </a:lnTo>
                  <a:lnTo>
                    <a:pt x="208788" y="2183892"/>
                  </a:lnTo>
                  <a:lnTo>
                    <a:pt x="211836" y="2183892"/>
                  </a:lnTo>
                  <a:lnTo>
                    <a:pt x="211836" y="1007364"/>
                  </a:lnTo>
                  <a:close/>
                </a:path>
                <a:path w="335279" h="2184400">
                  <a:moveTo>
                    <a:pt x="216408" y="1086612"/>
                  </a:moveTo>
                  <a:lnTo>
                    <a:pt x="213360" y="1086612"/>
                  </a:lnTo>
                  <a:lnTo>
                    <a:pt x="213360" y="2183892"/>
                  </a:lnTo>
                  <a:lnTo>
                    <a:pt x="216408" y="2183892"/>
                  </a:lnTo>
                  <a:lnTo>
                    <a:pt x="216408" y="1086612"/>
                  </a:lnTo>
                  <a:close/>
                </a:path>
                <a:path w="335279" h="2184400">
                  <a:moveTo>
                    <a:pt x="220980" y="906780"/>
                  </a:moveTo>
                  <a:lnTo>
                    <a:pt x="217932" y="906780"/>
                  </a:lnTo>
                  <a:lnTo>
                    <a:pt x="217932" y="2183892"/>
                  </a:lnTo>
                  <a:lnTo>
                    <a:pt x="220980" y="2183892"/>
                  </a:lnTo>
                  <a:lnTo>
                    <a:pt x="220980" y="906780"/>
                  </a:lnTo>
                  <a:close/>
                </a:path>
                <a:path w="335279" h="2184400">
                  <a:moveTo>
                    <a:pt x="225552" y="1019556"/>
                  </a:moveTo>
                  <a:lnTo>
                    <a:pt x="224028" y="1019556"/>
                  </a:lnTo>
                  <a:lnTo>
                    <a:pt x="224028" y="2183892"/>
                  </a:lnTo>
                  <a:lnTo>
                    <a:pt x="225552" y="2183892"/>
                  </a:lnTo>
                  <a:lnTo>
                    <a:pt x="225552" y="1019556"/>
                  </a:lnTo>
                  <a:close/>
                </a:path>
                <a:path w="335279" h="2184400">
                  <a:moveTo>
                    <a:pt x="230124" y="963168"/>
                  </a:moveTo>
                  <a:lnTo>
                    <a:pt x="228600" y="963168"/>
                  </a:lnTo>
                  <a:lnTo>
                    <a:pt x="228600" y="2183892"/>
                  </a:lnTo>
                  <a:lnTo>
                    <a:pt x="230124" y="2183892"/>
                  </a:lnTo>
                  <a:lnTo>
                    <a:pt x="230124" y="963168"/>
                  </a:lnTo>
                  <a:close/>
                </a:path>
                <a:path w="335279" h="2184400">
                  <a:moveTo>
                    <a:pt x="234696" y="1007364"/>
                  </a:moveTo>
                  <a:lnTo>
                    <a:pt x="233172" y="1007364"/>
                  </a:lnTo>
                  <a:lnTo>
                    <a:pt x="233172" y="2183892"/>
                  </a:lnTo>
                  <a:lnTo>
                    <a:pt x="234696" y="2183892"/>
                  </a:lnTo>
                  <a:lnTo>
                    <a:pt x="234696" y="1007364"/>
                  </a:lnTo>
                  <a:close/>
                </a:path>
                <a:path w="335279" h="2184400">
                  <a:moveTo>
                    <a:pt x="239268" y="1050036"/>
                  </a:moveTo>
                  <a:lnTo>
                    <a:pt x="237744" y="1050036"/>
                  </a:lnTo>
                  <a:lnTo>
                    <a:pt x="237744" y="2183892"/>
                  </a:lnTo>
                  <a:lnTo>
                    <a:pt x="239268" y="2183892"/>
                  </a:lnTo>
                  <a:lnTo>
                    <a:pt x="239268" y="1050036"/>
                  </a:lnTo>
                  <a:close/>
                </a:path>
                <a:path w="335279" h="2184400">
                  <a:moveTo>
                    <a:pt x="243840" y="995172"/>
                  </a:moveTo>
                  <a:lnTo>
                    <a:pt x="242316" y="995172"/>
                  </a:lnTo>
                  <a:lnTo>
                    <a:pt x="242316" y="2183892"/>
                  </a:lnTo>
                  <a:lnTo>
                    <a:pt x="243840" y="2183892"/>
                  </a:lnTo>
                  <a:lnTo>
                    <a:pt x="243840" y="995172"/>
                  </a:lnTo>
                  <a:close/>
                </a:path>
                <a:path w="335279" h="2184400">
                  <a:moveTo>
                    <a:pt x="248412" y="880872"/>
                  </a:moveTo>
                  <a:lnTo>
                    <a:pt x="246888" y="880872"/>
                  </a:lnTo>
                  <a:lnTo>
                    <a:pt x="246888" y="2183892"/>
                  </a:lnTo>
                  <a:lnTo>
                    <a:pt x="248412" y="2183892"/>
                  </a:lnTo>
                  <a:lnTo>
                    <a:pt x="248412" y="880872"/>
                  </a:lnTo>
                  <a:close/>
                </a:path>
                <a:path w="335279" h="2184400">
                  <a:moveTo>
                    <a:pt x="254508" y="935736"/>
                  </a:moveTo>
                  <a:lnTo>
                    <a:pt x="251460" y="935736"/>
                  </a:lnTo>
                  <a:lnTo>
                    <a:pt x="251460" y="2183892"/>
                  </a:lnTo>
                  <a:lnTo>
                    <a:pt x="254508" y="2183892"/>
                  </a:lnTo>
                  <a:lnTo>
                    <a:pt x="254508" y="935736"/>
                  </a:lnTo>
                  <a:close/>
                </a:path>
                <a:path w="335279" h="2184400">
                  <a:moveTo>
                    <a:pt x="259080" y="935736"/>
                  </a:moveTo>
                  <a:lnTo>
                    <a:pt x="256032" y="935736"/>
                  </a:lnTo>
                  <a:lnTo>
                    <a:pt x="256032" y="2183892"/>
                  </a:lnTo>
                  <a:lnTo>
                    <a:pt x="259080" y="2183892"/>
                  </a:lnTo>
                  <a:lnTo>
                    <a:pt x="259080" y="935736"/>
                  </a:lnTo>
                  <a:close/>
                </a:path>
                <a:path w="335279" h="2184400">
                  <a:moveTo>
                    <a:pt x="263652" y="935736"/>
                  </a:moveTo>
                  <a:lnTo>
                    <a:pt x="260604" y="935736"/>
                  </a:lnTo>
                  <a:lnTo>
                    <a:pt x="260604" y="2183892"/>
                  </a:lnTo>
                  <a:lnTo>
                    <a:pt x="263652" y="2183892"/>
                  </a:lnTo>
                  <a:lnTo>
                    <a:pt x="263652" y="935736"/>
                  </a:lnTo>
                  <a:close/>
                </a:path>
                <a:path w="335279" h="2184400">
                  <a:moveTo>
                    <a:pt x="268224" y="1007364"/>
                  </a:moveTo>
                  <a:lnTo>
                    <a:pt x="266700" y="1007364"/>
                  </a:lnTo>
                  <a:lnTo>
                    <a:pt x="266700" y="2183892"/>
                  </a:lnTo>
                  <a:lnTo>
                    <a:pt x="268224" y="2183892"/>
                  </a:lnTo>
                  <a:lnTo>
                    <a:pt x="268224" y="1007364"/>
                  </a:lnTo>
                  <a:close/>
                </a:path>
                <a:path w="335279" h="2184400">
                  <a:moveTo>
                    <a:pt x="272796" y="880872"/>
                  </a:moveTo>
                  <a:lnTo>
                    <a:pt x="271272" y="880872"/>
                  </a:lnTo>
                  <a:lnTo>
                    <a:pt x="271272" y="2183892"/>
                  </a:lnTo>
                  <a:lnTo>
                    <a:pt x="272796" y="2183892"/>
                  </a:lnTo>
                  <a:lnTo>
                    <a:pt x="272796" y="880872"/>
                  </a:lnTo>
                  <a:close/>
                </a:path>
                <a:path w="335279" h="2184400">
                  <a:moveTo>
                    <a:pt x="277368" y="935736"/>
                  </a:moveTo>
                  <a:lnTo>
                    <a:pt x="275844" y="935736"/>
                  </a:lnTo>
                  <a:lnTo>
                    <a:pt x="275844" y="2183892"/>
                  </a:lnTo>
                  <a:lnTo>
                    <a:pt x="277368" y="2183892"/>
                  </a:lnTo>
                  <a:lnTo>
                    <a:pt x="277368" y="935736"/>
                  </a:lnTo>
                  <a:close/>
                </a:path>
                <a:path w="335279" h="2184400">
                  <a:moveTo>
                    <a:pt x="281940" y="1086612"/>
                  </a:moveTo>
                  <a:lnTo>
                    <a:pt x="280416" y="1086612"/>
                  </a:lnTo>
                  <a:lnTo>
                    <a:pt x="280416" y="2183892"/>
                  </a:lnTo>
                  <a:lnTo>
                    <a:pt x="281940" y="2183892"/>
                  </a:lnTo>
                  <a:lnTo>
                    <a:pt x="281940" y="1086612"/>
                  </a:lnTo>
                  <a:close/>
                </a:path>
                <a:path w="335279" h="2184400">
                  <a:moveTo>
                    <a:pt x="286512" y="1050036"/>
                  </a:moveTo>
                  <a:lnTo>
                    <a:pt x="284988" y="1050036"/>
                  </a:lnTo>
                  <a:lnTo>
                    <a:pt x="284988" y="2183892"/>
                  </a:lnTo>
                  <a:lnTo>
                    <a:pt x="286512" y="2183892"/>
                  </a:lnTo>
                  <a:lnTo>
                    <a:pt x="286512" y="1050036"/>
                  </a:lnTo>
                  <a:close/>
                </a:path>
                <a:path w="335279" h="2184400">
                  <a:moveTo>
                    <a:pt x="291084" y="972312"/>
                  </a:moveTo>
                  <a:lnTo>
                    <a:pt x="289560" y="972312"/>
                  </a:lnTo>
                  <a:lnTo>
                    <a:pt x="289560" y="2183892"/>
                  </a:lnTo>
                  <a:lnTo>
                    <a:pt x="291084" y="2183892"/>
                  </a:lnTo>
                  <a:lnTo>
                    <a:pt x="291084" y="972312"/>
                  </a:lnTo>
                  <a:close/>
                </a:path>
                <a:path w="335279" h="2184400">
                  <a:moveTo>
                    <a:pt x="297180" y="830580"/>
                  </a:moveTo>
                  <a:lnTo>
                    <a:pt x="294132" y="830580"/>
                  </a:lnTo>
                  <a:lnTo>
                    <a:pt x="294132" y="2183892"/>
                  </a:lnTo>
                  <a:lnTo>
                    <a:pt x="297180" y="2183892"/>
                  </a:lnTo>
                  <a:lnTo>
                    <a:pt x="297180" y="830580"/>
                  </a:lnTo>
                  <a:close/>
                </a:path>
                <a:path w="335279" h="2184400">
                  <a:moveTo>
                    <a:pt x="301752" y="935736"/>
                  </a:moveTo>
                  <a:lnTo>
                    <a:pt x="298704" y="935736"/>
                  </a:lnTo>
                  <a:lnTo>
                    <a:pt x="298704" y="2183892"/>
                  </a:lnTo>
                  <a:lnTo>
                    <a:pt x="301752" y="2183892"/>
                  </a:lnTo>
                  <a:lnTo>
                    <a:pt x="301752" y="935736"/>
                  </a:lnTo>
                  <a:close/>
                </a:path>
                <a:path w="335279" h="2184400">
                  <a:moveTo>
                    <a:pt x="306324" y="1007364"/>
                  </a:moveTo>
                  <a:lnTo>
                    <a:pt x="304800" y="1007364"/>
                  </a:lnTo>
                  <a:lnTo>
                    <a:pt x="304800" y="2183892"/>
                  </a:lnTo>
                  <a:lnTo>
                    <a:pt x="306324" y="2183892"/>
                  </a:lnTo>
                  <a:lnTo>
                    <a:pt x="306324" y="1007364"/>
                  </a:lnTo>
                  <a:close/>
                </a:path>
                <a:path w="335279" h="2184400">
                  <a:moveTo>
                    <a:pt x="310896" y="969264"/>
                  </a:moveTo>
                  <a:lnTo>
                    <a:pt x="309372" y="969264"/>
                  </a:lnTo>
                  <a:lnTo>
                    <a:pt x="309372" y="2183892"/>
                  </a:lnTo>
                  <a:lnTo>
                    <a:pt x="310896" y="2183892"/>
                  </a:lnTo>
                  <a:lnTo>
                    <a:pt x="310896" y="969264"/>
                  </a:lnTo>
                  <a:close/>
                </a:path>
                <a:path w="335279" h="2184400">
                  <a:moveTo>
                    <a:pt x="315468" y="99060"/>
                  </a:moveTo>
                  <a:lnTo>
                    <a:pt x="313944" y="99060"/>
                  </a:lnTo>
                  <a:lnTo>
                    <a:pt x="313944" y="2183892"/>
                  </a:lnTo>
                  <a:lnTo>
                    <a:pt x="315468" y="2183892"/>
                  </a:lnTo>
                  <a:lnTo>
                    <a:pt x="315468" y="99060"/>
                  </a:lnTo>
                  <a:close/>
                </a:path>
                <a:path w="335279" h="2184400">
                  <a:moveTo>
                    <a:pt x="320040" y="982980"/>
                  </a:moveTo>
                  <a:lnTo>
                    <a:pt x="318516" y="982980"/>
                  </a:lnTo>
                  <a:lnTo>
                    <a:pt x="318516" y="2183892"/>
                  </a:lnTo>
                  <a:lnTo>
                    <a:pt x="320040" y="2183892"/>
                  </a:lnTo>
                  <a:lnTo>
                    <a:pt x="320040" y="982980"/>
                  </a:lnTo>
                  <a:close/>
                </a:path>
                <a:path w="335279" h="2184400">
                  <a:moveTo>
                    <a:pt x="324612" y="1042416"/>
                  </a:moveTo>
                  <a:lnTo>
                    <a:pt x="323088" y="1042416"/>
                  </a:lnTo>
                  <a:lnTo>
                    <a:pt x="323088" y="2183892"/>
                  </a:lnTo>
                  <a:lnTo>
                    <a:pt x="324612" y="2183892"/>
                  </a:lnTo>
                  <a:lnTo>
                    <a:pt x="324612" y="1042416"/>
                  </a:lnTo>
                  <a:close/>
                </a:path>
                <a:path w="335279" h="2184400">
                  <a:moveTo>
                    <a:pt x="329184" y="995172"/>
                  </a:moveTo>
                  <a:lnTo>
                    <a:pt x="327660" y="995172"/>
                  </a:lnTo>
                  <a:lnTo>
                    <a:pt x="327660" y="2183892"/>
                  </a:lnTo>
                  <a:lnTo>
                    <a:pt x="329184" y="2183892"/>
                  </a:lnTo>
                  <a:lnTo>
                    <a:pt x="329184" y="995172"/>
                  </a:lnTo>
                  <a:close/>
                </a:path>
                <a:path w="335279" h="2184400">
                  <a:moveTo>
                    <a:pt x="335280" y="935736"/>
                  </a:moveTo>
                  <a:lnTo>
                    <a:pt x="332232" y="935736"/>
                  </a:lnTo>
                  <a:lnTo>
                    <a:pt x="332232" y="2183892"/>
                  </a:lnTo>
                  <a:lnTo>
                    <a:pt x="335280" y="2183892"/>
                  </a:lnTo>
                  <a:lnTo>
                    <a:pt x="335280" y="935736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7178040" y="1793747"/>
              <a:ext cx="335280" cy="2070100"/>
            </a:xfrm>
            <a:custGeom>
              <a:avLst/>
              <a:gdLst/>
              <a:ahLst/>
              <a:cxnLst/>
              <a:rect l="l" t="t" r="r" b="b"/>
              <a:pathLst>
                <a:path w="335279" h="2070100">
                  <a:moveTo>
                    <a:pt x="3048" y="821436"/>
                  </a:moveTo>
                  <a:lnTo>
                    <a:pt x="0" y="821436"/>
                  </a:lnTo>
                  <a:lnTo>
                    <a:pt x="0" y="2069592"/>
                  </a:lnTo>
                  <a:lnTo>
                    <a:pt x="3048" y="2069592"/>
                  </a:lnTo>
                  <a:lnTo>
                    <a:pt x="3048" y="821436"/>
                  </a:lnTo>
                  <a:close/>
                </a:path>
                <a:path w="335279" h="2070100">
                  <a:moveTo>
                    <a:pt x="7620" y="851916"/>
                  </a:moveTo>
                  <a:lnTo>
                    <a:pt x="4572" y="851916"/>
                  </a:lnTo>
                  <a:lnTo>
                    <a:pt x="4572" y="2069592"/>
                  </a:lnTo>
                  <a:lnTo>
                    <a:pt x="7620" y="2069592"/>
                  </a:lnTo>
                  <a:lnTo>
                    <a:pt x="7620" y="851916"/>
                  </a:lnTo>
                  <a:close/>
                </a:path>
                <a:path w="335279" h="2070100">
                  <a:moveTo>
                    <a:pt x="12192" y="880872"/>
                  </a:moveTo>
                  <a:lnTo>
                    <a:pt x="9144" y="880872"/>
                  </a:lnTo>
                  <a:lnTo>
                    <a:pt x="9144" y="2069592"/>
                  </a:lnTo>
                  <a:lnTo>
                    <a:pt x="12192" y="2069592"/>
                  </a:lnTo>
                  <a:lnTo>
                    <a:pt x="12192" y="880872"/>
                  </a:lnTo>
                  <a:close/>
                </a:path>
                <a:path w="335279" h="2070100">
                  <a:moveTo>
                    <a:pt x="16764" y="858012"/>
                  </a:moveTo>
                  <a:lnTo>
                    <a:pt x="15240" y="858012"/>
                  </a:lnTo>
                  <a:lnTo>
                    <a:pt x="15240" y="2069592"/>
                  </a:lnTo>
                  <a:lnTo>
                    <a:pt x="16764" y="2069592"/>
                  </a:lnTo>
                  <a:lnTo>
                    <a:pt x="16764" y="858012"/>
                  </a:lnTo>
                  <a:close/>
                </a:path>
                <a:path w="335279" h="2070100">
                  <a:moveTo>
                    <a:pt x="21336" y="858012"/>
                  </a:moveTo>
                  <a:lnTo>
                    <a:pt x="19812" y="858012"/>
                  </a:lnTo>
                  <a:lnTo>
                    <a:pt x="19812" y="2069592"/>
                  </a:lnTo>
                  <a:lnTo>
                    <a:pt x="21336" y="2069592"/>
                  </a:lnTo>
                  <a:lnTo>
                    <a:pt x="21336" y="858012"/>
                  </a:lnTo>
                  <a:close/>
                </a:path>
                <a:path w="335279" h="2070100">
                  <a:moveTo>
                    <a:pt x="25908" y="967740"/>
                  </a:moveTo>
                  <a:lnTo>
                    <a:pt x="24384" y="967740"/>
                  </a:lnTo>
                  <a:lnTo>
                    <a:pt x="24384" y="2069592"/>
                  </a:lnTo>
                  <a:lnTo>
                    <a:pt x="25908" y="2069592"/>
                  </a:lnTo>
                  <a:lnTo>
                    <a:pt x="25908" y="967740"/>
                  </a:lnTo>
                  <a:close/>
                </a:path>
                <a:path w="335279" h="2070100">
                  <a:moveTo>
                    <a:pt x="30480" y="755904"/>
                  </a:moveTo>
                  <a:lnTo>
                    <a:pt x="28956" y="755904"/>
                  </a:lnTo>
                  <a:lnTo>
                    <a:pt x="28956" y="2069592"/>
                  </a:lnTo>
                  <a:lnTo>
                    <a:pt x="30480" y="2069592"/>
                  </a:lnTo>
                  <a:lnTo>
                    <a:pt x="30480" y="755904"/>
                  </a:lnTo>
                  <a:close/>
                </a:path>
                <a:path w="335279" h="2070100">
                  <a:moveTo>
                    <a:pt x="35052" y="886968"/>
                  </a:moveTo>
                  <a:lnTo>
                    <a:pt x="33528" y="886968"/>
                  </a:lnTo>
                  <a:lnTo>
                    <a:pt x="33528" y="2069592"/>
                  </a:lnTo>
                  <a:lnTo>
                    <a:pt x="35052" y="2069592"/>
                  </a:lnTo>
                  <a:lnTo>
                    <a:pt x="35052" y="886968"/>
                  </a:lnTo>
                  <a:close/>
                </a:path>
                <a:path w="335279" h="2070100">
                  <a:moveTo>
                    <a:pt x="39624" y="1050036"/>
                  </a:moveTo>
                  <a:lnTo>
                    <a:pt x="38100" y="1050036"/>
                  </a:lnTo>
                  <a:lnTo>
                    <a:pt x="38100" y="2069592"/>
                  </a:lnTo>
                  <a:lnTo>
                    <a:pt x="39624" y="2069592"/>
                  </a:lnTo>
                  <a:lnTo>
                    <a:pt x="39624" y="1050036"/>
                  </a:lnTo>
                  <a:close/>
                </a:path>
                <a:path w="335279" h="2070100">
                  <a:moveTo>
                    <a:pt x="45720" y="839724"/>
                  </a:moveTo>
                  <a:lnTo>
                    <a:pt x="42672" y="839724"/>
                  </a:lnTo>
                  <a:lnTo>
                    <a:pt x="42672" y="2069592"/>
                  </a:lnTo>
                  <a:lnTo>
                    <a:pt x="45720" y="2069592"/>
                  </a:lnTo>
                  <a:lnTo>
                    <a:pt x="45720" y="839724"/>
                  </a:lnTo>
                  <a:close/>
                </a:path>
                <a:path w="335279" h="2070100">
                  <a:moveTo>
                    <a:pt x="50292" y="880872"/>
                  </a:moveTo>
                  <a:lnTo>
                    <a:pt x="47244" y="880872"/>
                  </a:lnTo>
                  <a:lnTo>
                    <a:pt x="47244" y="2069592"/>
                  </a:lnTo>
                  <a:lnTo>
                    <a:pt x="50292" y="2069592"/>
                  </a:lnTo>
                  <a:lnTo>
                    <a:pt x="50292" y="880872"/>
                  </a:lnTo>
                  <a:close/>
                </a:path>
                <a:path w="335279" h="2070100">
                  <a:moveTo>
                    <a:pt x="54864" y="868680"/>
                  </a:moveTo>
                  <a:lnTo>
                    <a:pt x="51816" y="868680"/>
                  </a:lnTo>
                  <a:lnTo>
                    <a:pt x="51816" y="2069592"/>
                  </a:lnTo>
                  <a:lnTo>
                    <a:pt x="54864" y="2069592"/>
                  </a:lnTo>
                  <a:lnTo>
                    <a:pt x="54864" y="868680"/>
                  </a:lnTo>
                  <a:close/>
                </a:path>
                <a:path w="335279" h="2070100">
                  <a:moveTo>
                    <a:pt x="59436" y="905256"/>
                  </a:moveTo>
                  <a:lnTo>
                    <a:pt x="57912" y="905256"/>
                  </a:lnTo>
                  <a:lnTo>
                    <a:pt x="57912" y="2069592"/>
                  </a:lnTo>
                  <a:lnTo>
                    <a:pt x="59436" y="2069592"/>
                  </a:lnTo>
                  <a:lnTo>
                    <a:pt x="59436" y="905256"/>
                  </a:lnTo>
                  <a:close/>
                </a:path>
                <a:path w="335279" h="2070100">
                  <a:moveTo>
                    <a:pt x="64008" y="1050036"/>
                  </a:moveTo>
                  <a:lnTo>
                    <a:pt x="62484" y="1050036"/>
                  </a:lnTo>
                  <a:lnTo>
                    <a:pt x="62484" y="2069592"/>
                  </a:lnTo>
                  <a:lnTo>
                    <a:pt x="64008" y="2069592"/>
                  </a:lnTo>
                  <a:lnTo>
                    <a:pt x="64008" y="1050036"/>
                  </a:lnTo>
                  <a:close/>
                </a:path>
                <a:path w="335279" h="2070100">
                  <a:moveTo>
                    <a:pt x="68580" y="912876"/>
                  </a:moveTo>
                  <a:lnTo>
                    <a:pt x="67056" y="912876"/>
                  </a:lnTo>
                  <a:lnTo>
                    <a:pt x="67056" y="2069592"/>
                  </a:lnTo>
                  <a:lnTo>
                    <a:pt x="68580" y="2069592"/>
                  </a:lnTo>
                  <a:lnTo>
                    <a:pt x="68580" y="912876"/>
                  </a:lnTo>
                  <a:close/>
                </a:path>
                <a:path w="335279" h="2070100">
                  <a:moveTo>
                    <a:pt x="73152" y="821436"/>
                  </a:moveTo>
                  <a:lnTo>
                    <a:pt x="71628" y="821436"/>
                  </a:lnTo>
                  <a:lnTo>
                    <a:pt x="71628" y="2069592"/>
                  </a:lnTo>
                  <a:lnTo>
                    <a:pt x="73152" y="2069592"/>
                  </a:lnTo>
                  <a:lnTo>
                    <a:pt x="73152" y="821436"/>
                  </a:lnTo>
                  <a:close/>
                </a:path>
                <a:path w="335279" h="2070100">
                  <a:moveTo>
                    <a:pt x="77724" y="920496"/>
                  </a:moveTo>
                  <a:lnTo>
                    <a:pt x="76200" y="920496"/>
                  </a:lnTo>
                  <a:lnTo>
                    <a:pt x="76200" y="2069592"/>
                  </a:lnTo>
                  <a:lnTo>
                    <a:pt x="77724" y="2069592"/>
                  </a:lnTo>
                  <a:lnTo>
                    <a:pt x="77724" y="920496"/>
                  </a:lnTo>
                  <a:close/>
                </a:path>
                <a:path w="335279" h="2070100">
                  <a:moveTo>
                    <a:pt x="82296" y="615696"/>
                  </a:moveTo>
                  <a:lnTo>
                    <a:pt x="80772" y="615696"/>
                  </a:lnTo>
                  <a:lnTo>
                    <a:pt x="80772" y="2069592"/>
                  </a:lnTo>
                  <a:lnTo>
                    <a:pt x="82296" y="2069592"/>
                  </a:lnTo>
                  <a:lnTo>
                    <a:pt x="82296" y="615696"/>
                  </a:lnTo>
                  <a:close/>
                </a:path>
                <a:path w="335279" h="2070100">
                  <a:moveTo>
                    <a:pt x="88392" y="935736"/>
                  </a:moveTo>
                  <a:lnTo>
                    <a:pt x="85344" y="935736"/>
                  </a:lnTo>
                  <a:lnTo>
                    <a:pt x="85344" y="2069592"/>
                  </a:lnTo>
                  <a:lnTo>
                    <a:pt x="88392" y="2069592"/>
                  </a:lnTo>
                  <a:lnTo>
                    <a:pt x="88392" y="935736"/>
                  </a:lnTo>
                  <a:close/>
                </a:path>
                <a:path w="335279" h="2070100">
                  <a:moveTo>
                    <a:pt x="92964" y="880872"/>
                  </a:moveTo>
                  <a:lnTo>
                    <a:pt x="89916" y="880872"/>
                  </a:lnTo>
                  <a:lnTo>
                    <a:pt x="89916" y="2069592"/>
                  </a:lnTo>
                  <a:lnTo>
                    <a:pt x="92964" y="2069592"/>
                  </a:lnTo>
                  <a:lnTo>
                    <a:pt x="92964" y="880872"/>
                  </a:lnTo>
                  <a:close/>
                </a:path>
                <a:path w="335279" h="2070100">
                  <a:moveTo>
                    <a:pt x="97536" y="821436"/>
                  </a:moveTo>
                  <a:lnTo>
                    <a:pt x="96012" y="821436"/>
                  </a:lnTo>
                  <a:lnTo>
                    <a:pt x="96012" y="2069592"/>
                  </a:lnTo>
                  <a:lnTo>
                    <a:pt x="97536" y="2069592"/>
                  </a:lnTo>
                  <a:lnTo>
                    <a:pt x="97536" y="821436"/>
                  </a:lnTo>
                  <a:close/>
                </a:path>
                <a:path w="335279" h="2070100">
                  <a:moveTo>
                    <a:pt x="102108" y="952500"/>
                  </a:moveTo>
                  <a:lnTo>
                    <a:pt x="100584" y="952500"/>
                  </a:lnTo>
                  <a:lnTo>
                    <a:pt x="100584" y="2069592"/>
                  </a:lnTo>
                  <a:lnTo>
                    <a:pt x="102108" y="2069592"/>
                  </a:lnTo>
                  <a:lnTo>
                    <a:pt x="102108" y="952500"/>
                  </a:lnTo>
                  <a:close/>
                </a:path>
                <a:path w="335279" h="2070100">
                  <a:moveTo>
                    <a:pt x="106680" y="1313688"/>
                  </a:moveTo>
                  <a:lnTo>
                    <a:pt x="105156" y="1313688"/>
                  </a:lnTo>
                  <a:lnTo>
                    <a:pt x="105156" y="2069592"/>
                  </a:lnTo>
                  <a:lnTo>
                    <a:pt x="106680" y="2069592"/>
                  </a:lnTo>
                  <a:lnTo>
                    <a:pt x="106680" y="1313688"/>
                  </a:lnTo>
                  <a:close/>
                </a:path>
                <a:path w="335279" h="2070100">
                  <a:moveTo>
                    <a:pt x="111252" y="818388"/>
                  </a:moveTo>
                  <a:lnTo>
                    <a:pt x="109728" y="818388"/>
                  </a:lnTo>
                  <a:lnTo>
                    <a:pt x="109728" y="2069592"/>
                  </a:lnTo>
                  <a:lnTo>
                    <a:pt x="111252" y="2069592"/>
                  </a:lnTo>
                  <a:lnTo>
                    <a:pt x="111252" y="818388"/>
                  </a:lnTo>
                  <a:close/>
                </a:path>
                <a:path w="335279" h="2070100">
                  <a:moveTo>
                    <a:pt x="115824" y="893064"/>
                  </a:moveTo>
                  <a:lnTo>
                    <a:pt x="114300" y="893064"/>
                  </a:lnTo>
                  <a:lnTo>
                    <a:pt x="114300" y="2069592"/>
                  </a:lnTo>
                  <a:lnTo>
                    <a:pt x="115824" y="2069592"/>
                  </a:lnTo>
                  <a:lnTo>
                    <a:pt x="115824" y="893064"/>
                  </a:lnTo>
                  <a:close/>
                </a:path>
                <a:path w="335279" h="2070100">
                  <a:moveTo>
                    <a:pt x="120396" y="124968"/>
                  </a:moveTo>
                  <a:lnTo>
                    <a:pt x="118872" y="124968"/>
                  </a:lnTo>
                  <a:lnTo>
                    <a:pt x="118872" y="2069592"/>
                  </a:lnTo>
                  <a:lnTo>
                    <a:pt x="120396" y="2069592"/>
                  </a:lnTo>
                  <a:lnTo>
                    <a:pt x="120396" y="124968"/>
                  </a:lnTo>
                  <a:close/>
                </a:path>
                <a:path w="335279" h="2070100">
                  <a:moveTo>
                    <a:pt x="126492" y="905256"/>
                  </a:moveTo>
                  <a:lnTo>
                    <a:pt x="123444" y="905256"/>
                  </a:lnTo>
                  <a:lnTo>
                    <a:pt x="123444" y="2069592"/>
                  </a:lnTo>
                  <a:lnTo>
                    <a:pt x="126492" y="2069592"/>
                  </a:lnTo>
                  <a:lnTo>
                    <a:pt x="126492" y="905256"/>
                  </a:lnTo>
                  <a:close/>
                </a:path>
                <a:path w="335279" h="2070100">
                  <a:moveTo>
                    <a:pt x="131064" y="911352"/>
                  </a:moveTo>
                  <a:lnTo>
                    <a:pt x="128016" y="911352"/>
                  </a:lnTo>
                  <a:lnTo>
                    <a:pt x="128016" y="2069592"/>
                  </a:lnTo>
                  <a:lnTo>
                    <a:pt x="131064" y="2069592"/>
                  </a:lnTo>
                  <a:lnTo>
                    <a:pt x="131064" y="911352"/>
                  </a:lnTo>
                  <a:close/>
                </a:path>
                <a:path w="335279" h="2070100">
                  <a:moveTo>
                    <a:pt x="135636" y="821436"/>
                  </a:moveTo>
                  <a:lnTo>
                    <a:pt x="132588" y="821436"/>
                  </a:lnTo>
                  <a:lnTo>
                    <a:pt x="132588" y="2069592"/>
                  </a:lnTo>
                  <a:lnTo>
                    <a:pt x="135636" y="2069592"/>
                  </a:lnTo>
                  <a:lnTo>
                    <a:pt x="135636" y="821436"/>
                  </a:lnTo>
                  <a:close/>
                </a:path>
                <a:path w="335279" h="2070100">
                  <a:moveTo>
                    <a:pt x="140208" y="880872"/>
                  </a:moveTo>
                  <a:lnTo>
                    <a:pt x="138684" y="880872"/>
                  </a:lnTo>
                  <a:lnTo>
                    <a:pt x="138684" y="2069592"/>
                  </a:lnTo>
                  <a:lnTo>
                    <a:pt x="140208" y="2069592"/>
                  </a:lnTo>
                  <a:lnTo>
                    <a:pt x="140208" y="880872"/>
                  </a:lnTo>
                  <a:close/>
                </a:path>
                <a:path w="335279" h="2070100">
                  <a:moveTo>
                    <a:pt x="144780" y="725424"/>
                  </a:moveTo>
                  <a:lnTo>
                    <a:pt x="143256" y="725424"/>
                  </a:lnTo>
                  <a:lnTo>
                    <a:pt x="143256" y="2069592"/>
                  </a:lnTo>
                  <a:lnTo>
                    <a:pt x="144780" y="2069592"/>
                  </a:lnTo>
                  <a:lnTo>
                    <a:pt x="144780" y="725424"/>
                  </a:lnTo>
                  <a:close/>
                </a:path>
                <a:path w="335279" h="2070100">
                  <a:moveTo>
                    <a:pt x="149352" y="615696"/>
                  </a:moveTo>
                  <a:lnTo>
                    <a:pt x="147828" y="615696"/>
                  </a:lnTo>
                  <a:lnTo>
                    <a:pt x="147828" y="2069592"/>
                  </a:lnTo>
                  <a:lnTo>
                    <a:pt x="149352" y="2069592"/>
                  </a:lnTo>
                  <a:lnTo>
                    <a:pt x="149352" y="615696"/>
                  </a:lnTo>
                  <a:close/>
                </a:path>
                <a:path w="335279" h="2070100">
                  <a:moveTo>
                    <a:pt x="153924" y="858012"/>
                  </a:moveTo>
                  <a:lnTo>
                    <a:pt x="152400" y="858012"/>
                  </a:lnTo>
                  <a:lnTo>
                    <a:pt x="152400" y="2069592"/>
                  </a:lnTo>
                  <a:lnTo>
                    <a:pt x="153924" y="2069592"/>
                  </a:lnTo>
                  <a:lnTo>
                    <a:pt x="153924" y="858012"/>
                  </a:lnTo>
                  <a:close/>
                </a:path>
                <a:path w="335279" h="2070100">
                  <a:moveTo>
                    <a:pt x="158496" y="858012"/>
                  </a:moveTo>
                  <a:lnTo>
                    <a:pt x="156972" y="858012"/>
                  </a:lnTo>
                  <a:lnTo>
                    <a:pt x="156972" y="2069592"/>
                  </a:lnTo>
                  <a:lnTo>
                    <a:pt x="158496" y="2069592"/>
                  </a:lnTo>
                  <a:lnTo>
                    <a:pt x="158496" y="858012"/>
                  </a:lnTo>
                  <a:close/>
                </a:path>
                <a:path w="335279" h="2070100">
                  <a:moveTo>
                    <a:pt x="163068" y="778764"/>
                  </a:moveTo>
                  <a:lnTo>
                    <a:pt x="161544" y="778764"/>
                  </a:lnTo>
                  <a:lnTo>
                    <a:pt x="161544" y="2069592"/>
                  </a:lnTo>
                  <a:lnTo>
                    <a:pt x="163068" y="2069592"/>
                  </a:lnTo>
                  <a:lnTo>
                    <a:pt x="163068" y="778764"/>
                  </a:lnTo>
                  <a:close/>
                </a:path>
                <a:path w="335279" h="2070100">
                  <a:moveTo>
                    <a:pt x="169164" y="830580"/>
                  </a:moveTo>
                  <a:lnTo>
                    <a:pt x="166116" y="830580"/>
                  </a:lnTo>
                  <a:lnTo>
                    <a:pt x="166116" y="2069592"/>
                  </a:lnTo>
                  <a:lnTo>
                    <a:pt x="169164" y="2069592"/>
                  </a:lnTo>
                  <a:lnTo>
                    <a:pt x="169164" y="830580"/>
                  </a:lnTo>
                  <a:close/>
                </a:path>
                <a:path w="335279" h="2070100">
                  <a:moveTo>
                    <a:pt x="173736" y="905256"/>
                  </a:moveTo>
                  <a:lnTo>
                    <a:pt x="170688" y="905256"/>
                  </a:lnTo>
                  <a:lnTo>
                    <a:pt x="170688" y="2069592"/>
                  </a:lnTo>
                  <a:lnTo>
                    <a:pt x="173736" y="2069592"/>
                  </a:lnTo>
                  <a:lnTo>
                    <a:pt x="173736" y="905256"/>
                  </a:lnTo>
                  <a:close/>
                </a:path>
                <a:path w="335279" h="2070100">
                  <a:moveTo>
                    <a:pt x="178308" y="821436"/>
                  </a:moveTo>
                  <a:lnTo>
                    <a:pt x="175260" y="821436"/>
                  </a:lnTo>
                  <a:lnTo>
                    <a:pt x="175260" y="2069592"/>
                  </a:lnTo>
                  <a:lnTo>
                    <a:pt x="178308" y="2069592"/>
                  </a:lnTo>
                  <a:lnTo>
                    <a:pt x="178308" y="821436"/>
                  </a:lnTo>
                  <a:close/>
                </a:path>
                <a:path w="335279" h="2070100">
                  <a:moveTo>
                    <a:pt x="182880" y="858012"/>
                  </a:moveTo>
                  <a:lnTo>
                    <a:pt x="181356" y="858012"/>
                  </a:lnTo>
                  <a:lnTo>
                    <a:pt x="181356" y="2069592"/>
                  </a:lnTo>
                  <a:lnTo>
                    <a:pt x="182880" y="2069592"/>
                  </a:lnTo>
                  <a:lnTo>
                    <a:pt x="182880" y="858012"/>
                  </a:lnTo>
                  <a:close/>
                </a:path>
                <a:path w="335279" h="2070100">
                  <a:moveTo>
                    <a:pt x="187452" y="905256"/>
                  </a:moveTo>
                  <a:lnTo>
                    <a:pt x="185928" y="905256"/>
                  </a:lnTo>
                  <a:lnTo>
                    <a:pt x="185928" y="2069592"/>
                  </a:lnTo>
                  <a:lnTo>
                    <a:pt x="187452" y="2069592"/>
                  </a:lnTo>
                  <a:lnTo>
                    <a:pt x="187452" y="905256"/>
                  </a:lnTo>
                  <a:close/>
                </a:path>
                <a:path w="335279" h="2070100">
                  <a:moveTo>
                    <a:pt x="192024" y="920496"/>
                  </a:moveTo>
                  <a:lnTo>
                    <a:pt x="190500" y="920496"/>
                  </a:lnTo>
                  <a:lnTo>
                    <a:pt x="190500" y="2069592"/>
                  </a:lnTo>
                  <a:lnTo>
                    <a:pt x="192024" y="2069592"/>
                  </a:lnTo>
                  <a:lnTo>
                    <a:pt x="192024" y="920496"/>
                  </a:lnTo>
                  <a:close/>
                </a:path>
                <a:path w="335279" h="2070100">
                  <a:moveTo>
                    <a:pt x="196596" y="806196"/>
                  </a:moveTo>
                  <a:lnTo>
                    <a:pt x="195072" y="806196"/>
                  </a:lnTo>
                  <a:lnTo>
                    <a:pt x="195072" y="2069592"/>
                  </a:lnTo>
                  <a:lnTo>
                    <a:pt x="196596" y="2069592"/>
                  </a:lnTo>
                  <a:lnTo>
                    <a:pt x="196596" y="806196"/>
                  </a:lnTo>
                  <a:close/>
                </a:path>
                <a:path w="335279" h="2070100">
                  <a:moveTo>
                    <a:pt x="201168" y="851916"/>
                  </a:moveTo>
                  <a:lnTo>
                    <a:pt x="199644" y="851916"/>
                  </a:lnTo>
                  <a:lnTo>
                    <a:pt x="199644" y="2069592"/>
                  </a:lnTo>
                  <a:lnTo>
                    <a:pt x="201168" y="2069592"/>
                  </a:lnTo>
                  <a:lnTo>
                    <a:pt x="201168" y="851916"/>
                  </a:lnTo>
                  <a:close/>
                </a:path>
                <a:path w="335279" h="2070100">
                  <a:moveTo>
                    <a:pt x="205740" y="905256"/>
                  </a:moveTo>
                  <a:lnTo>
                    <a:pt x="204216" y="905256"/>
                  </a:lnTo>
                  <a:lnTo>
                    <a:pt x="204216" y="2069592"/>
                  </a:lnTo>
                  <a:lnTo>
                    <a:pt x="205740" y="2069592"/>
                  </a:lnTo>
                  <a:lnTo>
                    <a:pt x="205740" y="905256"/>
                  </a:lnTo>
                  <a:close/>
                </a:path>
                <a:path w="335279" h="2070100">
                  <a:moveTo>
                    <a:pt x="211836" y="905256"/>
                  </a:moveTo>
                  <a:lnTo>
                    <a:pt x="208788" y="905256"/>
                  </a:lnTo>
                  <a:lnTo>
                    <a:pt x="208788" y="2069592"/>
                  </a:lnTo>
                  <a:lnTo>
                    <a:pt x="211836" y="2069592"/>
                  </a:lnTo>
                  <a:lnTo>
                    <a:pt x="211836" y="905256"/>
                  </a:lnTo>
                  <a:close/>
                </a:path>
                <a:path w="335279" h="2070100">
                  <a:moveTo>
                    <a:pt x="216408" y="880872"/>
                  </a:moveTo>
                  <a:lnTo>
                    <a:pt x="213360" y="880872"/>
                  </a:lnTo>
                  <a:lnTo>
                    <a:pt x="213360" y="2069592"/>
                  </a:lnTo>
                  <a:lnTo>
                    <a:pt x="216408" y="2069592"/>
                  </a:lnTo>
                  <a:lnTo>
                    <a:pt x="216408" y="880872"/>
                  </a:lnTo>
                  <a:close/>
                </a:path>
                <a:path w="335279" h="2070100">
                  <a:moveTo>
                    <a:pt x="220980" y="821436"/>
                  </a:moveTo>
                  <a:lnTo>
                    <a:pt x="219456" y="821436"/>
                  </a:lnTo>
                  <a:lnTo>
                    <a:pt x="219456" y="2069592"/>
                  </a:lnTo>
                  <a:lnTo>
                    <a:pt x="220980" y="2069592"/>
                  </a:lnTo>
                  <a:lnTo>
                    <a:pt x="220980" y="821436"/>
                  </a:lnTo>
                  <a:close/>
                </a:path>
                <a:path w="335279" h="2070100">
                  <a:moveTo>
                    <a:pt x="225552" y="821436"/>
                  </a:moveTo>
                  <a:lnTo>
                    <a:pt x="224028" y="821436"/>
                  </a:lnTo>
                  <a:lnTo>
                    <a:pt x="224028" y="2069592"/>
                  </a:lnTo>
                  <a:lnTo>
                    <a:pt x="225552" y="2069592"/>
                  </a:lnTo>
                  <a:lnTo>
                    <a:pt x="225552" y="821436"/>
                  </a:lnTo>
                  <a:close/>
                </a:path>
                <a:path w="335279" h="2070100">
                  <a:moveTo>
                    <a:pt x="230124" y="813816"/>
                  </a:moveTo>
                  <a:lnTo>
                    <a:pt x="228600" y="813816"/>
                  </a:lnTo>
                  <a:lnTo>
                    <a:pt x="228600" y="2069592"/>
                  </a:lnTo>
                  <a:lnTo>
                    <a:pt x="230124" y="2069592"/>
                  </a:lnTo>
                  <a:lnTo>
                    <a:pt x="230124" y="813816"/>
                  </a:lnTo>
                  <a:close/>
                </a:path>
                <a:path w="335279" h="2070100">
                  <a:moveTo>
                    <a:pt x="234696" y="915924"/>
                  </a:moveTo>
                  <a:lnTo>
                    <a:pt x="233172" y="915924"/>
                  </a:lnTo>
                  <a:lnTo>
                    <a:pt x="233172" y="2069592"/>
                  </a:lnTo>
                  <a:lnTo>
                    <a:pt x="234696" y="2069592"/>
                  </a:lnTo>
                  <a:lnTo>
                    <a:pt x="234696" y="915924"/>
                  </a:lnTo>
                  <a:close/>
                </a:path>
                <a:path w="335279" h="2070100">
                  <a:moveTo>
                    <a:pt x="239268" y="835152"/>
                  </a:moveTo>
                  <a:lnTo>
                    <a:pt x="237744" y="835152"/>
                  </a:lnTo>
                  <a:lnTo>
                    <a:pt x="237744" y="2069592"/>
                  </a:lnTo>
                  <a:lnTo>
                    <a:pt x="239268" y="2069592"/>
                  </a:lnTo>
                  <a:lnTo>
                    <a:pt x="239268" y="835152"/>
                  </a:lnTo>
                  <a:close/>
                </a:path>
                <a:path w="335279" h="2070100">
                  <a:moveTo>
                    <a:pt x="243840" y="0"/>
                  </a:moveTo>
                  <a:lnTo>
                    <a:pt x="242316" y="0"/>
                  </a:lnTo>
                  <a:lnTo>
                    <a:pt x="242316" y="2069592"/>
                  </a:lnTo>
                  <a:lnTo>
                    <a:pt x="243840" y="2069592"/>
                  </a:lnTo>
                  <a:lnTo>
                    <a:pt x="243840" y="0"/>
                  </a:lnTo>
                  <a:close/>
                </a:path>
                <a:path w="335279" h="2070100">
                  <a:moveTo>
                    <a:pt x="248412" y="1464564"/>
                  </a:moveTo>
                  <a:lnTo>
                    <a:pt x="246888" y="1464564"/>
                  </a:lnTo>
                  <a:lnTo>
                    <a:pt x="246888" y="2069592"/>
                  </a:lnTo>
                  <a:lnTo>
                    <a:pt x="248412" y="2069592"/>
                  </a:lnTo>
                  <a:lnTo>
                    <a:pt x="248412" y="1464564"/>
                  </a:lnTo>
                  <a:close/>
                </a:path>
                <a:path w="335279" h="2070100">
                  <a:moveTo>
                    <a:pt x="254508" y="1464564"/>
                  </a:moveTo>
                  <a:lnTo>
                    <a:pt x="251460" y="1464564"/>
                  </a:lnTo>
                  <a:lnTo>
                    <a:pt x="251460" y="2069592"/>
                  </a:lnTo>
                  <a:lnTo>
                    <a:pt x="254508" y="2069592"/>
                  </a:lnTo>
                  <a:lnTo>
                    <a:pt x="254508" y="1464564"/>
                  </a:lnTo>
                  <a:close/>
                </a:path>
                <a:path w="335279" h="2070100">
                  <a:moveTo>
                    <a:pt x="259080" y="821436"/>
                  </a:moveTo>
                  <a:lnTo>
                    <a:pt x="256032" y="821436"/>
                  </a:lnTo>
                  <a:lnTo>
                    <a:pt x="256032" y="2069592"/>
                  </a:lnTo>
                  <a:lnTo>
                    <a:pt x="259080" y="2069592"/>
                  </a:lnTo>
                  <a:lnTo>
                    <a:pt x="259080" y="821436"/>
                  </a:lnTo>
                  <a:close/>
                </a:path>
                <a:path w="335279" h="2070100">
                  <a:moveTo>
                    <a:pt x="263652" y="1086612"/>
                  </a:moveTo>
                  <a:lnTo>
                    <a:pt x="262128" y="1086612"/>
                  </a:lnTo>
                  <a:lnTo>
                    <a:pt x="262128" y="2069592"/>
                  </a:lnTo>
                  <a:lnTo>
                    <a:pt x="263652" y="2069592"/>
                  </a:lnTo>
                  <a:lnTo>
                    <a:pt x="263652" y="1086612"/>
                  </a:lnTo>
                  <a:close/>
                </a:path>
                <a:path w="335279" h="2070100">
                  <a:moveTo>
                    <a:pt x="268224" y="920496"/>
                  </a:moveTo>
                  <a:lnTo>
                    <a:pt x="266700" y="920496"/>
                  </a:lnTo>
                  <a:lnTo>
                    <a:pt x="266700" y="2069592"/>
                  </a:lnTo>
                  <a:lnTo>
                    <a:pt x="268224" y="2069592"/>
                  </a:lnTo>
                  <a:lnTo>
                    <a:pt x="268224" y="920496"/>
                  </a:lnTo>
                  <a:close/>
                </a:path>
                <a:path w="335279" h="2070100">
                  <a:moveTo>
                    <a:pt x="272796" y="952500"/>
                  </a:moveTo>
                  <a:lnTo>
                    <a:pt x="271272" y="952500"/>
                  </a:lnTo>
                  <a:lnTo>
                    <a:pt x="271272" y="2069592"/>
                  </a:lnTo>
                  <a:lnTo>
                    <a:pt x="272796" y="2069592"/>
                  </a:lnTo>
                  <a:lnTo>
                    <a:pt x="272796" y="952500"/>
                  </a:lnTo>
                  <a:close/>
                </a:path>
                <a:path w="335279" h="2070100">
                  <a:moveTo>
                    <a:pt x="277368" y="972312"/>
                  </a:moveTo>
                  <a:lnTo>
                    <a:pt x="275844" y="972312"/>
                  </a:lnTo>
                  <a:lnTo>
                    <a:pt x="275844" y="2069592"/>
                  </a:lnTo>
                  <a:lnTo>
                    <a:pt x="277368" y="2069592"/>
                  </a:lnTo>
                  <a:lnTo>
                    <a:pt x="277368" y="972312"/>
                  </a:lnTo>
                  <a:close/>
                </a:path>
                <a:path w="335279" h="2070100">
                  <a:moveTo>
                    <a:pt x="281940" y="905256"/>
                  </a:moveTo>
                  <a:lnTo>
                    <a:pt x="280416" y="905256"/>
                  </a:lnTo>
                  <a:lnTo>
                    <a:pt x="280416" y="2069592"/>
                  </a:lnTo>
                  <a:lnTo>
                    <a:pt x="281940" y="2069592"/>
                  </a:lnTo>
                  <a:lnTo>
                    <a:pt x="281940" y="905256"/>
                  </a:lnTo>
                  <a:close/>
                </a:path>
                <a:path w="335279" h="2070100">
                  <a:moveTo>
                    <a:pt x="286512" y="972312"/>
                  </a:moveTo>
                  <a:lnTo>
                    <a:pt x="284988" y="972312"/>
                  </a:lnTo>
                  <a:lnTo>
                    <a:pt x="284988" y="2069592"/>
                  </a:lnTo>
                  <a:lnTo>
                    <a:pt x="286512" y="2069592"/>
                  </a:lnTo>
                  <a:lnTo>
                    <a:pt x="286512" y="972312"/>
                  </a:lnTo>
                  <a:close/>
                </a:path>
                <a:path w="335279" h="2070100">
                  <a:moveTo>
                    <a:pt x="292608" y="821436"/>
                  </a:moveTo>
                  <a:lnTo>
                    <a:pt x="289560" y="821436"/>
                  </a:lnTo>
                  <a:lnTo>
                    <a:pt x="289560" y="2069592"/>
                  </a:lnTo>
                  <a:lnTo>
                    <a:pt x="292608" y="2069592"/>
                  </a:lnTo>
                  <a:lnTo>
                    <a:pt x="292608" y="821436"/>
                  </a:lnTo>
                  <a:close/>
                </a:path>
                <a:path w="335279" h="2070100">
                  <a:moveTo>
                    <a:pt x="297180" y="928116"/>
                  </a:moveTo>
                  <a:lnTo>
                    <a:pt x="294132" y="928116"/>
                  </a:lnTo>
                  <a:lnTo>
                    <a:pt x="294132" y="2069592"/>
                  </a:lnTo>
                  <a:lnTo>
                    <a:pt x="297180" y="2069592"/>
                  </a:lnTo>
                  <a:lnTo>
                    <a:pt x="297180" y="928116"/>
                  </a:lnTo>
                  <a:close/>
                </a:path>
                <a:path w="335279" h="2070100">
                  <a:moveTo>
                    <a:pt x="301752" y="905256"/>
                  </a:moveTo>
                  <a:lnTo>
                    <a:pt x="298704" y="905256"/>
                  </a:lnTo>
                  <a:lnTo>
                    <a:pt x="298704" y="2069592"/>
                  </a:lnTo>
                  <a:lnTo>
                    <a:pt x="301752" y="2069592"/>
                  </a:lnTo>
                  <a:lnTo>
                    <a:pt x="301752" y="905256"/>
                  </a:lnTo>
                  <a:close/>
                </a:path>
                <a:path w="335279" h="2070100">
                  <a:moveTo>
                    <a:pt x="306324" y="976884"/>
                  </a:moveTo>
                  <a:lnTo>
                    <a:pt x="304800" y="976884"/>
                  </a:lnTo>
                  <a:lnTo>
                    <a:pt x="304800" y="2069592"/>
                  </a:lnTo>
                  <a:lnTo>
                    <a:pt x="306324" y="2069592"/>
                  </a:lnTo>
                  <a:lnTo>
                    <a:pt x="306324" y="976884"/>
                  </a:lnTo>
                  <a:close/>
                </a:path>
                <a:path w="335279" h="2070100">
                  <a:moveTo>
                    <a:pt x="310896" y="1086612"/>
                  </a:moveTo>
                  <a:lnTo>
                    <a:pt x="309372" y="1086612"/>
                  </a:lnTo>
                  <a:lnTo>
                    <a:pt x="309372" y="2069592"/>
                  </a:lnTo>
                  <a:lnTo>
                    <a:pt x="310896" y="2069592"/>
                  </a:lnTo>
                  <a:lnTo>
                    <a:pt x="310896" y="1086612"/>
                  </a:lnTo>
                  <a:close/>
                </a:path>
                <a:path w="335279" h="2070100">
                  <a:moveTo>
                    <a:pt x="315468" y="1511808"/>
                  </a:moveTo>
                  <a:lnTo>
                    <a:pt x="313944" y="1511808"/>
                  </a:lnTo>
                  <a:lnTo>
                    <a:pt x="313944" y="2069592"/>
                  </a:lnTo>
                  <a:lnTo>
                    <a:pt x="315468" y="2069592"/>
                  </a:lnTo>
                  <a:lnTo>
                    <a:pt x="315468" y="1511808"/>
                  </a:lnTo>
                  <a:close/>
                </a:path>
                <a:path w="335279" h="2070100">
                  <a:moveTo>
                    <a:pt x="320040" y="880872"/>
                  </a:moveTo>
                  <a:lnTo>
                    <a:pt x="318516" y="880872"/>
                  </a:lnTo>
                  <a:lnTo>
                    <a:pt x="318516" y="2069592"/>
                  </a:lnTo>
                  <a:lnTo>
                    <a:pt x="320040" y="2069592"/>
                  </a:lnTo>
                  <a:lnTo>
                    <a:pt x="320040" y="880872"/>
                  </a:lnTo>
                  <a:close/>
                </a:path>
                <a:path w="335279" h="2070100">
                  <a:moveTo>
                    <a:pt x="324612" y="966216"/>
                  </a:moveTo>
                  <a:lnTo>
                    <a:pt x="323088" y="966216"/>
                  </a:lnTo>
                  <a:lnTo>
                    <a:pt x="323088" y="2069592"/>
                  </a:lnTo>
                  <a:lnTo>
                    <a:pt x="324612" y="2069592"/>
                  </a:lnTo>
                  <a:lnTo>
                    <a:pt x="324612" y="966216"/>
                  </a:lnTo>
                  <a:close/>
                </a:path>
                <a:path w="335279" h="2070100">
                  <a:moveTo>
                    <a:pt x="329184" y="734568"/>
                  </a:moveTo>
                  <a:lnTo>
                    <a:pt x="327660" y="734568"/>
                  </a:lnTo>
                  <a:lnTo>
                    <a:pt x="327660" y="2069592"/>
                  </a:lnTo>
                  <a:lnTo>
                    <a:pt x="329184" y="2069592"/>
                  </a:lnTo>
                  <a:lnTo>
                    <a:pt x="329184" y="734568"/>
                  </a:lnTo>
                  <a:close/>
                </a:path>
                <a:path w="335279" h="2070100">
                  <a:moveTo>
                    <a:pt x="335280" y="1086612"/>
                  </a:moveTo>
                  <a:lnTo>
                    <a:pt x="332232" y="1086612"/>
                  </a:lnTo>
                  <a:lnTo>
                    <a:pt x="332232" y="2069592"/>
                  </a:lnTo>
                  <a:lnTo>
                    <a:pt x="335280" y="2069592"/>
                  </a:lnTo>
                  <a:lnTo>
                    <a:pt x="335280" y="1086612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510272" y="2124455"/>
              <a:ext cx="335280" cy="1739264"/>
            </a:xfrm>
            <a:custGeom>
              <a:avLst/>
              <a:gdLst/>
              <a:ahLst/>
              <a:cxnLst/>
              <a:rect l="l" t="t" r="r" b="b"/>
              <a:pathLst>
                <a:path w="335279" h="1739264">
                  <a:moveTo>
                    <a:pt x="3048" y="755904"/>
                  </a:moveTo>
                  <a:lnTo>
                    <a:pt x="0" y="755904"/>
                  </a:lnTo>
                  <a:lnTo>
                    <a:pt x="0" y="1738884"/>
                  </a:lnTo>
                  <a:lnTo>
                    <a:pt x="3048" y="1738884"/>
                  </a:lnTo>
                  <a:lnTo>
                    <a:pt x="3048" y="755904"/>
                  </a:lnTo>
                  <a:close/>
                </a:path>
                <a:path w="335279" h="1739264">
                  <a:moveTo>
                    <a:pt x="7620" y="550164"/>
                  </a:moveTo>
                  <a:lnTo>
                    <a:pt x="4572" y="550164"/>
                  </a:lnTo>
                  <a:lnTo>
                    <a:pt x="4572" y="1738884"/>
                  </a:lnTo>
                  <a:lnTo>
                    <a:pt x="7620" y="1738884"/>
                  </a:lnTo>
                  <a:lnTo>
                    <a:pt x="7620" y="550164"/>
                  </a:lnTo>
                  <a:close/>
                </a:path>
                <a:path w="335279" h="1739264">
                  <a:moveTo>
                    <a:pt x="12192" y="490728"/>
                  </a:moveTo>
                  <a:lnTo>
                    <a:pt x="10668" y="490728"/>
                  </a:lnTo>
                  <a:lnTo>
                    <a:pt x="10668" y="1738884"/>
                  </a:lnTo>
                  <a:lnTo>
                    <a:pt x="12192" y="1738884"/>
                  </a:lnTo>
                  <a:lnTo>
                    <a:pt x="12192" y="490728"/>
                  </a:lnTo>
                  <a:close/>
                </a:path>
                <a:path w="335279" h="1739264">
                  <a:moveTo>
                    <a:pt x="16764" y="632460"/>
                  </a:moveTo>
                  <a:lnTo>
                    <a:pt x="15240" y="632460"/>
                  </a:lnTo>
                  <a:lnTo>
                    <a:pt x="15240" y="1738884"/>
                  </a:lnTo>
                  <a:lnTo>
                    <a:pt x="16764" y="1738884"/>
                  </a:lnTo>
                  <a:lnTo>
                    <a:pt x="16764" y="632460"/>
                  </a:lnTo>
                  <a:close/>
                </a:path>
                <a:path w="335279" h="1739264">
                  <a:moveTo>
                    <a:pt x="21336" y="608076"/>
                  </a:moveTo>
                  <a:lnTo>
                    <a:pt x="19812" y="608076"/>
                  </a:lnTo>
                  <a:lnTo>
                    <a:pt x="19812" y="1738884"/>
                  </a:lnTo>
                  <a:lnTo>
                    <a:pt x="21336" y="1738884"/>
                  </a:lnTo>
                  <a:lnTo>
                    <a:pt x="21336" y="608076"/>
                  </a:lnTo>
                  <a:close/>
                </a:path>
                <a:path w="335279" h="1739264">
                  <a:moveTo>
                    <a:pt x="25908" y="425196"/>
                  </a:moveTo>
                  <a:lnTo>
                    <a:pt x="24384" y="425196"/>
                  </a:lnTo>
                  <a:lnTo>
                    <a:pt x="24384" y="1738884"/>
                  </a:lnTo>
                  <a:lnTo>
                    <a:pt x="25908" y="1738884"/>
                  </a:lnTo>
                  <a:lnTo>
                    <a:pt x="25908" y="425196"/>
                  </a:lnTo>
                  <a:close/>
                </a:path>
                <a:path w="335279" h="1739264">
                  <a:moveTo>
                    <a:pt x="30480" y="580644"/>
                  </a:moveTo>
                  <a:lnTo>
                    <a:pt x="28956" y="580644"/>
                  </a:lnTo>
                  <a:lnTo>
                    <a:pt x="28956" y="1738884"/>
                  </a:lnTo>
                  <a:lnTo>
                    <a:pt x="30480" y="1738884"/>
                  </a:lnTo>
                  <a:lnTo>
                    <a:pt x="30480" y="580644"/>
                  </a:lnTo>
                  <a:close/>
                </a:path>
                <a:path w="335279" h="1739264">
                  <a:moveTo>
                    <a:pt x="35052" y="1133856"/>
                  </a:moveTo>
                  <a:lnTo>
                    <a:pt x="33528" y="1133856"/>
                  </a:lnTo>
                  <a:lnTo>
                    <a:pt x="33528" y="1738884"/>
                  </a:lnTo>
                  <a:lnTo>
                    <a:pt x="35052" y="1738884"/>
                  </a:lnTo>
                  <a:lnTo>
                    <a:pt x="35052" y="1133856"/>
                  </a:lnTo>
                  <a:close/>
                </a:path>
                <a:path w="335279" h="1739264">
                  <a:moveTo>
                    <a:pt x="39624" y="425196"/>
                  </a:moveTo>
                  <a:lnTo>
                    <a:pt x="38100" y="425196"/>
                  </a:lnTo>
                  <a:lnTo>
                    <a:pt x="38100" y="1738884"/>
                  </a:lnTo>
                  <a:lnTo>
                    <a:pt x="39624" y="1738884"/>
                  </a:lnTo>
                  <a:lnTo>
                    <a:pt x="39624" y="425196"/>
                  </a:lnTo>
                  <a:close/>
                </a:path>
                <a:path w="335279" h="1739264">
                  <a:moveTo>
                    <a:pt x="45720" y="377952"/>
                  </a:moveTo>
                  <a:lnTo>
                    <a:pt x="42672" y="377952"/>
                  </a:lnTo>
                  <a:lnTo>
                    <a:pt x="42672" y="1738884"/>
                  </a:lnTo>
                  <a:lnTo>
                    <a:pt x="45720" y="1738884"/>
                  </a:lnTo>
                  <a:lnTo>
                    <a:pt x="45720" y="377952"/>
                  </a:lnTo>
                  <a:close/>
                </a:path>
                <a:path w="335279" h="1739264">
                  <a:moveTo>
                    <a:pt x="50292" y="509016"/>
                  </a:moveTo>
                  <a:lnTo>
                    <a:pt x="47244" y="509016"/>
                  </a:lnTo>
                  <a:lnTo>
                    <a:pt x="47244" y="1738884"/>
                  </a:lnTo>
                  <a:lnTo>
                    <a:pt x="50292" y="1738884"/>
                  </a:lnTo>
                  <a:lnTo>
                    <a:pt x="50292" y="509016"/>
                  </a:lnTo>
                  <a:close/>
                </a:path>
                <a:path w="335279" h="1739264">
                  <a:moveTo>
                    <a:pt x="54864" y="550164"/>
                  </a:moveTo>
                  <a:lnTo>
                    <a:pt x="53340" y="550164"/>
                  </a:lnTo>
                  <a:lnTo>
                    <a:pt x="53340" y="1738884"/>
                  </a:lnTo>
                  <a:lnTo>
                    <a:pt x="54864" y="1738884"/>
                  </a:lnTo>
                  <a:lnTo>
                    <a:pt x="54864" y="550164"/>
                  </a:lnTo>
                  <a:close/>
                </a:path>
                <a:path w="335279" h="1739264">
                  <a:moveTo>
                    <a:pt x="59436" y="527304"/>
                  </a:moveTo>
                  <a:lnTo>
                    <a:pt x="57912" y="527304"/>
                  </a:lnTo>
                  <a:lnTo>
                    <a:pt x="57912" y="1738884"/>
                  </a:lnTo>
                  <a:lnTo>
                    <a:pt x="59436" y="1738884"/>
                  </a:lnTo>
                  <a:lnTo>
                    <a:pt x="59436" y="527304"/>
                  </a:lnTo>
                  <a:close/>
                </a:path>
                <a:path w="335279" h="1739264">
                  <a:moveTo>
                    <a:pt x="64008" y="641604"/>
                  </a:moveTo>
                  <a:lnTo>
                    <a:pt x="62484" y="641604"/>
                  </a:lnTo>
                  <a:lnTo>
                    <a:pt x="62484" y="1738884"/>
                  </a:lnTo>
                  <a:lnTo>
                    <a:pt x="64008" y="1738884"/>
                  </a:lnTo>
                  <a:lnTo>
                    <a:pt x="64008" y="641604"/>
                  </a:lnTo>
                  <a:close/>
                </a:path>
                <a:path w="335279" h="1739264">
                  <a:moveTo>
                    <a:pt x="68580" y="605028"/>
                  </a:moveTo>
                  <a:lnTo>
                    <a:pt x="67056" y="605028"/>
                  </a:lnTo>
                  <a:lnTo>
                    <a:pt x="67056" y="1738884"/>
                  </a:lnTo>
                  <a:lnTo>
                    <a:pt x="68580" y="1738884"/>
                  </a:lnTo>
                  <a:lnTo>
                    <a:pt x="68580" y="605028"/>
                  </a:lnTo>
                  <a:close/>
                </a:path>
                <a:path w="335279" h="1739264">
                  <a:moveTo>
                    <a:pt x="73152" y="562356"/>
                  </a:moveTo>
                  <a:lnTo>
                    <a:pt x="71628" y="562356"/>
                  </a:lnTo>
                  <a:lnTo>
                    <a:pt x="71628" y="1738884"/>
                  </a:lnTo>
                  <a:lnTo>
                    <a:pt x="73152" y="1738884"/>
                  </a:lnTo>
                  <a:lnTo>
                    <a:pt x="73152" y="562356"/>
                  </a:lnTo>
                  <a:close/>
                </a:path>
                <a:path w="335279" h="1739264">
                  <a:moveTo>
                    <a:pt x="77724" y="605028"/>
                  </a:moveTo>
                  <a:lnTo>
                    <a:pt x="76200" y="605028"/>
                  </a:lnTo>
                  <a:lnTo>
                    <a:pt x="76200" y="1738884"/>
                  </a:lnTo>
                  <a:lnTo>
                    <a:pt x="77724" y="1738884"/>
                  </a:lnTo>
                  <a:lnTo>
                    <a:pt x="77724" y="605028"/>
                  </a:lnTo>
                  <a:close/>
                </a:path>
                <a:path w="335279" h="1739264">
                  <a:moveTo>
                    <a:pt x="83820" y="589788"/>
                  </a:moveTo>
                  <a:lnTo>
                    <a:pt x="80772" y="589788"/>
                  </a:lnTo>
                  <a:lnTo>
                    <a:pt x="80772" y="1738884"/>
                  </a:lnTo>
                  <a:lnTo>
                    <a:pt x="83820" y="1738884"/>
                  </a:lnTo>
                  <a:lnTo>
                    <a:pt x="83820" y="589788"/>
                  </a:lnTo>
                  <a:close/>
                </a:path>
                <a:path w="335279" h="1739264">
                  <a:moveTo>
                    <a:pt x="88392" y="952500"/>
                  </a:moveTo>
                  <a:lnTo>
                    <a:pt x="85344" y="952500"/>
                  </a:lnTo>
                  <a:lnTo>
                    <a:pt x="85344" y="1738884"/>
                  </a:lnTo>
                  <a:lnTo>
                    <a:pt x="88392" y="1738884"/>
                  </a:lnTo>
                  <a:lnTo>
                    <a:pt x="88392" y="952500"/>
                  </a:lnTo>
                  <a:close/>
                </a:path>
                <a:path w="335279" h="1739264">
                  <a:moveTo>
                    <a:pt x="92964" y="585216"/>
                  </a:moveTo>
                  <a:lnTo>
                    <a:pt x="89916" y="585216"/>
                  </a:lnTo>
                  <a:lnTo>
                    <a:pt x="89916" y="1738884"/>
                  </a:lnTo>
                  <a:lnTo>
                    <a:pt x="92964" y="1738884"/>
                  </a:lnTo>
                  <a:lnTo>
                    <a:pt x="92964" y="585216"/>
                  </a:lnTo>
                  <a:close/>
                </a:path>
                <a:path w="335279" h="1739264">
                  <a:moveTo>
                    <a:pt x="97536" y="527304"/>
                  </a:moveTo>
                  <a:lnTo>
                    <a:pt x="96012" y="527304"/>
                  </a:lnTo>
                  <a:lnTo>
                    <a:pt x="96012" y="1738884"/>
                  </a:lnTo>
                  <a:lnTo>
                    <a:pt x="97536" y="1738884"/>
                  </a:lnTo>
                  <a:lnTo>
                    <a:pt x="97536" y="527304"/>
                  </a:lnTo>
                  <a:close/>
                </a:path>
                <a:path w="335279" h="1739264">
                  <a:moveTo>
                    <a:pt x="102108" y="377952"/>
                  </a:moveTo>
                  <a:lnTo>
                    <a:pt x="100584" y="377952"/>
                  </a:lnTo>
                  <a:lnTo>
                    <a:pt x="100584" y="1738884"/>
                  </a:lnTo>
                  <a:lnTo>
                    <a:pt x="102108" y="1738884"/>
                  </a:lnTo>
                  <a:lnTo>
                    <a:pt x="102108" y="377952"/>
                  </a:lnTo>
                  <a:close/>
                </a:path>
                <a:path w="335279" h="1739264">
                  <a:moveTo>
                    <a:pt x="106680" y="658368"/>
                  </a:moveTo>
                  <a:lnTo>
                    <a:pt x="105156" y="658368"/>
                  </a:lnTo>
                  <a:lnTo>
                    <a:pt x="105156" y="1738884"/>
                  </a:lnTo>
                  <a:lnTo>
                    <a:pt x="106680" y="1738884"/>
                  </a:lnTo>
                  <a:lnTo>
                    <a:pt x="106680" y="658368"/>
                  </a:lnTo>
                  <a:close/>
                </a:path>
                <a:path w="335279" h="1739264">
                  <a:moveTo>
                    <a:pt x="111252" y="1040892"/>
                  </a:moveTo>
                  <a:lnTo>
                    <a:pt x="109728" y="1040892"/>
                  </a:lnTo>
                  <a:lnTo>
                    <a:pt x="109728" y="1738884"/>
                  </a:lnTo>
                  <a:lnTo>
                    <a:pt x="111252" y="1738884"/>
                  </a:lnTo>
                  <a:lnTo>
                    <a:pt x="111252" y="1040892"/>
                  </a:lnTo>
                  <a:close/>
                </a:path>
                <a:path w="335279" h="1739264">
                  <a:moveTo>
                    <a:pt x="115824" y="1097280"/>
                  </a:moveTo>
                  <a:lnTo>
                    <a:pt x="114300" y="1097280"/>
                  </a:lnTo>
                  <a:lnTo>
                    <a:pt x="114300" y="1738884"/>
                  </a:lnTo>
                  <a:lnTo>
                    <a:pt x="115824" y="1738884"/>
                  </a:lnTo>
                  <a:lnTo>
                    <a:pt x="115824" y="1097280"/>
                  </a:lnTo>
                  <a:close/>
                </a:path>
                <a:path w="335279" h="1739264">
                  <a:moveTo>
                    <a:pt x="120396" y="1019556"/>
                  </a:moveTo>
                  <a:lnTo>
                    <a:pt x="118872" y="1019556"/>
                  </a:lnTo>
                  <a:lnTo>
                    <a:pt x="118872" y="1738884"/>
                  </a:lnTo>
                  <a:lnTo>
                    <a:pt x="120396" y="1738884"/>
                  </a:lnTo>
                  <a:lnTo>
                    <a:pt x="120396" y="1019556"/>
                  </a:lnTo>
                  <a:close/>
                </a:path>
                <a:path w="335279" h="1739264">
                  <a:moveTo>
                    <a:pt x="126492" y="1155192"/>
                  </a:moveTo>
                  <a:lnTo>
                    <a:pt x="123444" y="1155192"/>
                  </a:lnTo>
                  <a:lnTo>
                    <a:pt x="123444" y="1738884"/>
                  </a:lnTo>
                  <a:lnTo>
                    <a:pt x="126492" y="1738884"/>
                  </a:lnTo>
                  <a:lnTo>
                    <a:pt x="126492" y="1155192"/>
                  </a:lnTo>
                  <a:close/>
                </a:path>
                <a:path w="335279" h="1739264">
                  <a:moveTo>
                    <a:pt x="131064" y="719328"/>
                  </a:moveTo>
                  <a:lnTo>
                    <a:pt x="128016" y="719328"/>
                  </a:lnTo>
                  <a:lnTo>
                    <a:pt x="128016" y="1738884"/>
                  </a:lnTo>
                  <a:lnTo>
                    <a:pt x="131064" y="1738884"/>
                  </a:lnTo>
                  <a:lnTo>
                    <a:pt x="131064" y="719328"/>
                  </a:lnTo>
                  <a:close/>
                </a:path>
                <a:path w="335279" h="1739264">
                  <a:moveTo>
                    <a:pt x="135636" y="574548"/>
                  </a:moveTo>
                  <a:lnTo>
                    <a:pt x="134112" y="574548"/>
                  </a:lnTo>
                  <a:lnTo>
                    <a:pt x="134112" y="1738884"/>
                  </a:lnTo>
                  <a:lnTo>
                    <a:pt x="135636" y="1738884"/>
                  </a:lnTo>
                  <a:lnTo>
                    <a:pt x="135636" y="574548"/>
                  </a:lnTo>
                  <a:close/>
                </a:path>
                <a:path w="335279" h="1739264">
                  <a:moveTo>
                    <a:pt x="140208" y="1097280"/>
                  </a:moveTo>
                  <a:lnTo>
                    <a:pt x="138684" y="1097280"/>
                  </a:lnTo>
                  <a:lnTo>
                    <a:pt x="138684" y="1738884"/>
                  </a:lnTo>
                  <a:lnTo>
                    <a:pt x="140208" y="1738884"/>
                  </a:lnTo>
                  <a:lnTo>
                    <a:pt x="140208" y="1097280"/>
                  </a:lnTo>
                  <a:close/>
                </a:path>
                <a:path w="335279" h="1739264">
                  <a:moveTo>
                    <a:pt x="144780" y="605028"/>
                  </a:moveTo>
                  <a:lnTo>
                    <a:pt x="143256" y="605028"/>
                  </a:lnTo>
                  <a:lnTo>
                    <a:pt x="143256" y="1738884"/>
                  </a:lnTo>
                  <a:lnTo>
                    <a:pt x="144780" y="1738884"/>
                  </a:lnTo>
                  <a:lnTo>
                    <a:pt x="144780" y="605028"/>
                  </a:lnTo>
                  <a:close/>
                </a:path>
                <a:path w="335279" h="1739264">
                  <a:moveTo>
                    <a:pt x="149352" y="886968"/>
                  </a:moveTo>
                  <a:lnTo>
                    <a:pt x="147828" y="886968"/>
                  </a:lnTo>
                  <a:lnTo>
                    <a:pt x="147828" y="1738884"/>
                  </a:lnTo>
                  <a:lnTo>
                    <a:pt x="149352" y="1738884"/>
                  </a:lnTo>
                  <a:lnTo>
                    <a:pt x="149352" y="886968"/>
                  </a:lnTo>
                  <a:close/>
                </a:path>
                <a:path w="335279" h="1739264">
                  <a:moveTo>
                    <a:pt x="153924" y="1019556"/>
                  </a:moveTo>
                  <a:lnTo>
                    <a:pt x="152400" y="1019556"/>
                  </a:lnTo>
                  <a:lnTo>
                    <a:pt x="152400" y="1738884"/>
                  </a:lnTo>
                  <a:lnTo>
                    <a:pt x="153924" y="1738884"/>
                  </a:lnTo>
                  <a:lnTo>
                    <a:pt x="153924" y="1019556"/>
                  </a:lnTo>
                  <a:close/>
                </a:path>
                <a:path w="335279" h="1739264">
                  <a:moveTo>
                    <a:pt x="158496" y="1097280"/>
                  </a:moveTo>
                  <a:lnTo>
                    <a:pt x="156972" y="1097280"/>
                  </a:lnTo>
                  <a:lnTo>
                    <a:pt x="156972" y="1738884"/>
                  </a:lnTo>
                  <a:lnTo>
                    <a:pt x="158496" y="1738884"/>
                  </a:lnTo>
                  <a:lnTo>
                    <a:pt x="158496" y="1097280"/>
                  </a:lnTo>
                  <a:close/>
                </a:path>
                <a:path w="335279" h="1739264">
                  <a:moveTo>
                    <a:pt x="163068" y="1097280"/>
                  </a:moveTo>
                  <a:lnTo>
                    <a:pt x="161544" y="1097280"/>
                  </a:lnTo>
                  <a:lnTo>
                    <a:pt x="161544" y="1738884"/>
                  </a:lnTo>
                  <a:lnTo>
                    <a:pt x="163068" y="1738884"/>
                  </a:lnTo>
                  <a:lnTo>
                    <a:pt x="163068" y="1097280"/>
                  </a:lnTo>
                  <a:close/>
                </a:path>
                <a:path w="335279" h="1739264">
                  <a:moveTo>
                    <a:pt x="169164" y="662940"/>
                  </a:moveTo>
                  <a:lnTo>
                    <a:pt x="166116" y="662940"/>
                  </a:lnTo>
                  <a:lnTo>
                    <a:pt x="166116" y="1738884"/>
                  </a:lnTo>
                  <a:lnTo>
                    <a:pt x="169164" y="1738884"/>
                  </a:lnTo>
                  <a:lnTo>
                    <a:pt x="169164" y="662940"/>
                  </a:lnTo>
                  <a:close/>
                </a:path>
                <a:path w="335279" h="1739264">
                  <a:moveTo>
                    <a:pt x="173736" y="719328"/>
                  </a:moveTo>
                  <a:lnTo>
                    <a:pt x="170688" y="719328"/>
                  </a:lnTo>
                  <a:lnTo>
                    <a:pt x="170688" y="1738884"/>
                  </a:lnTo>
                  <a:lnTo>
                    <a:pt x="173736" y="1738884"/>
                  </a:lnTo>
                  <a:lnTo>
                    <a:pt x="173736" y="719328"/>
                  </a:lnTo>
                  <a:close/>
                </a:path>
                <a:path w="335279" h="1739264">
                  <a:moveTo>
                    <a:pt x="178308" y="621792"/>
                  </a:moveTo>
                  <a:lnTo>
                    <a:pt x="176784" y="621792"/>
                  </a:lnTo>
                  <a:lnTo>
                    <a:pt x="176784" y="1738884"/>
                  </a:lnTo>
                  <a:lnTo>
                    <a:pt x="178308" y="1738884"/>
                  </a:lnTo>
                  <a:lnTo>
                    <a:pt x="178308" y="621792"/>
                  </a:lnTo>
                  <a:close/>
                </a:path>
                <a:path w="335279" h="1739264">
                  <a:moveTo>
                    <a:pt x="182880" y="688848"/>
                  </a:moveTo>
                  <a:lnTo>
                    <a:pt x="181356" y="688848"/>
                  </a:lnTo>
                  <a:lnTo>
                    <a:pt x="181356" y="1738884"/>
                  </a:lnTo>
                  <a:lnTo>
                    <a:pt x="182880" y="1738884"/>
                  </a:lnTo>
                  <a:lnTo>
                    <a:pt x="182880" y="688848"/>
                  </a:lnTo>
                  <a:close/>
                </a:path>
                <a:path w="335279" h="1739264">
                  <a:moveTo>
                    <a:pt x="187452" y="688848"/>
                  </a:moveTo>
                  <a:lnTo>
                    <a:pt x="185928" y="688848"/>
                  </a:lnTo>
                  <a:lnTo>
                    <a:pt x="185928" y="1738884"/>
                  </a:lnTo>
                  <a:lnTo>
                    <a:pt x="187452" y="1738884"/>
                  </a:lnTo>
                  <a:lnTo>
                    <a:pt x="187452" y="688848"/>
                  </a:lnTo>
                  <a:close/>
                </a:path>
                <a:path w="335279" h="1739264">
                  <a:moveTo>
                    <a:pt x="192024" y="641604"/>
                  </a:moveTo>
                  <a:lnTo>
                    <a:pt x="190500" y="641604"/>
                  </a:lnTo>
                  <a:lnTo>
                    <a:pt x="190500" y="1738884"/>
                  </a:lnTo>
                  <a:lnTo>
                    <a:pt x="192024" y="1738884"/>
                  </a:lnTo>
                  <a:lnTo>
                    <a:pt x="192024" y="641604"/>
                  </a:lnTo>
                  <a:close/>
                </a:path>
                <a:path w="335279" h="1739264">
                  <a:moveTo>
                    <a:pt x="196596" y="1246632"/>
                  </a:moveTo>
                  <a:lnTo>
                    <a:pt x="195072" y="1246632"/>
                  </a:lnTo>
                  <a:lnTo>
                    <a:pt x="195072" y="1738884"/>
                  </a:lnTo>
                  <a:lnTo>
                    <a:pt x="196596" y="1738884"/>
                  </a:lnTo>
                  <a:lnTo>
                    <a:pt x="196596" y="1246632"/>
                  </a:lnTo>
                  <a:close/>
                </a:path>
                <a:path w="335279" h="1739264">
                  <a:moveTo>
                    <a:pt x="201168" y="1246632"/>
                  </a:moveTo>
                  <a:lnTo>
                    <a:pt x="199644" y="1246632"/>
                  </a:lnTo>
                  <a:lnTo>
                    <a:pt x="199644" y="1738884"/>
                  </a:lnTo>
                  <a:lnTo>
                    <a:pt x="201168" y="1738884"/>
                  </a:lnTo>
                  <a:lnTo>
                    <a:pt x="201168" y="1246632"/>
                  </a:lnTo>
                  <a:close/>
                </a:path>
                <a:path w="335279" h="1739264">
                  <a:moveTo>
                    <a:pt x="207264" y="574548"/>
                  </a:moveTo>
                  <a:lnTo>
                    <a:pt x="204216" y="574548"/>
                  </a:lnTo>
                  <a:lnTo>
                    <a:pt x="204216" y="1738884"/>
                  </a:lnTo>
                  <a:lnTo>
                    <a:pt x="207264" y="1738884"/>
                  </a:lnTo>
                  <a:lnTo>
                    <a:pt x="207264" y="574548"/>
                  </a:lnTo>
                  <a:close/>
                </a:path>
                <a:path w="335279" h="1739264">
                  <a:moveTo>
                    <a:pt x="211836" y="1097280"/>
                  </a:moveTo>
                  <a:lnTo>
                    <a:pt x="208788" y="1097280"/>
                  </a:lnTo>
                  <a:lnTo>
                    <a:pt x="208788" y="1738884"/>
                  </a:lnTo>
                  <a:lnTo>
                    <a:pt x="211836" y="1738884"/>
                  </a:lnTo>
                  <a:lnTo>
                    <a:pt x="211836" y="1097280"/>
                  </a:lnTo>
                  <a:close/>
                </a:path>
                <a:path w="335279" h="1739264">
                  <a:moveTo>
                    <a:pt x="216408" y="574548"/>
                  </a:moveTo>
                  <a:lnTo>
                    <a:pt x="213360" y="574548"/>
                  </a:lnTo>
                  <a:lnTo>
                    <a:pt x="213360" y="1738884"/>
                  </a:lnTo>
                  <a:lnTo>
                    <a:pt x="216408" y="1738884"/>
                  </a:lnTo>
                  <a:lnTo>
                    <a:pt x="216408" y="574548"/>
                  </a:lnTo>
                  <a:close/>
                </a:path>
                <a:path w="335279" h="1739264">
                  <a:moveTo>
                    <a:pt x="220980" y="1306068"/>
                  </a:moveTo>
                  <a:lnTo>
                    <a:pt x="219456" y="1306068"/>
                  </a:lnTo>
                  <a:lnTo>
                    <a:pt x="219456" y="1738884"/>
                  </a:lnTo>
                  <a:lnTo>
                    <a:pt x="220980" y="1738884"/>
                  </a:lnTo>
                  <a:lnTo>
                    <a:pt x="220980" y="1306068"/>
                  </a:lnTo>
                  <a:close/>
                </a:path>
                <a:path w="335279" h="1739264">
                  <a:moveTo>
                    <a:pt x="225552" y="1246632"/>
                  </a:moveTo>
                  <a:lnTo>
                    <a:pt x="224028" y="1246632"/>
                  </a:lnTo>
                  <a:lnTo>
                    <a:pt x="224028" y="1738884"/>
                  </a:lnTo>
                  <a:lnTo>
                    <a:pt x="225552" y="1738884"/>
                  </a:lnTo>
                  <a:lnTo>
                    <a:pt x="225552" y="1246632"/>
                  </a:lnTo>
                  <a:close/>
                </a:path>
                <a:path w="335279" h="1739264">
                  <a:moveTo>
                    <a:pt x="230124" y="1019556"/>
                  </a:moveTo>
                  <a:lnTo>
                    <a:pt x="228600" y="1019556"/>
                  </a:lnTo>
                  <a:lnTo>
                    <a:pt x="228600" y="1738884"/>
                  </a:lnTo>
                  <a:lnTo>
                    <a:pt x="230124" y="1738884"/>
                  </a:lnTo>
                  <a:lnTo>
                    <a:pt x="230124" y="1019556"/>
                  </a:lnTo>
                  <a:close/>
                </a:path>
                <a:path w="335279" h="1739264">
                  <a:moveTo>
                    <a:pt x="234696" y="1097280"/>
                  </a:moveTo>
                  <a:lnTo>
                    <a:pt x="233172" y="1097280"/>
                  </a:lnTo>
                  <a:lnTo>
                    <a:pt x="233172" y="1738884"/>
                  </a:lnTo>
                  <a:lnTo>
                    <a:pt x="234696" y="1738884"/>
                  </a:lnTo>
                  <a:lnTo>
                    <a:pt x="234696" y="1097280"/>
                  </a:lnTo>
                  <a:close/>
                </a:path>
                <a:path w="335279" h="1739264">
                  <a:moveTo>
                    <a:pt x="239268" y="1097280"/>
                  </a:moveTo>
                  <a:lnTo>
                    <a:pt x="237744" y="1097280"/>
                  </a:lnTo>
                  <a:lnTo>
                    <a:pt x="237744" y="1738884"/>
                  </a:lnTo>
                  <a:lnTo>
                    <a:pt x="239268" y="1738884"/>
                  </a:lnTo>
                  <a:lnTo>
                    <a:pt x="239268" y="1097280"/>
                  </a:lnTo>
                  <a:close/>
                </a:path>
                <a:path w="335279" h="1739264">
                  <a:moveTo>
                    <a:pt x="243840" y="705612"/>
                  </a:moveTo>
                  <a:lnTo>
                    <a:pt x="242316" y="705612"/>
                  </a:lnTo>
                  <a:lnTo>
                    <a:pt x="242316" y="1738884"/>
                  </a:lnTo>
                  <a:lnTo>
                    <a:pt x="243840" y="1738884"/>
                  </a:lnTo>
                  <a:lnTo>
                    <a:pt x="243840" y="705612"/>
                  </a:lnTo>
                  <a:close/>
                </a:path>
                <a:path w="335279" h="1739264">
                  <a:moveTo>
                    <a:pt x="249936" y="490728"/>
                  </a:moveTo>
                  <a:lnTo>
                    <a:pt x="246888" y="490728"/>
                  </a:lnTo>
                  <a:lnTo>
                    <a:pt x="246888" y="1738884"/>
                  </a:lnTo>
                  <a:lnTo>
                    <a:pt x="249936" y="1738884"/>
                  </a:lnTo>
                  <a:lnTo>
                    <a:pt x="249936" y="490728"/>
                  </a:lnTo>
                  <a:close/>
                </a:path>
                <a:path w="335279" h="1739264">
                  <a:moveTo>
                    <a:pt x="254508" y="531876"/>
                  </a:moveTo>
                  <a:lnTo>
                    <a:pt x="251460" y="531876"/>
                  </a:lnTo>
                  <a:lnTo>
                    <a:pt x="251460" y="1738884"/>
                  </a:lnTo>
                  <a:lnTo>
                    <a:pt x="254508" y="1738884"/>
                  </a:lnTo>
                  <a:lnTo>
                    <a:pt x="254508" y="531876"/>
                  </a:lnTo>
                  <a:close/>
                </a:path>
                <a:path w="335279" h="1739264">
                  <a:moveTo>
                    <a:pt x="259080" y="688848"/>
                  </a:moveTo>
                  <a:lnTo>
                    <a:pt x="257556" y="688848"/>
                  </a:lnTo>
                  <a:lnTo>
                    <a:pt x="257556" y="1738884"/>
                  </a:lnTo>
                  <a:lnTo>
                    <a:pt x="259080" y="1738884"/>
                  </a:lnTo>
                  <a:lnTo>
                    <a:pt x="259080" y="688848"/>
                  </a:lnTo>
                  <a:close/>
                </a:path>
                <a:path w="335279" h="1739264">
                  <a:moveTo>
                    <a:pt x="263652" y="856488"/>
                  </a:moveTo>
                  <a:lnTo>
                    <a:pt x="262128" y="856488"/>
                  </a:lnTo>
                  <a:lnTo>
                    <a:pt x="262128" y="1738884"/>
                  </a:lnTo>
                  <a:lnTo>
                    <a:pt x="263652" y="1738884"/>
                  </a:lnTo>
                  <a:lnTo>
                    <a:pt x="263652" y="856488"/>
                  </a:lnTo>
                  <a:close/>
                </a:path>
                <a:path w="335279" h="1739264">
                  <a:moveTo>
                    <a:pt x="268224" y="0"/>
                  </a:moveTo>
                  <a:lnTo>
                    <a:pt x="266700" y="0"/>
                  </a:lnTo>
                  <a:lnTo>
                    <a:pt x="266700" y="1738884"/>
                  </a:lnTo>
                  <a:lnTo>
                    <a:pt x="268224" y="1738884"/>
                  </a:lnTo>
                  <a:lnTo>
                    <a:pt x="268224" y="0"/>
                  </a:lnTo>
                  <a:close/>
                </a:path>
                <a:path w="335279" h="1739264">
                  <a:moveTo>
                    <a:pt x="272796" y="952500"/>
                  </a:moveTo>
                  <a:lnTo>
                    <a:pt x="271272" y="952500"/>
                  </a:lnTo>
                  <a:lnTo>
                    <a:pt x="271272" y="1738884"/>
                  </a:lnTo>
                  <a:lnTo>
                    <a:pt x="272796" y="1738884"/>
                  </a:lnTo>
                  <a:lnTo>
                    <a:pt x="272796" y="952500"/>
                  </a:lnTo>
                  <a:close/>
                </a:path>
                <a:path w="335279" h="1739264">
                  <a:moveTo>
                    <a:pt x="277368" y="868680"/>
                  </a:moveTo>
                  <a:lnTo>
                    <a:pt x="275844" y="868680"/>
                  </a:lnTo>
                  <a:lnTo>
                    <a:pt x="275844" y="1738884"/>
                  </a:lnTo>
                  <a:lnTo>
                    <a:pt x="277368" y="1738884"/>
                  </a:lnTo>
                  <a:lnTo>
                    <a:pt x="277368" y="868680"/>
                  </a:lnTo>
                  <a:close/>
                </a:path>
                <a:path w="335279" h="1739264">
                  <a:moveTo>
                    <a:pt x="281940" y="886968"/>
                  </a:moveTo>
                  <a:lnTo>
                    <a:pt x="280416" y="886968"/>
                  </a:lnTo>
                  <a:lnTo>
                    <a:pt x="280416" y="1738884"/>
                  </a:lnTo>
                  <a:lnTo>
                    <a:pt x="281940" y="1738884"/>
                  </a:lnTo>
                  <a:lnTo>
                    <a:pt x="281940" y="886968"/>
                  </a:lnTo>
                  <a:close/>
                </a:path>
                <a:path w="335279" h="1739264">
                  <a:moveTo>
                    <a:pt x="286512" y="922020"/>
                  </a:moveTo>
                  <a:lnTo>
                    <a:pt x="284988" y="922020"/>
                  </a:lnTo>
                  <a:lnTo>
                    <a:pt x="284988" y="1738884"/>
                  </a:lnTo>
                  <a:lnTo>
                    <a:pt x="286512" y="1738884"/>
                  </a:lnTo>
                  <a:lnTo>
                    <a:pt x="286512" y="922020"/>
                  </a:lnTo>
                  <a:close/>
                </a:path>
                <a:path w="335279" h="1739264">
                  <a:moveTo>
                    <a:pt x="292608" y="403860"/>
                  </a:moveTo>
                  <a:lnTo>
                    <a:pt x="289560" y="403860"/>
                  </a:lnTo>
                  <a:lnTo>
                    <a:pt x="289560" y="1738884"/>
                  </a:lnTo>
                  <a:lnTo>
                    <a:pt x="292608" y="1738884"/>
                  </a:lnTo>
                  <a:lnTo>
                    <a:pt x="292608" y="403860"/>
                  </a:lnTo>
                  <a:close/>
                </a:path>
                <a:path w="335279" h="1739264">
                  <a:moveTo>
                    <a:pt x="297180" y="1133856"/>
                  </a:moveTo>
                  <a:lnTo>
                    <a:pt x="294132" y="1133856"/>
                  </a:lnTo>
                  <a:lnTo>
                    <a:pt x="294132" y="1738884"/>
                  </a:lnTo>
                  <a:lnTo>
                    <a:pt x="297180" y="1738884"/>
                  </a:lnTo>
                  <a:lnTo>
                    <a:pt x="297180" y="1133856"/>
                  </a:lnTo>
                  <a:close/>
                </a:path>
                <a:path w="335279" h="1739264">
                  <a:moveTo>
                    <a:pt x="301752" y="1066800"/>
                  </a:moveTo>
                  <a:lnTo>
                    <a:pt x="300228" y="1066800"/>
                  </a:lnTo>
                  <a:lnTo>
                    <a:pt x="300228" y="1738884"/>
                  </a:lnTo>
                  <a:lnTo>
                    <a:pt x="301752" y="1738884"/>
                  </a:lnTo>
                  <a:lnTo>
                    <a:pt x="301752" y="1066800"/>
                  </a:lnTo>
                  <a:close/>
                </a:path>
                <a:path w="335279" h="1739264">
                  <a:moveTo>
                    <a:pt x="306324" y="1097280"/>
                  </a:moveTo>
                  <a:lnTo>
                    <a:pt x="304800" y="1097280"/>
                  </a:lnTo>
                  <a:lnTo>
                    <a:pt x="304800" y="1738884"/>
                  </a:lnTo>
                  <a:lnTo>
                    <a:pt x="306324" y="1738884"/>
                  </a:lnTo>
                  <a:lnTo>
                    <a:pt x="306324" y="1097280"/>
                  </a:lnTo>
                  <a:close/>
                </a:path>
                <a:path w="335279" h="1739264">
                  <a:moveTo>
                    <a:pt x="310896" y="963168"/>
                  </a:moveTo>
                  <a:lnTo>
                    <a:pt x="309372" y="963168"/>
                  </a:lnTo>
                  <a:lnTo>
                    <a:pt x="309372" y="1738884"/>
                  </a:lnTo>
                  <a:lnTo>
                    <a:pt x="310896" y="1738884"/>
                  </a:lnTo>
                  <a:lnTo>
                    <a:pt x="310896" y="963168"/>
                  </a:lnTo>
                  <a:close/>
                </a:path>
                <a:path w="335279" h="1739264">
                  <a:moveTo>
                    <a:pt x="315468" y="1246632"/>
                  </a:moveTo>
                  <a:lnTo>
                    <a:pt x="313944" y="1246632"/>
                  </a:lnTo>
                  <a:lnTo>
                    <a:pt x="313944" y="1738884"/>
                  </a:lnTo>
                  <a:lnTo>
                    <a:pt x="315468" y="1738884"/>
                  </a:lnTo>
                  <a:lnTo>
                    <a:pt x="315468" y="1246632"/>
                  </a:lnTo>
                  <a:close/>
                </a:path>
                <a:path w="335279" h="1739264">
                  <a:moveTo>
                    <a:pt x="320040" y="1097280"/>
                  </a:moveTo>
                  <a:lnTo>
                    <a:pt x="318516" y="1097280"/>
                  </a:lnTo>
                  <a:lnTo>
                    <a:pt x="318516" y="1738884"/>
                  </a:lnTo>
                  <a:lnTo>
                    <a:pt x="320040" y="1738884"/>
                  </a:lnTo>
                  <a:lnTo>
                    <a:pt x="320040" y="1097280"/>
                  </a:lnTo>
                  <a:close/>
                </a:path>
                <a:path w="335279" h="1739264">
                  <a:moveTo>
                    <a:pt x="324612" y="1155192"/>
                  </a:moveTo>
                  <a:lnTo>
                    <a:pt x="323088" y="1155192"/>
                  </a:lnTo>
                  <a:lnTo>
                    <a:pt x="323088" y="1738884"/>
                  </a:lnTo>
                  <a:lnTo>
                    <a:pt x="324612" y="1738884"/>
                  </a:lnTo>
                  <a:lnTo>
                    <a:pt x="324612" y="1155192"/>
                  </a:lnTo>
                  <a:close/>
                </a:path>
                <a:path w="335279" h="1739264">
                  <a:moveTo>
                    <a:pt x="330708" y="1246632"/>
                  </a:moveTo>
                  <a:lnTo>
                    <a:pt x="327660" y="1246632"/>
                  </a:lnTo>
                  <a:lnTo>
                    <a:pt x="327660" y="1738884"/>
                  </a:lnTo>
                  <a:lnTo>
                    <a:pt x="330708" y="1738884"/>
                  </a:lnTo>
                  <a:lnTo>
                    <a:pt x="330708" y="1246632"/>
                  </a:lnTo>
                  <a:close/>
                </a:path>
                <a:path w="335279" h="1739264">
                  <a:moveTo>
                    <a:pt x="335280" y="1133856"/>
                  </a:moveTo>
                  <a:lnTo>
                    <a:pt x="332232" y="1133856"/>
                  </a:lnTo>
                  <a:lnTo>
                    <a:pt x="332232" y="1738884"/>
                  </a:lnTo>
                  <a:lnTo>
                    <a:pt x="335280" y="1738884"/>
                  </a:lnTo>
                  <a:lnTo>
                    <a:pt x="335280" y="1133856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7842504" y="2543555"/>
              <a:ext cx="335280" cy="1320165"/>
            </a:xfrm>
            <a:custGeom>
              <a:avLst/>
              <a:gdLst/>
              <a:ahLst/>
              <a:cxnLst/>
              <a:rect l="l" t="t" r="r" b="b"/>
              <a:pathLst>
                <a:path w="335279" h="1320164">
                  <a:moveTo>
                    <a:pt x="3048" y="714756"/>
                  </a:moveTo>
                  <a:lnTo>
                    <a:pt x="0" y="714756"/>
                  </a:lnTo>
                  <a:lnTo>
                    <a:pt x="0" y="1319784"/>
                  </a:lnTo>
                  <a:lnTo>
                    <a:pt x="3048" y="1319784"/>
                  </a:lnTo>
                  <a:lnTo>
                    <a:pt x="3048" y="714756"/>
                  </a:lnTo>
                  <a:close/>
                </a:path>
                <a:path w="335279" h="1320164">
                  <a:moveTo>
                    <a:pt x="7620" y="827532"/>
                  </a:moveTo>
                  <a:lnTo>
                    <a:pt x="4572" y="827532"/>
                  </a:lnTo>
                  <a:lnTo>
                    <a:pt x="4572" y="1319784"/>
                  </a:lnTo>
                  <a:lnTo>
                    <a:pt x="7620" y="1319784"/>
                  </a:lnTo>
                  <a:lnTo>
                    <a:pt x="7620" y="827532"/>
                  </a:lnTo>
                  <a:close/>
                </a:path>
                <a:path w="335279" h="1320164">
                  <a:moveTo>
                    <a:pt x="12192" y="600456"/>
                  </a:moveTo>
                  <a:lnTo>
                    <a:pt x="10668" y="600456"/>
                  </a:lnTo>
                  <a:lnTo>
                    <a:pt x="10668" y="1319784"/>
                  </a:lnTo>
                  <a:lnTo>
                    <a:pt x="12192" y="1319784"/>
                  </a:lnTo>
                  <a:lnTo>
                    <a:pt x="12192" y="600456"/>
                  </a:lnTo>
                  <a:close/>
                </a:path>
                <a:path w="335279" h="1320164">
                  <a:moveTo>
                    <a:pt x="16764" y="600456"/>
                  </a:moveTo>
                  <a:lnTo>
                    <a:pt x="15240" y="600456"/>
                  </a:lnTo>
                  <a:lnTo>
                    <a:pt x="15240" y="1319784"/>
                  </a:lnTo>
                  <a:lnTo>
                    <a:pt x="16764" y="1319784"/>
                  </a:lnTo>
                  <a:lnTo>
                    <a:pt x="16764" y="600456"/>
                  </a:lnTo>
                  <a:close/>
                </a:path>
                <a:path w="335279" h="1320164">
                  <a:moveTo>
                    <a:pt x="21336" y="827532"/>
                  </a:moveTo>
                  <a:lnTo>
                    <a:pt x="19812" y="827532"/>
                  </a:lnTo>
                  <a:lnTo>
                    <a:pt x="19812" y="1319784"/>
                  </a:lnTo>
                  <a:lnTo>
                    <a:pt x="21336" y="1319784"/>
                  </a:lnTo>
                  <a:lnTo>
                    <a:pt x="21336" y="827532"/>
                  </a:lnTo>
                  <a:close/>
                </a:path>
                <a:path w="335279" h="1320164">
                  <a:moveTo>
                    <a:pt x="25908" y="678180"/>
                  </a:moveTo>
                  <a:lnTo>
                    <a:pt x="24384" y="678180"/>
                  </a:lnTo>
                  <a:lnTo>
                    <a:pt x="24384" y="1319784"/>
                  </a:lnTo>
                  <a:lnTo>
                    <a:pt x="25908" y="1319784"/>
                  </a:lnTo>
                  <a:lnTo>
                    <a:pt x="25908" y="678180"/>
                  </a:lnTo>
                  <a:close/>
                </a:path>
                <a:path w="335279" h="1320164">
                  <a:moveTo>
                    <a:pt x="30480" y="678180"/>
                  </a:moveTo>
                  <a:lnTo>
                    <a:pt x="28956" y="678180"/>
                  </a:lnTo>
                  <a:lnTo>
                    <a:pt x="28956" y="1319784"/>
                  </a:lnTo>
                  <a:lnTo>
                    <a:pt x="30480" y="1319784"/>
                  </a:lnTo>
                  <a:lnTo>
                    <a:pt x="30480" y="678180"/>
                  </a:lnTo>
                  <a:close/>
                </a:path>
                <a:path w="335279" h="1320164">
                  <a:moveTo>
                    <a:pt x="35052" y="714756"/>
                  </a:moveTo>
                  <a:lnTo>
                    <a:pt x="33528" y="714756"/>
                  </a:lnTo>
                  <a:lnTo>
                    <a:pt x="33528" y="1319784"/>
                  </a:lnTo>
                  <a:lnTo>
                    <a:pt x="35052" y="1319784"/>
                  </a:lnTo>
                  <a:lnTo>
                    <a:pt x="35052" y="714756"/>
                  </a:lnTo>
                  <a:close/>
                </a:path>
                <a:path w="335279" h="1320164">
                  <a:moveTo>
                    <a:pt x="41148" y="778764"/>
                  </a:moveTo>
                  <a:lnTo>
                    <a:pt x="38100" y="778764"/>
                  </a:lnTo>
                  <a:lnTo>
                    <a:pt x="38100" y="1319784"/>
                  </a:lnTo>
                  <a:lnTo>
                    <a:pt x="41148" y="1319784"/>
                  </a:lnTo>
                  <a:lnTo>
                    <a:pt x="41148" y="778764"/>
                  </a:lnTo>
                  <a:close/>
                </a:path>
                <a:path w="335279" h="1320164">
                  <a:moveTo>
                    <a:pt x="45720" y="600456"/>
                  </a:moveTo>
                  <a:lnTo>
                    <a:pt x="42672" y="600456"/>
                  </a:lnTo>
                  <a:lnTo>
                    <a:pt x="42672" y="1319784"/>
                  </a:lnTo>
                  <a:lnTo>
                    <a:pt x="45720" y="1319784"/>
                  </a:lnTo>
                  <a:lnTo>
                    <a:pt x="45720" y="600456"/>
                  </a:lnTo>
                  <a:close/>
                </a:path>
                <a:path w="335279" h="1320164">
                  <a:moveTo>
                    <a:pt x="50292" y="827532"/>
                  </a:moveTo>
                  <a:lnTo>
                    <a:pt x="48768" y="827532"/>
                  </a:lnTo>
                  <a:lnTo>
                    <a:pt x="48768" y="1319784"/>
                  </a:lnTo>
                  <a:lnTo>
                    <a:pt x="50292" y="1319784"/>
                  </a:lnTo>
                  <a:lnTo>
                    <a:pt x="50292" y="827532"/>
                  </a:lnTo>
                  <a:close/>
                </a:path>
                <a:path w="335279" h="1320164">
                  <a:moveTo>
                    <a:pt x="54864" y="714756"/>
                  </a:moveTo>
                  <a:lnTo>
                    <a:pt x="53340" y="714756"/>
                  </a:lnTo>
                  <a:lnTo>
                    <a:pt x="53340" y="1319784"/>
                  </a:lnTo>
                  <a:lnTo>
                    <a:pt x="54864" y="1319784"/>
                  </a:lnTo>
                  <a:lnTo>
                    <a:pt x="54864" y="714756"/>
                  </a:lnTo>
                  <a:close/>
                </a:path>
                <a:path w="335279" h="1320164">
                  <a:moveTo>
                    <a:pt x="59436" y="736092"/>
                  </a:moveTo>
                  <a:lnTo>
                    <a:pt x="57912" y="736092"/>
                  </a:lnTo>
                  <a:lnTo>
                    <a:pt x="57912" y="1319784"/>
                  </a:lnTo>
                  <a:lnTo>
                    <a:pt x="59436" y="1319784"/>
                  </a:lnTo>
                  <a:lnTo>
                    <a:pt x="59436" y="736092"/>
                  </a:lnTo>
                  <a:close/>
                </a:path>
                <a:path w="335279" h="1320164">
                  <a:moveTo>
                    <a:pt x="64008" y="449580"/>
                  </a:moveTo>
                  <a:lnTo>
                    <a:pt x="62484" y="449580"/>
                  </a:lnTo>
                  <a:lnTo>
                    <a:pt x="62484" y="1319784"/>
                  </a:lnTo>
                  <a:lnTo>
                    <a:pt x="64008" y="1319784"/>
                  </a:lnTo>
                  <a:lnTo>
                    <a:pt x="64008" y="449580"/>
                  </a:lnTo>
                  <a:close/>
                </a:path>
                <a:path w="335279" h="1320164">
                  <a:moveTo>
                    <a:pt x="68580" y="300228"/>
                  </a:moveTo>
                  <a:lnTo>
                    <a:pt x="67056" y="300228"/>
                  </a:lnTo>
                  <a:lnTo>
                    <a:pt x="67056" y="1319784"/>
                  </a:lnTo>
                  <a:lnTo>
                    <a:pt x="68580" y="1319784"/>
                  </a:lnTo>
                  <a:lnTo>
                    <a:pt x="68580" y="300228"/>
                  </a:lnTo>
                  <a:close/>
                </a:path>
                <a:path w="335279" h="1320164">
                  <a:moveTo>
                    <a:pt x="73152" y="449580"/>
                  </a:moveTo>
                  <a:lnTo>
                    <a:pt x="71628" y="449580"/>
                  </a:lnTo>
                  <a:lnTo>
                    <a:pt x="71628" y="1319784"/>
                  </a:lnTo>
                  <a:lnTo>
                    <a:pt x="73152" y="1319784"/>
                  </a:lnTo>
                  <a:lnTo>
                    <a:pt x="73152" y="449580"/>
                  </a:lnTo>
                  <a:close/>
                </a:path>
                <a:path w="335279" h="1320164">
                  <a:moveTo>
                    <a:pt x="77724" y="521208"/>
                  </a:moveTo>
                  <a:lnTo>
                    <a:pt x="76200" y="521208"/>
                  </a:lnTo>
                  <a:lnTo>
                    <a:pt x="76200" y="1319784"/>
                  </a:lnTo>
                  <a:lnTo>
                    <a:pt x="77724" y="1319784"/>
                  </a:lnTo>
                  <a:lnTo>
                    <a:pt x="77724" y="521208"/>
                  </a:lnTo>
                  <a:close/>
                </a:path>
                <a:path w="335279" h="1320164">
                  <a:moveTo>
                    <a:pt x="83820" y="384048"/>
                  </a:moveTo>
                  <a:lnTo>
                    <a:pt x="80772" y="384048"/>
                  </a:lnTo>
                  <a:lnTo>
                    <a:pt x="80772" y="1319784"/>
                  </a:lnTo>
                  <a:lnTo>
                    <a:pt x="83820" y="1319784"/>
                  </a:lnTo>
                  <a:lnTo>
                    <a:pt x="83820" y="384048"/>
                  </a:lnTo>
                  <a:close/>
                </a:path>
                <a:path w="335279" h="1320164">
                  <a:moveTo>
                    <a:pt x="88392" y="467868"/>
                  </a:moveTo>
                  <a:lnTo>
                    <a:pt x="85344" y="467868"/>
                  </a:lnTo>
                  <a:lnTo>
                    <a:pt x="85344" y="1319784"/>
                  </a:lnTo>
                  <a:lnTo>
                    <a:pt x="88392" y="1319784"/>
                  </a:lnTo>
                  <a:lnTo>
                    <a:pt x="88392" y="467868"/>
                  </a:lnTo>
                  <a:close/>
                </a:path>
                <a:path w="335279" h="1320164">
                  <a:moveTo>
                    <a:pt x="92964" y="496824"/>
                  </a:moveTo>
                  <a:lnTo>
                    <a:pt x="91440" y="496824"/>
                  </a:lnTo>
                  <a:lnTo>
                    <a:pt x="91440" y="1319784"/>
                  </a:lnTo>
                  <a:lnTo>
                    <a:pt x="92964" y="1319784"/>
                  </a:lnTo>
                  <a:lnTo>
                    <a:pt x="92964" y="496824"/>
                  </a:lnTo>
                  <a:close/>
                </a:path>
                <a:path w="335279" h="1320164">
                  <a:moveTo>
                    <a:pt x="97536" y="647700"/>
                  </a:moveTo>
                  <a:lnTo>
                    <a:pt x="96012" y="647700"/>
                  </a:lnTo>
                  <a:lnTo>
                    <a:pt x="96012" y="1319784"/>
                  </a:lnTo>
                  <a:lnTo>
                    <a:pt x="97536" y="1319784"/>
                  </a:lnTo>
                  <a:lnTo>
                    <a:pt x="97536" y="647700"/>
                  </a:lnTo>
                  <a:close/>
                </a:path>
                <a:path w="335279" h="1320164">
                  <a:moveTo>
                    <a:pt x="102108" y="509016"/>
                  </a:moveTo>
                  <a:lnTo>
                    <a:pt x="100584" y="509016"/>
                  </a:lnTo>
                  <a:lnTo>
                    <a:pt x="100584" y="1319784"/>
                  </a:lnTo>
                  <a:lnTo>
                    <a:pt x="102108" y="1319784"/>
                  </a:lnTo>
                  <a:lnTo>
                    <a:pt x="102108" y="509016"/>
                  </a:lnTo>
                  <a:close/>
                </a:path>
                <a:path w="335279" h="1320164">
                  <a:moveTo>
                    <a:pt x="106680" y="455676"/>
                  </a:moveTo>
                  <a:lnTo>
                    <a:pt x="105156" y="455676"/>
                  </a:lnTo>
                  <a:lnTo>
                    <a:pt x="105156" y="1319784"/>
                  </a:lnTo>
                  <a:lnTo>
                    <a:pt x="106680" y="1319784"/>
                  </a:lnTo>
                  <a:lnTo>
                    <a:pt x="106680" y="455676"/>
                  </a:lnTo>
                  <a:close/>
                </a:path>
                <a:path w="335279" h="1320164">
                  <a:moveTo>
                    <a:pt x="111252" y="449580"/>
                  </a:moveTo>
                  <a:lnTo>
                    <a:pt x="109728" y="449580"/>
                  </a:lnTo>
                  <a:lnTo>
                    <a:pt x="109728" y="1319784"/>
                  </a:lnTo>
                  <a:lnTo>
                    <a:pt x="111252" y="1319784"/>
                  </a:lnTo>
                  <a:lnTo>
                    <a:pt x="111252" y="449580"/>
                  </a:lnTo>
                  <a:close/>
                </a:path>
                <a:path w="335279" h="1320164">
                  <a:moveTo>
                    <a:pt x="115824" y="222504"/>
                  </a:moveTo>
                  <a:lnTo>
                    <a:pt x="114300" y="222504"/>
                  </a:lnTo>
                  <a:lnTo>
                    <a:pt x="114300" y="1319784"/>
                  </a:lnTo>
                  <a:lnTo>
                    <a:pt x="115824" y="1319784"/>
                  </a:lnTo>
                  <a:lnTo>
                    <a:pt x="115824" y="222504"/>
                  </a:lnTo>
                  <a:close/>
                </a:path>
                <a:path w="335279" h="1320164">
                  <a:moveTo>
                    <a:pt x="121920" y="112776"/>
                  </a:moveTo>
                  <a:lnTo>
                    <a:pt x="118872" y="112776"/>
                  </a:lnTo>
                  <a:lnTo>
                    <a:pt x="118872" y="1319784"/>
                  </a:lnTo>
                  <a:lnTo>
                    <a:pt x="121920" y="1319784"/>
                  </a:lnTo>
                  <a:lnTo>
                    <a:pt x="121920" y="112776"/>
                  </a:lnTo>
                  <a:close/>
                </a:path>
                <a:path w="335279" h="1320164">
                  <a:moveTo>
                    <a:pt x="126492" y="108204"/>
                  </a:moveTo>
                  <a:lnTo>
                    <a:pt x="123444" y="108204"/>
                  </a:lnTo>
                  <a:lnTo>
                    <a:pt x="123444" y="1319784"/>
                  </a:lnTo>
                  <a:lnTo>
                    <a:pt x="126492" y="1319784"/>
                  </a:lnTo>
                  <a:lnTo>
                    <a:pt x="126492" y="108204"/>
                  </a:lnTo>
                  <a:close/>
                </a:path>
                <a:path w="335279" h="1320164">
                  <a:moveTo>
                    <a:pt x="131064" y="185928"/>
                  </a:moveTo>
                  <a:lnTo>
                    <a:pt x="128016" y="185928"/>
                  </a:lnTo>
                  <a:lnTo>
                    <a:pt x="128016" y="1319784"/>
                  </a:lnTo>
                  <a:lnTo>
                    <a:pt x="131064" y="1319784"/>
                  </a:lnTo>
                  <a:lnTo>
                    <a:pt x="131064" y="185928"/>
                  </a:lnTo>
                  <a:close/>
                </a:path>
                <a:path w="335279" h="1320164">
                  <a:moveTo>
                    <a:pt x="135636" y="108204"/>
                  </a:moveTo>
                  <a:lnTo>
                    <a:pt x="134112" y="108204"/>
                  </a:lnTo>
                  <a:lnTo>
                    <a:pt x="134112" y="1319784"/>
                  </a:lnTo>
                  <a:lnTo>
                    <a:pt x="135636" y="1319784"/>
                  </a:lnTo>
                  <a:lnTo>
                    <a:pt x="135636" y="108204"/>
                  </a:lnTo>
                  <a:close/>
                </a:path>
                <a:path w="335279" h="1320164">
                  <a:moveTo>
                    <a:pt x="140208" y="205740"/>
                  </a:moveTo>
                  <a:lnTo>
                    <a:pt x="138684" y="205740"/>
                  </a:lnTo>
                  <a:lnTo>
                    <a:pt x="138684" y="1319784"/>
                  </a:lnTo>
                  <a:lnTo>
                    <a:pt x="140208" y="1319784"/>
                  </a:lnTo>
                  <a:lnTo>
                    <a:pt x="140208" y="205740"/>
                  </a:lnTo>
                  <a:close/>
                </a:path>
                <a:path w="335279" h="1320164">
                  <a:moveTo>
                    <a:pt x="144780" y="108204"/>
                  </a:moveTo>
                  <a:lnTo>
                    <a:pt x="143256" y="108204"/>
                  </a:lnTo>
                  <a:lnTo>
                    <a:pt x="143256" y="1319784"/>
                  </a:lnTo>
                  <a:lnTo>
                    <a:pt x="144780" y="1319784"/>
                  </a:lnTo>
                  <a:lnTo>
                    <a:pt x="144780" y="108204"/>
                  </a:lnTo>
                  <a:close/>
                </a:path>
                <a:path w="335279" h="1320164">
                  <a:moveTo>
                    <a:pt x="149352" y="214884"/>
                  </a:moveTo>
                  <a:lnTo>
                    <a:pt x="147828" y="214884"/>
                  </a:lnTo>
                  <a:lnTo>
                    <a:pt x="147828" y="1319784"/>
                  </a:lnTo>
                  <a:lnTo>
                    <a:pt x="149352" y="1319784"/>
                  </a:lnTo>
                  <a:lnTo>
                    <a:pt x="149352" y="214884"/>
                  </a:lnTo>
                  <a:close/>
                </a:path>
                <a:path w="335279" h="1320164">
                  <a:moveTo>
                    <a:pt x="153924" y="185928"/>
                  </a:moveTo>
                  <a:lnTo>
                    <a:pt x="152400" y="185928"/>
                  </a:lnTo>
                  <a:lnTo>
                    <a:pt x="152400" y="1319784"/>
                  </a:lnTo>
                  <a:lnTo>
                    <a:pt x="153924" y="1319784"/>
                  </a:lnTo>
                  <a:lnTo>
                    <a:pt x="153924" y="185928"/>
                  </a:lnTo>
                  <a:close/>
                </a:path>
                <a:path w="335279" h="1320164">
                  <a:moveTo>
                    <a:pt x="158496" y="222504"/>
                  </a:moveTo>
                  <a:lnTo>
                    <a:pt x="156972" y="222504"/>
                  </a:lnTo>
                  <a:lnTo>
                    <a:pt x="156972" y="1319784"/>
                  </a:lnTo>
                  <a:lnTo>
                    <a:pt x="158496" y="1319784"/>
                  </a:lnTo>
                  <a:lnTo>
                    <a:pt x="158496" y="222504"/>
                  </a:lnTo>
                  <a:close/>
                </a:path>
                <a:path w="335279" h="1320164">
                  <a:moveTo>
                    <a:pt x="164592" y="86868"/>
                  </a:moveTo>
                  <a:lnTo>
                    <a:pt x="161544" y="86868"/>
                  </a:lnTo>
                  <a:lnTo>
                    <a:pt x="161544" y="1319784"/>
                  </a:lnTo>
                  <a:lnTo>
                    <a:pt x="164592" y="1319784"/>
                  </a:lnTo>
                  <a:lnTo>
                    <a:pt x="164592" y="86868"/>
                  </a:lnTo>
                  <a:close/>
                </a:path>
                <a:path w="335279" h="1320164">
                  <a:moveTo>
                    <a:pt x="169164" y="269748"/>
                  </a:moveTo>
                  <a:lnTo>
                    <a:pt x="166116" y="269748"/>
                  </a:lnTo>
                  <a:lnTo>
                    <a:pt x="166116" y="1319784"/>
                  </a:lnTo>
                  <a:lnTo>
                    <a:pt x="169164" y="1319784"/>
                  </a:lnTo>
                  <a:lnTo>
                    <a:pt x="169164" y="269748"/>
                  </a:lnTo>
                  <a:close/>
                </a:path>
                <a:path w="335279" h="1320164">
                  <a:moveTo>
                    <a:pt x="173736" y="202692"/>
                  </a:moveTo>
                  <a:lnTo>
                    <a:pt x="172212" y="202692"/>
                  </a:lnTo>
                  <a:lnTo>
                    <a:pt x="172212" y="1319784"/>
                  </a:lnTo>
                  <a:lnTo>
                    <a:pt x="173736" y="1319784"/>
                  </a:lnTo>
                  <a:lnTo>
                    <a:pt x="173736" y="202692"/>
                  </a:lnTo>
                  <a:close/>
                </a:path>
                <a:path w="335279" h="1320164">
                  <a:moveTo>
                    <a:pt x="178308" y="237744"/>
                  </a:moveTo>
                  <a:lnTo>
                    <a:pt x="176784" y="237744"/>
                  </a:lnTo>
                  <a:lnTo>
                    <a:pt x="176784" y="1319784"/>
                  </a:lnTo>
                  <a:lnTo>
                    <a:pt x="178308" y="1319784"/>
                  </a:lnTo>
                  <a:lnTo>
                    <a:pt x="178308" y="237744"/>
                  </a:lnTo>
                  <a:close/>
                </a:path>
                <a:path w="335279" h="1320164">
                  <a:moveTo>
                    <a:pt x="182880" y="42672"/>
                  </a:moveTo>
                  <a:lnTo>
                    <a:pt x="181356" y="42672"/>
                  </a:lnTo>
                  <a:lnTo>
                    <a:pt x="181356" y="1319784"/>
                  </a:lnTo>
                  <a:lnTo>
                    <a:pt x="182880" y="1319784"/>
                  </a:lnTo>
                  <a:lnTo>
                    <a:pt x="182880" y="42672"/>
                  </a:lnTo>
                  <a:close/>
                </a:path>
                <a:path w="335279" h="1320164">
                  <a:moveTo>
                    <a:pt x="187452" y="236220"/>
                  </a:moveTo>
                  <a:lnTo>
                    <a:pt x="185928" y="236220"/>
                  </a:lnTo>
                  <a:lnTo>
                    <a:pt x="185928" y="1319784"/>
                  </a:lnTo>
                  <a:lnTo>
                    <a:pt x="187452" y="1319784"/>
                  </a:lnTo>
                  <a:lnTo>
                    <a:pt x="187452" y="236220"/>
                  </a:lnTo>
                  <a:close/>
                </a:path>
                <a:path w="335279" h="1320164">
                  <a:moveTo>
                    <a:pt x="192024" y="563880"/>
                  </a:moveTo>
                  <a:lnTo>
                    <a:pt x="190500" y="563880"/>
                  </a:lnTo>
                  <a:lnTo>
                    <a:pt x="190500" y="1319784"/>
                  </a:lnTo>
                  <a:lnTo>
                    <a:pt x="192024" y="1319784"/>
                  </a:lnTo>
                  <a:lnTo>
                    <a:pt x="192024" y="563880"/>
                  </a:lnTo>
                  <a:close/>
                </a:path>
                <a:path w="335279" h="1320164">
                  <a:moveTo>
                    <a:pt x="196596" y="222504"/>
                  </a:moveTo>
                  <a:lnTo>
                    <a:pt x="195072" y="222504"/>
                  </a:lnTo>
                  <a:lnTo>
                    <a:pt x="195072" y="1319784"/>
                  </a:lnTo>
                  <a:lnTo>
                    <a:pt x="196596" y="1319784"/>
                  </a:lnTo>
                  <a:lnTo>
                    <a:pt x="196596" y="222504"/>
                  </a:lnTo>
                  <a:close/>
                </a:path>
                <a:path w="335279" h="1320164">
                  <a:moveTo>
                    <a:pt x="201168" y="222504"/>
                  </a:moveTo>
                  <a:lnTo>
                    <a:pt x="199644" y="222504"/>
                  </a:lnTo>
                  <a:lnTo>
                    <a:pt x="199644" y="1319784"/>
                  </a:lnTo>
                  <a:lnTo>
                    <a:pt x="201168" y="1319784"/>
                  </a:lnTo>
                  <a:lnTo>
                    <a:pt x="201168" y="222504"/>
                  </a:lnTo>
                  <a:close/>
                </a:path>
                <a:path w="335279" h="1320164">
                  <a:moveTo>
                    <a:pt x="207264" y="384048"/>
                  </a:moveTo>
                  <a:lnTo>
                    <a:pt x="204216" y="384048"/>
                  </a:lnTo>
                  <a:lnTo>
                    <a:pt x="204216" y="1319784"/>
                  </a:lnTo>
                  <a:lnTo>
                    <a:pt x="207264" y="1319784"/>
                  </a:lnTo>
                  <a:lnTo>
                    <a:pt x="207264" y="384048"/>
                  </a:lnTo>
                  <a:close/>
                </a:path>
                <a:path w="335279" h="1320164">
                  <a:moveTo>
                    <a:pt x="211836" y="269748"/>
                  </a:moveTo>
                  <a:lnTo>
                    <a:pt x="208788" y="269748"/>
                  </a:lnTo>
                  <a:lnTo>
                    <a:pt x="208788" y="1319784"/>
                  </a:lnTo>
                  <a:lnTo>
                    <a:pt x="211836" y="1319784"/>
                  </a:lnTo>
                  <a:lnTo>
                    <a:pt x="211836" y="269748"/>
                  </a:lnTo>
                  <a:close/>
                </a:path>
                <a:path w="335279" h="1320164">
                  <a:moveTo>
                    <a:pt x="216408" y="336804"/>
                  </a:moveTo>
                  <a:lnTo>
                    <a:pt x="214884" y="336804"/>
                  </a:lnTo>
                  <a:lnTo>
                    <a:pt x="214884" y="1319784"/>
                  </a:lnTo>
                  <a:lnTo>
                    <a:pt x="216408" y="1319784"/>
                  </a:lnTo>
                  <a:lnTo>
                    <a:pt x="216408" y="336804"/>
                  </a:lnTo>
                  <a:close/>
                </a:path>
                <a:path w="335279" h="1320164">
                  <a:moveTo>
                    <a:pt x="220980" y="300228"/>
                  </a:moveTo>
                  <a:lnTo>
                    <a:pt x="219456" y="300228"/>
                  </a:lnTo>
                  <a:lnTo>
                    <a:pt x="219456" y="1319784"/>
                  </a:lnTo>
                  <a:lnTo>
                    <a:pt x="220980" y="1319784"/>
                  </a:lnTo>
                  <a:lnTo>
                    <a:pt x="220980" y="300228"/>
                  </a:lnTo>
                  <a:close/>
                </a:path>
                <a:path w="335279" h="1320164">
                  <a:moveTo>
                    <a:pt x="225552" y="278892"/>
                  </a:moveTo>
                  <a:lnTo>
                    <a:pt x="224028" y="278892"/>
                  </a:lnTo>
                  <a:lnTo>
                    <a:pt x="224028" y="1319784"/>
                  </a:lnTo>
                  <a:lnTo>
                    <a:pt x="225552" y="1319784"/>
                  </a:lnTo>
                  <a:lnTo>
                    <a:pt x="225552" y="278892"/>
                  </a:lnTo>
                  <a:close/>
                </a:path>
                <a:path w="335279" h="1320164">
                  <a:moveTo>
                    <a:pt x="230124" y="358140"/>
                  </a:moveTo>
                  <a:lnTo>
                    <a:pt x="228600" y="358140"/>
                  </a:lnTo>
                  <a:lnTo>
                    <a:pt x="228600" y="1319784"/>
                  </a:lnTo>
                  <a:lnTo>
                    <a:pt x="230124" y="1319784"/>
                  </a:lnTo>
                  <a:lnTo>
                    <a:pt x="230124" y="358140"/>
                  </a:lnTo>
                  <a:close/>
                </a:path>
                <a:path w="335279" h="1320164">
                  <a:moveTo>
                    <a:pt x="234696" y="467868"/>
                  </a:moveTo>
                  <a:lnTo>
                    <a:pt x="233172" y="467868"/>
                  </a:lnTo>
                  <a:lnTo>
                    <a:pt x="233172" y="1319784"/>
                  </a:lnTo>
                  <a:lnTo>
                    <a:pt x="234696" y="1319784"/>
                  </a:lnTo>
                  <a:lnTo>
                    <a:pt x="234696" y="467868"/>
                  </a:lnTo>
                  <a:close/>
                </a:path>
                <a:path w="335279" h="1320164">
                  <a:moveTo>
                    <a:pt x="239268" y="263652"/>
                  </a:moveTo>
                  <a:lnTo>
                    <a:pt x="237744" y="263652"/>
                  </a:lnTo>
                  <a:lnTo>
                    <a:pt x="237744" y="1319784"/>
                  </a:lnTo>
                  <a:lnTo>
                    <a:pt x="239268" y="1319784"/>
                  </a:lnTo>
                  <a:lnTo>
                    <a:pt x="239268" y="263652"/>
                  </a:lnTo>
                  <a:close/>
                </a:path>
                <a:path w="335279" h="1320164">
                  <a:moveTo>
                    <a:pt x="245364" y="16764"/>
                  </a:moveTo>
                  <a:lnTo>
                    <a:pt x="242316" y="16764"/>
                  </a:lnTo>
                  <a:lnTo>
                    <a:pt x="242316" y="1319784"/>
                  </a:lnTo>
                  <a:lnTo>
                    <a:pt x="245364" y="1319784"/>
                  </a:lnTo>
                  <a:lnTo>
                    <a:pt x="245364" y="16764"/>
                  </a:lnTo>
                  <a:close/>
                </a:path>
                <a:path w="335279" h="1320164">
                  <a:moveTo>
                    <a:pt x="249936" y="0"/>
                  </a:moveTo>
                  <a:lnTo>
                    <a:pt x="246888" y="0"/>
                  </a:lnTo>
                  <a:lnTo>
                    <a:pt x="246888" y="1319784"/>
                  </a:lnTo>
                  <a:lnTo>
                    <a:pt x="249936" y="1319784"/>
                  </a:lnTo>
                  <a:lnTo>
                    <a:pt x="249936" y="0"/>
                  </a:lnTo>
                  <a:close/>
                </a:path>
                <a:path w="335279" h="1320164">
                  <a:moveTo>
                    <a:pt x="254508" y="108204"/>
                  </a:moveTo>
                  <a:lnTo>
                    <a:pt x="251460" y="108204"/>
                  </a:lnTo>
                  <a:lnTo>
                    <a:pt x="251460" y="1319784"/>
                  </a:lnTo>
                  <a:lnTo>
                    <a:pt x="254508" y="1319784"/>
                  </a:lnTo>
                  <a:lnTo>
                    <a:pt x="254508" y="108204"/>
                  </a:lnTo>
                  <a:close/>
                </a:path>
                <a:path w="335279" h="1320164">
                  <a:moveTo>
                    <a:pt x="259080" y="181356"/>
                  </a:moveTo>
                  <a:lnTo>
                    <a:pt x="257556" y="181356"/>
                  </a:lnTo>
                  <a:lnTo>
                    <a:pt x="257556" y="1319784"/>
                  </a:lnTo>
                  <a:lnTo>
                    <a:pt x="259080" y="1319784"/>
                  </a:lnTo>
                  <a:lnTo>
                    <a:pt x="259080" y="181356"/>
                  </a:lnTo>
                  <a:close/>
                </a:path>
                <a:path w="335279" h="1320164">
                  <a:moveTo>
                    <a:pt x="263652" y="202692"/>
                  </a:moveTo>
                  <a:lnTo>
                    <a:pt x="262128" y="202692"/>
                  </a:lnTo>
                  <a:lnTo>
                    <a:pt x="262128" y="1319784"/>
                  </a:lnTo>
                  <a:lnTo>
                    <a:pt x="263652" y="1319784"/>
                  </a:lnTo>
                  <a:lnTo>
                    <a:pt x="263652" y="202692"/>
                  </a:lnTo>
                  <a:close/>
                </a:path>
                <a:path w="335279" h="1320164">
                  <a:moveTo>
                    <a:pt x="268224" y="384048"/>
                  </a:moveTo>
                  <a:lnTo>
                    <a:pt x="266700" y="384048"/>
                  </a:lnTo>
                  <a:lnTo>
                    <a:pt x="266700" y="1319784"/>
                  </a:lnTo>
                  <a:lnTo>
                    <a:pt x="268224" y="1319784"/>
                  </a:lnTo>
                  <a:lnTo>
                    <a:pt x="268224" y="384048"/>
                  </a:lnTo>
                  <a:close/>
                </a:path>
                <a:path w="335279" h="1320164">
                  <a:moveTo>
                    <a:pt x="272796" y="123444"/>
                  </a:moveTo>
                  <a:lnTo>
                    <a:pt x="271272" y="123444"/>
                  </a:lnTo>
                  <a:lnTo>
                    <a:pt x="271272" y="1319784"/>
                  </a:lnTo>
                  <a:lnTo>
                    <a:pt x="272796" y="1319784"/>
                  </a:lnTo>
                  <a:lnTo>
                    <a:pt x="272796" y="123444"/>
                  </a:lnTo>
                  <a:close/>
                </a:path>
                <a:path w="335279" h="1320164">
                  <a:moveTo>
                    <a:pt x="277368" y="678180"/>
                  </a:moveTo>
                  <a:lnTo>
                    <a:pt x="275844" y="678180"/>
                  </a:lnTo>
                  <a:lnTo>
                    <a:pt x="275844" y="1319784"/>
                  </a:lnTo>
                  <a:lnTo>
                    <a:pt x="277368" y="1319784"/>
                  </a:lnTo>
                  <a:lnTo>
                    <a:pt x="277368" y="678180"/>
                  </a:lnTo>
                  <a:close/>
                </a:path>
                <a:path w="335279" h="1320164">
                  <a:moveTo>
                    <a:pt x="281940" y="827532"/>
                  </a:moveTo>
                  <a:lnTo>
                    <a:pt x="280416" y="827532"/>
                  </a:lnTo>
                  <a:lnTo>
                    <a:pt x="280416" y="1319784"/>
                  </a:lnTo>
                  <a:lnTo>
                    <a:pt x="281940" y="1319784"/>
                  </a:lnTo>
                  <a:lnTo>
                    <a:pt x="281940" y="827532"/>
                  </a:lnTo>
                  <a:close/>
                </a:path>
                <a:path w="335279" h="1320164">
                  <a:moveTo>
                    <a:pt x="288036" y="269748"/>
                  </a:moveTo>
                  <a:lnTo>
                    <a:pt x="284988" y="269748"/>
                  </a:lnTo>
                  <a:lnTo>
                    <a:pt x="284988" y="1319784"/>
                  </a:lnTo>
                  <a:lnTo>
                    <a:pt x="288036" y="1319784"/>
                  </a:lnTo>
                  <a:lnTo>
                    <a:pt x="288036" y="269748"/>
                  </a:lnTo>
                  <a:close/>
                </a:path>
                <a:path w="335279" h="1320164">
                  <a:moveTo>
                    <a:pt x="292608" y="678180"/>
                  </a:moveTo>
                  <a:lnTo>
                    <a:pt x="289560" y="678180"/>
                  </a:lnTo>
                  <a:lnTo>
                    <a:pt x="289560" y="1319784"/>
                  </a:lnTo>
                  <a:lnTo>
                    <a:pt x="292608" y="1319784"/>
                  </a:lnTo>
                  <a:lnTo>
                    <a:pt x="292608" y="678180"/>
                  </a:lnTo>
                  <a:close/>
                </a:path>
                <a:path w="335279" h="1320164">
                  <a:moveTo>
                    <a:pt x="297180" y="600456"/>
                  </a:moveTo>
                  <a:lnTo>
                    <a:pt x="294132" y="600456"/>
                  </a:lnTo>
                  <a:lnTo>
                    <a:pt x="294132" y="1319784"/>
                  </a:lnTo>
                  <a:lnTo>
                    <a:pt x="297180" y="1319784"/>
                  </a:lnTo>
                  <a:lnTo>
                    <a:pt x="297180" y="600456"/>
                  </a:lnTo>
                  <a:close/>
                </a:path>
                <a:path w="335279" h="1320164">
                  <a:moveTo>
                    <a:pt x="301752" y="736092"/>
                  </a:moveTo>
                  <a:lnTo>
                    <a:pt x="300228" y="736092"/>
                  </a:lnTo>
                  <a:lnTo>
                    <a:pt x="300228" y="1319784"/>
                  </a:lnTo>
                  <a:lnTo>
                    <a:pt x="301752" y="1319784"/>
                  </a:lnTo>
                  <a:lnTo>
                    <a:pt x="301752" y="736092"/>
                  </a:lnTo>
                  <a:close/>
                </a:path>
                <a:path w="335279" h="1320164">
                  <a:moveTo>
                    <a:pt x="306324" y="678180"/>
                  </a:moveTo>
                  <a:lnTo>
                    <a:pt x="304800" y="678180"/>
                  </a:lnTo>
                  <a:lnTo>
                    <a:pt x="304800" y="1319784"/>
                  </a:lnTo>
                  <a:lnTo>
                    <a:pt x="306324" y="1319784"/>
                  </a:lnTo>
                  <a:lnTo>
                    <a:pt x="306324" y="678180"/>
                  </a:lnTo>
                  <a:close/>
                </a:path>
                <a:path w="335279" h="1320164">
                  <a:moveTo>
                    <a:pt x="310896" y="827532"/>
                  </a:moveTo>
                  <a:lnTo>
                    <a:pt x="309372" y="827532"/>
                  </a:lnTo>
                  <a:lnTo>
                    <a:pt x="309372" y="1319784"/>
                  </a:lnTo>
                  <a:lnTo>
                    <a:pt x="310896" y="1319784"/>
                  </a:lnTo>
                  <a:lnTo>
                    <a:pt x="310896" y="827532"/>
                  </a:lnTo>
                  <a:close/>
                </a:path>
                <a:path w="335279" h="1320164">
                  <a:moveTo>
                    <a:pt x="315468" y="714756"/>
                  </a:moveTo>
                  <a:lnTo>
                    <a:pt x="313944" y="714756"/>
                  </a:lnTo>
                  <a:lnTo>
                    <a:pt x="313944" y="1319784"/>
                  </a:lnTo>
                  <a:lnTo>
                    <a:pt x="315468" y="1319784"/>
                  </a:lnTo>
                  <a:lnTo>
                    <a:pt x="315468" y="714756"/>
                  </a:lnTo>
                  <a:close/>
                </a:path>
                <a:path w="335279" h="1320164">
                  <a:moveTo>
                    <a:pt x="320040" y="714756"/>
                  </a:moveTo>
                  <a:lnTo>
                    <a:pt x="318516" y="714756"/>
                  </a:lnTo>
                  <a:lnTo>
                    <a:pt x="318516" y="1319784"/>
                  </a:lnTo>
                  <a:lnTo>
                    <a:pt x="320040" y="1319784"/>
                  </a:lnTo>
                  <a:lnTo>
                    <a:pt x="320040" y="714756"/>
                  </a:lnTo>
                  <a:close/>
                </a:path>
                <a:path w="335279" h="1320164">
                  <a:moveTo>
                    <a:pt x="324612" y="678180"/>
                  </a:moveTo>
                  <a:lnTo>
                    <a:pt x="323088" y="678180"/>
                  </a:lnTo>
                  <a:lnTo>
                    <a:pt x="323088" y="1319784"/>
                  </a:lnTo>
                  <a:lnTo>
                    <a:pt x="324612" y="1319784"/>
                  </a:lnTo>
                  <a:lnTo>
                    <a:pt x="324612" y="678180"/>
                  </a:lnTo>
                  <a:close/>
                </a:path>
                <a:path w="335279" h="1320164">
                  <a:moveTo>
                    <a:pt x="330708" y="678180"/>
                  </a:moveTo>
                  <a:lnTo>
                    <a:pt x="327660" y="678180"/>
                  </a:lnTo>
                  <a:lnTo>
                    <a:pt x="327660" y="1319784"/>
                  </a:lnTo>
                  <a:lnTo>
                    <a:pt x="330708" y="1319784"/>
                  </a:lnTo>
                  <a:lnTo>
                    <a:pt x="330708" y="678180"/>
                  </a:lnTo>
                  <a:close/>
                </a:path>
                <a:path w="335279" h="1320164">
                  <a:moveTo>
                    <a:pt x="335280" y="647700"/>
                  </a:moveTo>
                  <a:lnTo>
                    <a:pt x="332232" y="647700"/>
                  </a:lnTo>
                  <a:lnTo>
                    <a:pt x="332232" y="1319784"/>
                  </a:lnTo>
                  <a:lnTo>
                    <a:pt x="335280" y="1319784"/>
                  </a:lnTo>
                  <a:lnTo>
                    <a:pt x="335280" y="64770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8174736" y="2502407"/>
              <a:ext cx="335280" cy="1361440"/>
            </a:xfrm>
            <a:custGeom>
              <a:avLst/>
              <a:gdLst/>
              <a:ahLst/>
              <a:cxnLst/>
              <a:rect l="l" t="t" r="r" b="b"/>
              <a:pathLst>
                <a:path w="335279" h="1361439">
                  <a:moveTo>
                    <a:pt x="3048" y="688848"/>
                  </a:moveTo>
                  <a:lnTo>
                    <a:pt x="0" y="688848"/>
                  </a:lnTo>
                  <a:lnTo>
                    <a:pt x="0" y="1360932"/>
                  </a:lnTo>
                  <a:lnTo>
                    <a:pt x="3048" y="1360932"/>
                  </a:lnTo>
                  <a:lnTo>
                    <a:pt x="3048" y="688848"/>
                  </a:lnTo>
                  <a:close/>
                </a:path>
                <a:path w="335279" h="1361439">
                  <a:moveTo>
                    <a:pt x="7620" y="562356"/>
                  </a:moveTo>
                  <a:lnTo>
                    <a:pt x="6096" y="562356"/>
                  </a:lnTo>
                  <a:lnTo>
                    <a:pt x="6096" y="1360932"/>
                  </a:lnTo>
                  <a:lnTo>
                    <a:pt x="7620" y="1360932"/>
                  </a:lnTo>
                  <a:lnTo>
                    <a:pt x="7620" y="562356"/>
                  </a:lnTo>
                  <a:close/>
                </a:path>
                <a:path w="335279" h="1361439">
                  <a:moveTo>
                    <a:pt x="12192" y="589788"/>
                  </a:moveTo>
                  <a:lnTo>
                    <a:pt x="10668" y="589788"/>
                  </a:lnTo>
                  <a:lnTo>
                    <a:pt x="10668" y="1360932"/>
                  </a:lnTo>
                  <a:lnTo>
                    <a:pt x="12192" y="1360932"/>
                  </a:lnTo>
                  <a:lnTo>
                    <a:pt x="12192" y="589788"/>
                  </a:lnTo>
                  <a:close/>
                </a:path>
                <a:path w="335279" h="1361439">
                  <a:moveTo>
                    <a:pt x="16764" y="324612"/>
                  </a:moveTo>
                  <a:lnTo>
                    <a:pt x="15240" y="324612"/>
                  </a:lnTo>
                  <a:lnTo>
                    <a:pt x="15240" y="1360932"/>
                  </a:lnTo>
                  <a:lnTo>
                    <a:pt x="16764" y="1360932"/>
                  </a:lnTo>
                  <a:lnTo>
                    <a:pt x="16764" y="324612"/>
                  </a:lnTo>
                  <a:close/>
                </a:path>
                <a:path w="335279" h="1361439">
                  <a:moveTo>
                    <a:pt x="21336" y="461772"/>
                  </a:moveTo>
                  <a:lnTo>
                    <a:pt x="19812" y="461772"/>
                  </a:lnTo>
                  <a:lnTo>
                    <a:pt x="19812" y="1360932"/>
                  </a:lnTo>
                  <a:lnTo>
                    <a:pt x="21336" y="1360932"/>
                  </a:lnTo>
                  <a:lnTo>
                    <a:pt x="21336" y="461772"/>
                  </a:lnTo>
                  <a:close/>
                </a:path>
                <a:path w="335279" h="1361439">
                  <a:moveTo>
                    <a:pt x="25908" y="490728"/>
                  </a:moveTo>
                  <a:lnTo>
                    <a:pt x="24384" y="490728"/>
                  </a:lnTo>
                  <a:lnTo>
                    <a:pt x="24384" y="1360932"/>
                  </a:lnTo>
                  <a:lnTo>
                    <a:pt x="25908" y="1360932"/>
                  </a:lnTo>
                  <a:lnTo>
                    <a:pt x="25908" y="490728"/>
                  </a:lnTo>
                  <a:close/>
                </a:path>
                <a:path w="335279" h="1361439">
                  <a:moveTo>
                    <a:pt x="30480" y="341376"/>
                  </a:moveTo>
                  <a:lnTo>
                    <a:pt x="28956" y="341376"/>
                  </a:lnTo>
                  <a:lnTo>
                    <a:pt x="28956" y="1360932"/>
                  </a:lnTo>
                  <a:lnTo>
                    <a:pt x="30480" y="1360932"/>
                  </a:lnTo>
                  <a:lnTo>
                    <a:pt x="30480" y="341376"/>
                  </a:lnTo>
                  <a:close/>
                </a:path>
                <a:path w="335279" h="1361439">
                  <a:moveTo>
                    <a:pt x="36576" y="263652"/>
                  </a:moveTo>
                  <a:lnTo>
                    <a:pt x="33528" y="263652"/>
                  </a:lnTo>
                  <a:lnTo>
                    <a:pt x="33528" y="1360932"/>
                  </a:lnTo>
                  <a:lnTo>
                    <a:pt x="36576" y="1360932"/>
                  </a:lnTo>
                  <a:lnTo>
                    <a:pt x="36576" y="263652"/>
                  </a:lnTo>
                  <a:close/>
                </a:path>
                <a:path w="335279" h="1361439">
                  <a:moveTo>
                    <a:pt x="41148" y="377952"/>
                  </a:moveTo>
                  <a:lnTo>
                    <a:pt x="38100" y="377952"/>
                  </a:lnTo>
                  <a:lnTo>
                    <a:pt x="38100" y="1360932"/>
                  </a:lnTo>
                  <a:lnTo>
                    <a:pt x="41148" y="1360932"/>
                  </a:lnTo>
                  <a:lnTo>
                    <a:pt x="41148" y="377952"/>
                  </a:lnTo>
                  <a:close/>
                </a:path>
                <a:path w="335279" h="1361439">
                  <a:moveTo>
                    <a:pt x="45720" y="196596"/>
                  </a:moveTo>
                  <a:lnTo>
                    <a:pt x="42672" y="196596"/>
                  </a:lnTo>
                  <a:lnTo>
                    <a:pt x="42672" y="1360932"/>
                  </a:lnTo>
                  <a:lnTo>
                    <a:pt x="45720" y="1360932"/>
                  </a:lnTo>
                  <a:lnTo>
                    <a:pt x="45720" y="196596"/>
                  </a:lnTo>
                  <a:close/>
                </a:path>
                <a:path w="335279" h="1361439">
                  <a:moveTo>
                    <a:pt x="50292" y="172212"/>
                  </a:moveTo>
                  <a:lnTo>
                    <a:pt x="48768" y="172212"/>
                  </a:lnTo>
                  <a:lnTo>
                    <a:pt x="48768" y="1360932"/>
                  </a:lnTo>
                  <a:lnTo>
                    <a:pt x="50292" y="1360932"/>
                  </a:lnTo>
                  <a:lnTo>
                    <a:pt x="50292" y="172212"/>
                  </a:lnTo>
                  <a:close/>
                </a:path>
                <a:path w="335279" h="1361439">
                  <a:moveTo>
                    <a:pt x="54864" y="284988"/>
                  </a:moveTo>
                  <a:lnTo>
                    <a:pt x="53340" y="284988"/>
                  </a:lnTo>
                  <a:lnTo>
                    <a:pt x="53340" y="1360932"/>
                  </a:lnTo>
                  <a:lnTo>
                    <a:pt x="54864" y="1360932"/>
                  </a:lnTo>
                  <a:lnTo>
                    <a:pt x="54864" y="284988"/>
                  </a:lnTo>
                  <a:close/>
                </a:path>
                <a:path w="335279" h="1361439">
                  <a:moveTo>
                    <a:pt x="59436" y="263652"/>
                  </a:moveTo>
                  <a:lnTo>
                    <a:pt x="57912" y="263652"/>
                  </a:lnTo>
                  <a:lnTo>
                    <a:pt x="57912" y="1360932"/>
                  </a:lnTo>
                  <a:lnTo>
                    <a:pt x="59436" y="1360932"/>
                  </a:lnTo>
                  <a:lnTo>
                    <a:pt x="59436" y="263652"/>
                  </a:lnTo>
                  <a:close/>
                </a:path>
                <a:path w="335279" h="1361439">
                  <a:moveTo>
                    <a:pt x="64008" y="377952"/>
                  </a:moveTo>
                  <a:lnTo>
                    <a:pt x="62484" y="377952"/>
                  </a:lnTo>
                  <a:lnTo>
                    <a:pt x="62484" y="1360932"/>
                  </a:lnTo>
                  <a:lnTo>
                    <a:pt x="64008" y="1360932"/>
                  </a:lnTo>
                  <a:lnTo>
                    <a:pt x="64008" y="377952"/>
                  </a:lnTo>
                  <a:close/>
                </a:path>
                <a:path w="335279" h="1361439">
                  <a:moveTo>
                    <a:pt x="68580" y="377952"/>
                  </a:moveTo>
                  <a:lnTo>
                    <a:pt x="67056" y="377952"/>
                  </a:lnTo>
                  <a:lnTo>
                    <a:pt x="67056" y="1360932"/>
                  </a:lnTo>
                  <a:lnTo>
                    <a:pt x="68580" y="1360932"/>
                  </a:lnTo>
                  <a:lnTo>
                    <a:pt x="68580" y="377952"/>
                  </a:lnTo>
                  <a:close/>
                </a:path>
                <a:path w="335279" h="1361439">
                  <a:moveTo>
                    <a:pt x="73152" y="294132"/>
                  </a:moveTo>
                  <a:lnTo>
                    <a:pt x="71628" y="294132"/>
                  </a:lnTo>
                  <a:lnTo>
                    <a:pt x="71628" y="1360932"/>
                  </a:lnTo>
                  <a:lnTo>
                    <a:pt x="73152" y="1360932"/>
                  </a:lnTo>
                  <a:lnTo>
                    <a:pt x="73152" y="294132"/>
                  </a:lnTo>
                  <a:close/>
                </a:path>
                <a:path w="335279" h="1361439">
                  <a:moveTo>
                    <a:pt x="79248" y="310896"/>
                  </a:moveTo>
                  <a:lnTo>
                    <a:pt x="76200" y="310896"/>
                  </a:lnTo>
                  <a:lnTo>
                    <a:pt x="76200" y="1360932"/>
                  </a:lnTo>
                  <a:lnTo>
                    <a:pt x="79248" y="1360932"/>
                  </a:lnTo>
                  <a:lnTo>
                    <a:pt x="79248" y="310896"/>
                  </a:lnTo>
                  <a:close/>
                </a:path>
                <a:path w="335279" h="1361439">
                  <a:moveTo>
                    <a:pt x="83820" y="341376"/>
                  </a:moveTo>
                  <a:lnTo>
                    <a:pt x="80772" y="341376"/>
                  </a:lnTo>
                  <a:lnTo>
                    <a:pt x="80772" y="1360932"/>
                  </a:lnTo>
                  <a:lnTo>
                    <a:pt x="83820" y="1360932"/>
                  </a:lnTo>
                  <a:lnTo>
                    <a:pt x="83820" y="341376"/>
                  </a:lnTo>
                  <a:close/>
                </a:path>
                <a:path w="335279" h="1361439">
                  <a:moveTo>
                    <a:pt x="88392" y="303276"/>
                  </a:moveTo>
                  <a:lnTo>
                    <a:pt x="85344" y="303276"/>
                  </a:lnTo>
                  <a:lnTo>
                    <a:pt x="85344" y="1360932"/>
                  </a:lnTo>
                  <a:lnTo>
                    <a:pt x="88392" y="1360932"/>
                  </a:lnTo>
                  <a:lnTo>
                    <a:pt x="88392" y="303276"/>
                  </a:lnTo>
                  <a:close/>
                </a:path>
                <a:path w="335279" h="1361439">
                  <a:moveTo>
                    <a:pt x="92964" y="310896"/>
                  </a:moveTo>
                  <a:lnTo>
                    <a:pt x="91440" y="310896"/>
                  </a:lnTo>
                  <a:lnTo>
                    <a:pt x="91440" y="1360932"/>
                  </a:lnTo>
                  <a:lnTo>
                    <a:pt x="92964" y="1360932"/>
                  </a:lnTo>
                  <a:lnTo>
                    <a:pt x="92964" y="310896"/>
                  </a:lnTo>
                  <a:close/>
                </a:path>
                <a:path w="335279" h="1361439">
                  <a:moveTo>
                    <a:pt x="97536" y="310896"/>
                  </a:moveTo>
                  <a:lnTo>
                    <a:pt x="96012" y="310896"/>
                  </a:lnTo>
                  <a:lnTo>
                    <a:pt x="96012" y="1360932"/>
                  </a:lnTo>
                  <a:lnTo>
                    <a:pt x="97536" y="1360932"/>
                  </a:lnTo>
                  <a:lnTo>
                    <a:pt x="97536" y="310896"/>
                  </a:lnTo>
                  <a:close/>
                </a:path>
                <a:path w="335279" h="1361439">
                  <a:moveTo>
                    <a:pt x="102108" y="310896"/>
                  </a:moveTo>
                  <a:lnTo>
                    <a:pt x="100584" y="310896"/>
                  </a:lnTo>
                  <a:lnTo>
                    <a:pt x="100584" y="1360932"/>
                  </a:lnTo>
                  <a:lnTo>
                    <a:pt x="102108" y="1360932"/>
                  </a:lnTo>
                  <a:lnTo>
                    <a:pt x="102108" y="310896"/>
                  </a:lnTo>
                  <a:close/>
                </a:path>
                <a:path w="335279" h="1361439">
                  <a:moveTo>
                    <a:pt x="106680" y="263652"/>
                  </a:moveTo>
                  <a:lnTo>
                    <a:pt x="105156" y="263652"/>
                  </a:lnTo>
                  <a:lnTo>
                    <a:pt x="105156" y="1360932"/>
                  </a:lnTo>
                  <a:lnTo>
                    <a:pt x="106680" y="1360932"/>
                  </a:lnTo>
                  <a:lnTo>
                    <a:pt x="106680" y="263652"/>
                  </a:lnTo>
                  <a:close/>
                </a:path>
                <a:path w="335279" h="1361439">
                  <a:moveTo>
                    <a:pt x="111252" y="263652"/>
                  </a:moveTo>
                  <a:lnTo>
                    <a:pt x="109728" y="263652"/>
                  </a:lnTo>
                  <a:lnTo>
                    <a:pt x="109728" y="1360932"/>
                  </a:lnTo>
                  <a:lnTo>
                    <a:pt x="111252" y="1360932"/>
                  </a:lnTo>
                  <a:lnTo>
                    <a:pt x="111252" y="263652"/>
                  </a:lnTo>
                  <a:close/>
                </a:path>
                <a:path w="335279" h="1361439">
                  <a:moveTo>
                    <a:pt x="115824" y="263652"/>
                  </a:moveTo>
                  <a:lnTo>
                    <a:pt x="114300" y="263652"/>
                  </a:lnTo>
                  <a:lnTo>
                    <a:pt x="114300" y="1360932"/>
                  </a:lnTo>
                  <a:lnTo>
                    <a:pt x="115824" y="1360932"/>
                  </a:lnTo>
                  <a:lnTo>
                    <a:pt x="115824" y="263652"/>
                  </a:lnTo>
                  <a:close/>
                </a:path>
                <a:path w="335279" h="1361439">
                  <a:moveTo>
                    <a:pt x="121920" y="243840"/>
                  </a:moveTo>
                  <a:lnTo>
                    <a:pt x="118872" y="243840"/>
                  </a:lnTo>
                  <a:lnTo>
                    <a:pt x="118872" y="1360932"/>
                  </a:lnTo>
                  <a:lnTo>
                    <a:pt x="121920" y="1360932"/>
                  </a:lnTo>
                  <a:lnTo>
                    <a:pt x="121920" y="243840"/>
                  </a:lnTo>
                  <a:close/>
                </a:path>
                <a:path w="335279" h="1361439">
                  <a:moveTo>
                    <a:pt x="126492" y="227076"/>
                  </a:moveTo>
                  <a:lnTo>
                    <a:pt x="123444" y="227076"/>
                  </a:lnTo>
                  <a:lnTo>
                    <a:pt x="123444" y="1360932"/>
                  </a:lnTo>
                  <a:lnTo>
                    <a:pt x="126492" y="1360932"/>
                  </a:lnTo>
                  <a:lnTo>
                    <a:pt x="126492" y="227076"/>
                  </a:lnTo>
                  <a:close/>
                </a:path>
                <a:path w="335279" h="1361439">
                  <a:moveTo>
                    <a:pt x="131064" y="310896"/>
                  </a:moveTo>
                  <a:lnTo>
                    <a:pt x="129540" y="310896"/>
                  </a:lnTo>
                  <a:lnTo>
                    <a:pt x="129540" y="1360932"/>
                  </a:lnTo>
                  <a:lnTo>
                    <a:pt x="131064" y="1360932"/>
                  </a:lnTo>
                  <a:lnTo>
                    <a:pt x="131064" y="310896"/>
                  </a:lnTo>
                  <a:close/>
                </a:path>
                <a:path w="335279" h="1361439">
                  <a:moveTo>
                    <a:pt x="135636" y="277368"/>
                  </a:moveTo>
                  <a:lnTo>
                    <a:pt x="134112" y="277368"/>
                  </a:lnTo>
                  <a:lnTo>
                    <a:pt x="134112" y="1360932"/>
                  </a:lnTo>
                  <a:lnTo>
                    <a:pt x="135636" y="1360932"/>
                  </a:lnTo>
                  <a:lnTo>
                    <a:pt x="135636" y="277368"/>
                  </a:lnTo>
                  <a:close/>
                </a:path>
                <a:path w="335279" h="1361439">
                  <a:moveTo>
                    <a:pt x="140208" y="324612"/>
                  </a:moveTo>
                  <a:lnTo>
                    <a:pt x="138684" y="324612"/>
                  </a:lnTo>
                  <a:lnTo>
                    <a:pt x="138684" y="1360932"/>
                  </a:lnTo>
                  <a:lnTo>
                    <a:pt x="140208" y="1360932"/>
                  </a:lnTo>
                  <a:lnTo>
                    <a:pt x="140208" y="324612"/>
                  </a:lnTo>
                  <a:close/>
                </a:path>
                <a:path w="335279" h="1361439">
                  <a:moveTo>
                    <a:pt x="144780" y="167640"/>
                  </a:moveTo>
                  <a:lnTo>
                    <a:pt x="143256" y="167640"/>
                  </a:lnTo>
                  <a:lnTo>
                    <a:pt x="143256" y="1360932"/>
                  </a:lnTo>
                  <a:lnTo>
                    <a:pt x="144780" y="1360932"/>
                  </a:lnTo>
                  <a:lnTo>
                    <a:pt x="144780" y="167640"/>
                  </a:lnTo>
                  <a:close/>
                </a:path>
                <a:path w="335279" h="1361439">
                  <a:moveTo>
                    <a:pt x="149352" y="263652"/>
                  </a:moveTo>
                  <a:lnTo>
                    <a:pt x="147828" y="263652"/>
                  </a:lnTo>
                  <a:lnTo>
                    <a:pt x="147828" y="1360932"/>
                  </a:lnTo>
                  <a:lnTo>
                    <a:pt x="149352" y="1360932"/>
                  </a:lnTo>
                  <a:lnTo>
                    <a:pt x="149352" y="263652"/>
                  </a:lnTo>
                  <a:close/>
                </a:path>
                <a:path w="335279" h="1361439">
                  <a:moveTo>
                    <a:pt x="153924" y="172212"/>
                  </a:moveTo>
                  <a:lnTo>
                    <a:pt x="152400" y="172212"/>
                  </a:lnTo>
                  <a:lnTo>
                    <a:pt x="152400" y="1360932"/>
                  </a:lnTo>
                  <a:lnTo>
                    <a:pt x="153924" y="1360932"/>
                  </a:lnTo>
                  <a:lnTo>
                    <a:pt x="153924" y="172212"/>
                  </a:lnTo>
                  <a:close/>
                </a:path>
                <a:path w="335279" h="1361439">
                  <a:moveTo>
                    <a:pt x="160020" y="254508"/>
                  </a:moveTo>
                  <a:lnTo>
                    <a:pt x="156972" y="254508"/>
                  </a:lnTo>
                  <a:lnTo>
                    <a:pt x="156972" y="1360932"/>
                  </a:lnTo>
                  <a:lnTo>
                    <a:pt x="160020" y="1360932"/>
                  </a:lnTo>
                  <a:lnTo>
                    <a:pt x="160020" y="254508"/>
                  </a:lnTo>
                  <a:close/>
                </a:path>
                <a:path w="335279" h="1361439">
                  <a:moveTo>
                    <a:pt x="164592" y="341376"/>
                  </a:moveTo>
                  <a:lnTo>
                    <a:pt x="161544" y="341376"/>
                  </a:lnTo>
                  <a:lnTo>
                    <a:pt x="161544" y="1360932"/>
                  </a:lnTo>
                  <a:lnTo>
                    <a:pt x="164592" y="1360932"/>
                  </a:lnTo>
                  <a:lnTo>
                    <a:pt x="164592" y="341376"/>
                  </a:lnTo>
                  <a:close/>
                </a:path>
                <a:path w="335279" h="1361439">
                  <a:moveTo>
                    <a:pt x="169164" y="271272"/>
                  </a:moveTo>
                  <a:lnTo>
                    <a:pt x="166116" y="271272"/>
                  </a:lnTo>
                  <a:lnTo>
                    <a:pt x="166116" y="1360932"/>
                  </a:lnTo>
                  <a:lnTo>
                    <a:pt x="169164" y="1360932"/>
                  </a:lnTo>
                  <a:lnTo>
                    <a:pt x="169164" y="271272"/>
                  </a:lnTo>
                  <a:close/>
                </a:path>
                <a:path w="335279" h="1361439">
                  <a:moveTo>
                    <a:pt x="173736" y="347472"/>
                  </a:moveTo>
                  <a:lnTo>
                    <a:pt x="172212" y="347472"/>
                  </a:lnTo>
                  <a:lnTo>
                    <a:pt x="172212" y="1360932"/>
                  </a:lnTo>
                  <a:lnTo>
                    <a:pt x="173736" y="1360932"/>
                  </a:lnTo>
                  <a:lnTo>
                    <a:pt x="173736" y="347472"/>
                  </a:lnTo>
                  <a:close/>
                </a:path>
                <a:path w="335279" h="1361439">
                  <a:moveTo>
                    <a:pt x="178308" y="263652"/>
                  </a:moveTo>
                  <a:lnTo>
                    <a:pt x="176784" y="263652"/>
                  </a:lnTo>
                  <a:lnTo>
                    <a:pt x="176784" y="1360932"/>
                  </a:lnTo>
                  <a:lnTo>
                    <a:pt x="178308" y="1360932"/>
                  </a:lnTo>
                  <a:lnTo>
                    <a:pt x="178308" y="263652"/>
                  </a:lnTo>
                  <a:close/>
                </a:path>
                <a:path w="335279" h="1361439">
                  <a:moveTo>
                    <a:pt x="182880" y="214884"/>
                  </a:moveTo>
                  <a:lnTo>
                    <a:pt x="181356" y="214884"/>
                  </a:lnTo>
                  <a:lnTo>
                    <a:pt x="181356" y="1360932"/>
                  </a:lnTo>
                  <a:lnTo>
                    <a:pt x="182880" y="1360932"/>
                  </a:lnTo>
                  <a:lnTo>
                    <a:pt x="182880" y="214884"/>
                  </a:lnTo>
                  <a:close/>
                </a:path>
                <a:path w="335279" h="1361439">
                  <a:moveTo>
                    <a:pt x="187452" y="310896"/>
                  </a:moveTo>
                  <a:lnTo>
                    <a:pt x="185928" y="310896"/>
                  </a:lnTo>
                  <a:lnTo>
                    <a:pt x="185928" y="1360932"/>
                  </a:lnTo>
                  <a:lnTo>
                    <a:pt x="187452" y="1360932"/>
                  </a:lnTo>
                  <a:lnTo>
                    <a:pt x="187452" y="310896"/>
                  </a:lnTo>
                  <a:close/>
                </a:path>
                <a:path w="335279" h="1361439">
                  <a:moveTo>
                    <a:pt x="192024" y="227076"/>
                  </a:moveTo>
                  <a:lnTo>
                    <a:pt x="190500" y="227076"/>
                  </a:lnTo>
                  <a:lnTo>
                    <a:pt x="190500" y="1360932"/>
                  </a:lnTo>
                  <a:lnTo>
                    <a:pt x="192024" y="1360932"/>
                  </a:lnTo>
                  <a:lnTo>
                    <a:pt x="192024" y="227076"/>
                  </a:lnTo>
                  <a:close/>
                </a:path>
                <a:path w="335279" h="1361439">
                  <a:moveTo>
                    <a:pt x="196596" y="605028"/>
                  </a:moveTo>
                  <a:lnTo>
                    <a:pt x="195072" y="605028"/>
                  </a:lnTo>
                  <a:lnTo>
                    <a:pt x="195072" y="1360932"/>
                  </a:lnTo>
                  <a:lnTo>
                    <a:pt x="196596" y="1360932"/>
                  </a:lnTo>
                  <a:lnTo>
                    <a:pt x="196596" y="605028"/>
                  </a:lnTo>
                  <a:close/>
                </a:path>
                <a:path w="335279" h="1361439">
                  <a:moveTo>
                    <a:pt x="202692" y="294132"/>
                  </a:moveTo>
                  <a:lnTo>
                    <a:pt x="199644" y="294132"/>
                  </a:lnTo>
                  <a:lnTo>
                    <a:pt x="199644" y="1360932"/>
                  </a:lnTo>
                  <a:lnTo>
                    <a:pt x="202692" y="1360932"/>
                  </a:lnTo>
                  <a:lnTo>
                    <a:pt x="202692" y="294132"/>
                  </a:lnTo>
                  <a:close/>
                </a:path>
                <a:path w="335279" h="1361439">
                  <a:moveTo>
                    <a:pt x="207264" y="149352"/>
                  </a:moveTo>
                  <a:lnTo>
                    <a:pt x="204216" y="149352"/>
                  </a:lnTo>
                  <a:lnTo>
                    <a:pt x="204216" y="1360932"/>
                  </a:lnTo>
                  <a:lnTo>
                    <a:pt x="207264" y="1360932"/>
                  </a:lnTo>
                  <a:lnTo>
                    <a:pt x="207264" y="149352"/>
                  </a:lnTo>
                  <a:close/>
                </a:path>
                <a:path w="335279" h="1361439">
                  <a:moveTo>
                    <a:pt x="211836" y="310896"/>
                  </a:moveTo>
                  <a:lnTo>
                    <a:pt x="208788" y="310896"/>
                  </a:lnTo>
                  <a:lnTo>
                    <a:pt x="208788" y="1360932"/>
                  </a:lnTo>
                  <a:lnTo>
                    <a:pt x="211836" y="1360932"/>
                  </a:lnTo>
                  <a:lnTo>
                    <a:pt x="211836" y="310896"/>
                  </a:lnTo>
                  <a:close/>
                </a:path>
                <a:path w="335279" h="1361439">
                  <a:moveTo>
                    <a:pt x="216408" y="196596"/>
                  </a:moveTo>
                  <a:lnTo>
                    <a:pt x="214884" y="196596"/>
                  </a:lnTo>
                  <a:lnTo>
                    <a:pt x="214884" y="1360932"/>
                  </a:lnTo>
                  <a:lnTo>
                    <a:pt x="216408" y="1360932"/>
                  </a:lnTo>
                  <a:lnTo>
                    <a:pt x="216408" y="196596"/>
                  </a:lnTo>
                  <a:close/>
                </a:path>
                <a:path w="335279" h="1361439">
                  <a:moveTo>
                    <a:pt x="220980" y="490728"/>
                  </a:moveTo>
                  <a:lnTo>
                    <a:pt x="219456" y="490728"/>
                  </a:lnTo>
                  <a:lnTo>
                    <a:pt x="219456" y="1360932"/>
                  </a:lnTo>
                  <a:lnTo>
                    <a:pt x="220980" y="1360932"/>
                  </a:lnTo>
                  <a:lnTo>
                    <a:pt x="220980" y="490728"/>
                  </a:lnTo>
                  <a:close/>
                </a:path>
                <a:path w="335279" h="1361439">
                  <a:moveTo>
                    <a:pt x="225552" y="149352"/>
                  </a:moveTo>
                  <a:lnTo>
                    <a:pt x="224028" y="149352"/>
                  </a:lnTo>
                  <a:lnTo>
                    <a:pt x="224028" y="1360932"/>
                  </a:lnTo>
                  <a:lnTo>
                    <a:pt x="225552" y="1360932"/>
                  </a:lnTo>
                  <a:lnTo>
                    <a:pt x="225552" y="149352"/>
                  </a:lnTo>
                  <a:close/>
                </a:path>
                <a:path w="335279" h="1361439">
                  <a:moveTo>
                    <a:pt x="230124" y="755904"/>
                  </a:moveTo>
                  <a:lnTo>
                    <a:pt x="228600" y="755904"/>
                  </a:lnTo>
                  <a:lnTo>
                    <a:pt x="228600" y="1360932"/>
                  </a:lnTo>
                  <a:lnTo>
                    <a:pt x="230124" y="1360932"/>
                  </a:lnTo>
                  <a:lnTo>
                    <a:pt x="230124" y="755904"/>
                  </a:lnTo>
                  <a:close/>
                </a:path>
                <a:path w="335279" h="1361439">
                  <a:moveTo>
                    <a:pt x="234696" y="227076"/>
                  </a:moveTo>
                  <a:lnTo>
                    <a:pt x="233172" y="227076"/>
                  </a:lnTo>
                  <a:lnTo>
                    <a:pt x="233172" y="1360932"/>
                  </a:lnTo>
                  <a:lnTo>
                    <a:pt x="234696" y="1360932"/>
                  </a:lnTo>
                  <a:lnTo>
                    <a:pt x="234696" y="227076"/>
                  </a:lnTo>
                  <a:close/>
                </a:path>
                <a:path w="335279" h="1361439">
                  <a:moveTo>
                    <a:pt x="239268" y="310896"/>
                  </a:moveTo>
                  <a:lnTo>
                    <a:pt x="237744" y="310896"/>
                  </a:lnTo>
                  <a:lnTo>
                    <a:pt x="237744" y="1360932"/>
                  </a:lnTo>
                  <a:lnTo>
                    <a:pt x="239268" y="1360932"/>
                  </a:lnTo>
                  <a:lnTo>
                    <a:pt x="239268" y="310896"/>
                  </a:lnTo>
                  <a:close/>
                </a:path>
                <a:path w="335279" h="1361439">
                  <a:moveTo>
                    <a:pt x="245364" y="868680"/>
                  </a:moveTo>
                  <a:lnTo>
                    <a:pt x="242316" y="868680"/>
                  </a:lnTo>
                  <a:lnTo>
                    <a:pt x="242316" y="1360932"/>
                  </a:lnTo>
                  <a:lnTo>
                    <a:pt x="245364" y="1360932"/>
                  </a:lnTo>
                  <a:lnTo>
                    <a:pt x="245364" y="868680"/>
                  </a:lnTo>
                  <a:close/>
                </a:path>
                <a:path w="335279" h="1361439">
                  <a:moveTo>
                    <a:pt x="249936" y="868680"/>
                  </a:moveTo>
                  <a:lnTo>
                    <a:pt x="246888" y="868680"/>
                  </a:lnTo>
                  <a:lnTo>
                    <a:pt x="246888" y="1360932"/>
                  </a:lnTo>
                  <a:lnTo>
                    <a:pt x="249936" y="1360932"/>
                  </a:lnTo>
                  <a:lnTo>
                    <a:pt x="249936" y="868680"/>
                  </a:lnTo>
                  <a:close/>
                </a:path>
                <a:path w="335279" h="1361439">
                  <a:moveTo>
                    <a:pt x="254508" y="868680"/>
                  </a:moveTo>
                  <a:lnTo>
                    <a:pt x="252984" y="868680"/>
                  </a:lnTo>
                  <a:lnTo>
                    <a:pt x="252984" y="1360932"/>
                  </a:lnTo>
                  <a:lnTo>
                    <a:pt x="254508" y="1360932"/>
                  </a:lnTo>
                  <a:lnTo>
                    <a:pt x="254508" y="868680"/>
                  </a:lnTo>
                  <a:close/>
                </a:path>
                <a:path w="335279" h="1361439">
                  <a:moveTo>
                    <a:pt x="259080" y="868680"/>
                  </a:moveTo>
                  <a:lnTo>
                    <a:pt x="257556" y="868680"/>
                  </a:lnTo>
                  <a:lnTo>
                    <a:pt x="257556" y="1360932"/>
                  </a:lnTo>
                  <a:lnTo>
                    <a:pt x="259080" y="1360932"/>
                  </a:lnTo>
                  <a:lnTo>
                    <a:pt x="259080" y="868680"/>
                  </a:lnTo>
                  <a:close/>
                </a:path>
                <a:path w="335279" h="1361439">
                  <a:moveTo>
                    <a:pt x="263652" y="0"/>
                  </a:moveTo>
                  <a:lnTo>
                    <a:pt x="262128" y="0"/>
                  </a:lnTo>
                  <a:lnTo>
                    <a:pt x="262128" y="1360932"/>
                  </a:lnTo>
                  <a:lnTo>
                    <a:pt x="263652" y="1360932"/>
                  </a:lnTo>
                  <a:lnTo>
                    <a:pt x="263652" y="0"/>
                  </a:lnTo>
                  <a:close/>
                </a:path>
                <a:path w="335279" h="1361439">
                  <a:moveTo>
                    <a:pt x="268224" y="36576"/>
                  </a:moveTo>
                  <a:lnTo>
                    <a:pt x="266700" y="36576"/>
                  </a:lnTo>
                  <a:lnTo>
                    <a:pt x="266700" y="1360932"/>
                  </a:lnTo>
                  <a:lnTo>
                    <a:pt x="268224" y="1360932"/>
                  </a:lnTo>
                  <a:lnTo>
                    <a:pt x="268224" y="36576"/>
                  </a:lnTo>
                  <a:close/>
                </a:path>
                <a:path w="335279" h="1361439">
                  <a:moveTo>
                    <a:pt x="272796" y="286512"/>
                  </a:moveTo>
                  <a:lnTo>
                    <a:pt x="271272" y="286512"/>
                  </a:lnTo>
                  <a:lnTo>
                    <a:pt x="271272" y="1360932"/>
                  </a:lnTo>
                  <a:lnTo>
                    <a:pt x="272796" y="1360932"/>
                  </a:lnTo>
                  <a:lnTo>
                    <a:pt x="272796" y="286512"/>
                  </a:lnTo>
                  <a:close/>
                </a:path>
                <a:path w="335279" h="1361439">
                  <a:moveTo>
                    <a:pt x="277368" y="719328"/>
                  </a:moveTo>
                  <a:lnTo>
                    <a:pt x="275844" y="719328"/>
                  </a:lnTo>
                  <a:lnTo>
                    <a:pt x="275844" y="1360932"/>
                  </a:lnTo>
                  <a:lnTo>
                    <a:pt x="277368" y="1360932"/>
                  </a:lnTo>
                  <a:lnTo>
                    <a:pt x="277368" y="719328"/>
                  </a:lnTo>
                  <a:close/>
                </a:path>
                <a:path w="335279" h="1361439">
                  <a:moveTo>
                    <a:pt x="281940" y="719328"/>
                  </a:moveTo>
                  <a:lnTo>
                    <a:pt x="280416" y="719328"/>
                  </a:lnTo>
                  <a:lnTo>
                    <a:pt x="280416" y="1360932"/>
                  </a:lnTo>
                  <a:lnTo>
                    <a:pt x="281940" y="1360932"/>
                  </a:lnTo>
                  <a:lnTo>
                    <a:pt x="281940" y="719328"/>
                  </a:lnTo>
                  <a:close/>
                </a:path>
                <a:path w="335279" h="1361439">
                  <a:moveTo>
                    <a:pt x="288036" y="310896"/>
                  </a:moveTo>
                  <a:lnTo>
                    <a:pt x="284988" y="310896"/>
                  </a:lnTo>
                  <a:lnTo>
                    <a:pt x="284988" y="1360932"/>
                  </a:lnTo>
                  <a:lnTo>
                    <a:pt x="288036" y="1360932"/>
                  </a:lnTo>
                  <a:lnTo>
                    <a:pt x="288036" y="310896"/>
                  </a:lnTo>
                  <a:close/>
                </a:path>
                <a:path w="335279" h="1361439">
                  <a:moveTo>
                    <a:pt x="292608" y="589788"/>
                  </a:moveTo>
                  <a:lnTo>
                    <a:pt x="289560" y="589788"/>
                  </a:lnTo>
                  <a:lnTo>
                    <a:pt x="289560" y="1360932"/>
                  </a:lnTo>
                  <a:lnTo>
                    <a:pt x="292608" y="1360932"/>
                  </a:lnTo>
                  <a:lnTo>
                    <a:pt x="292608" y="589788"/>
                  </a:lnTo>
                  <a:close/>
                </a:path>
                <a:path w="335279" h="1361439">
                  <a:moveTo>
                    <a:pt x="297180" y="16764"/>
                  </a:moveTo>
                  <a:lnTo>
                    <a:pt x="295656" y="16764"/>
                  </a:lnTo>
                  <a:lnTo>
                    <a:pt x="295656" y="1360932"/>
                  </a:lnTo>
                  <a:lnTo>
                    <a:pt x="297180" y="1360932"/>
                  </a:lnTo>
                  <a:lnTo>
                    <a:pt x="297180" y="16764"/>
                  </a:lnTo>
                  <a:close/>
                </a:path>
                <a:path w="335279" h="1361439">
                  <a:moveTo>
                    <a:pt x="301752" y="47244"/>
                  </a:moveTo>
                  <a:lnTo>
                    <a:pt x="300228" y="47244"/>
                  </a:lnTo>
                  <a:lnTo>
                    <a:pt x="300228" y="1360932"/>
                  </a:lnTo>
                  <a:lnTo>
                    <a:pt x="301752" y="1360932"/>
                  </a:lnTo>
                  <a:lnTo>
                    <a:pt x="301752" y="47244"/>
                  </a:lnTo>
                  <a:close/>
                </a:path>
                <a:path w="335279" h="1361439">
                  <a:moveTo>
                    <a:pt x="306324" y="172212"/>
                  </a:moveTo>
                  <a:lnTo>
                    <a:pt x="304800" y="172212"/>
                  </a:lnTo>
                  <a:lnTo>
                    <a:pt x="304800" y="1360932"/>
                  </a:lnTo>
                  <a:lnTo>
                    <a:pt x="306324" y="1360932"/>
                  </a:lnTo>
                  <a:lnTo>
                    <a:pt x="306324" y="172212"/>
                  </a:lnTo>
                  <a:close/>
                </a:path>
                <a:path w="335279" h="1361439">
                  <a:moveTo>
                    <a:pt x="310896" y="16764"/>
                  </a:moveTo>
                  <a:lnTo>
                    <a:pt x="309372" y="16764"/>
                  </a:lnTo>
                  <a:lnTo>
                    <a:pt x="309372" y="1360932"/>
                  </a:lnTo>
                  <a:lnTo>
                    <a:pt x="310896" y="1360932"/>
                  </a:lnTo>
                  <a:lnTo>
                    <a:pt x="310896" y="16764"/>
                  </a:lnTo>
                  <a:close/>
                </a:path>
                <a:path w="335279" h="1361439">
                  <a:moveTo>
                    <a:pt x="315468" y="47244"/>
                  </a:moveTo>
                  <a:lnTo>
                    <a:pt x="313944" y="47244"/>
                  </a:lnTo>
                  <a:lnTo>
                    <a:pt x="313944" y="1360932"/>
                  </a:lnTo>
                  <a:lnTo>
                    <a:pt x="315468" y="1360932"/>
                  </a:lnTo>
                  <a:lnTo>
                    <a:pt x="315468" y="47244"/>
                  </a:lnTo>
                  <a:close/>
                </a:path>
                <a:path w="335279" h="1361439">
                  <a:moveTo>
                    <a:pt x="320040" y="89916"/>
                  </a:moveTo>
                  <a:lnTo>
                    <a:pt x="318516" y="89916"/>
                  </a:lnTo>
                  <a:lnTo>
                    <a:pt x="318516" y="1360932"/>
                  </a:lnTo>
                  <a:lnTo>
                    <a:pt x="320040" y="1360932"/>
                  </a:lnTo>
                  <a:lnTo>
                    <a:pt x="320040" y="89916"/>
                  </a:lnTo>
                  <a:close/>
                </a:path>
                <a:path w="335279" h="1361439">
                  <a:moveTo>
                    <a:pt x="326136" y="83820"/>
                  </a:moveTo>
                  <a:lnTo>
                    <a:pt x="323088" y="83820"/>
                  </a:lnTo>
                  <a:lnTo>
                    <a:pt x="323088" y="1360932"/>
                  </a:lnTo>
                  <a:lnTo>
                    <a:pt x="326136" y="1360932"/>
                  </a:lnTo>
                  <a:lnTo>
                    <a:pt x="326136" y="83820"/>
                  </a:lnTo>
                  <a:close/>
                </a:path>
                <a:path w="335279" h="1361439">
                  <a:moveTo>
                    <a:pt x="330708" y="868680"/>
                  </a:moveTo>
                  <a:lnTo>
                    <a:pt x="327660" y="868680"/>
                  </a:lnTo>
                  <a:lnTo>
                    <a:pt x="327660" y="1360932"/>
                  </a:lnTo>
                  <a:lnTo>
                    <a:pt x="330708" y="1360932"/>
                  </a:lnTo>
                  <a:lnTo>
                    <a:pt x="330708" y="868680"/>
                  </a:lnTo>
                  <a:close/>
                </a:path>
                <a:path w="335279" h="1361439">
                  <a:moveTo>
                    <a:pt x="335280" y="719328"/>
                  </a:moveTo>
                  <a:lnTo>
                    <a:pt x="332232" y="719328"/>
                  </a:lnTo>
                  <a:lnTo>
                    <a:pt x="332232" y="1360932"/>
                  </a:lnTo>
                  <a:lnTo>
                    <a:pt x="335280" y="1360932"/>
                  </a:lnTo>
                  <a:lnTo>
                    <a:pt x="335280" y="719328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8506968" y="1519427"/>
              <a:ext cx="335280" cy="2344420"/>
            </a:xfrm>
            <a:custGeom>
              <a:avLst/>
              <a:gdLst/>
              <a:ahLst/>
              <a:cxnLst/>
              <a:rect l="l" t="t" r="r" b="b"/>
              <a:pathLst>
                <a:path w="335279" h="2344420">
                  <a:moveTo>
                    <a:pt x="3048" y="1702308"/>
                  </a:moveTo>
                  <a:lnTo>
                    <a:pt x="0" y="1702308"/>
                  </a:lnTo>
                  <a:lnTo>
                    <a:pt x="0" y="2343912"/>
                  </a:lnTo>
                  <a:lnTo>
                    <a:pt x="3048" y="2343912"/>
                  </a:lnTo>
                  <a:lnTo>
                    <a:pt x="3048" y="1702308"/>
                  </a:lnTo>
                  <a:close/>
                </a:path>
                <a:path w="335279" h="2344420">
                  <a:moveTo>
                    <a:pt x="7620" y="777240"/>
                  </a:moveTo>
                  <a:lnTo>
                    <a:pt x="6096" y="777240"/>
                  </a:lnTo>
                  <a:lnTo>
                    <a:pt x="6096" y="2343912"/>
                  </a:lnTo>
                  <a:lnTo>
                    <a:pt x="7620" y="2343912"/>
                  </a:lnTo>
                  <a:lnTo>
                    <a:pt x="7620" y="777240"/>
                  </a:lnTo>
                  <a:close/>
                </a:path>
                <a:path w="335279" h="2344420">
                  <a:moveTo>
                    <a:pt x="12192" y="1008888"/>
                  </a:moveTo>
                  <a:lnTo>
                    <a:pt x="10668" y="1008888"/>
                  </a:lnTo>
                  <a:lnTo>
                    <a:pt x="10668" y="2343912"/>
                  </a:lnTo>
                  <a:lnTo>
                    <a:pt x="12192" y="2343912"/>
                  </a:lnTo>
                  <a:lnTo>
                    <a:pt x="12192" y="1008888"/>
                  </a:lnTo>
                  <a:close/>
                </a:path>
                <a:path w="335279" h="2344420">
                  <a:moveTo>
                    <a:pt x="16764" y="1702308"/>
                  </a:moveTo>
                  <a:lnTo>
                    <a:pt x="15240" y="1702308"/>
                  </a:lnTo>
                  <a:lnTo>
                    <a:pt x="15240" y="2343912"/>
                  </a:lnTo>
                  <a:lnTo>
                    <a:pt x="16764" y="2343912"/>
                  </a:lnTo>
                  <a:lnTo>
                    <a:pt x="16764" y="1702308"/>
                  </a:lnTo>
                  <a:close/>
                </a:path>
                <a:path w="335279" h="2344420">
                  <a:moveTo>
                    <a:pt x="21336" y="0"/>
                  </a:moveTo>
                  <a:lnTo>
                    <a:pt x="19812" y="0"/>
                  </a:lnTo>
                  <a:lnTo>
                    <a:pt x="19812" y="2343912"/>
                  </a:lnTo>
                  <a:lnTo>
                    <a:pt x="21336" y="2343912"/>
                  </a:lnTo>
                  <a:lnTo>
                    <a:pt x="21336" y="0"/>
                  </a:lnTo>
                  <a:close/>
                </a:path>
                <a:path w="335279" h="2344420">
                  <a:moveTo>
                    <a:pt x="25908" y="1533144"/>
                  </a:moveTo>
                  <a:lnTo>
                    <a:pt x="24384" y="1533144"/>
                  </a:lnTo>
                  <a:lnTo>
                    <a:pt x="24384" y="2343912"/>
                  </a:lnTo>
                  <a:lnTo>
                    <a:pt x="25908" y="2343912"/>
                  </a:lnTo>
                  <a:lnTo>
                    <a:pt x="25908" y="1533144"/>
                  </a:lnTo>
                  <a:close/>
                </a:path>
                <a:path w="335279" h="2344420">
                  <a:moveTo>
                    <a:pt x="30480" y="990600"/>
                  </a:moveTo>
                  <a:lnTo>
                    <a:pt x="28956" y="990600"/>
                  </a:lnTo>
                  <a:lnTo>
                    <a:pt x="28956" y="2343912"/>
                  </a:lnTo>
                  <a:lnTo>
                    <a:pt x="30480" y="2343912"/>
                  </a:lnTo>
                  <a:lnTo>
                    <a:pt x="30480" y="990600"/>
                  </a:lnTo>
                  <a:close/>
                </a:path>
                <a:path w="335279" h="2344420">
                  <a:moveTo>
                    <a:pt x="36576" y="1344168"/>
                  </a:moveTo>
                  <a:lnTo>
                    <a:pt x="33528" y="1344168"/>
                  </a:lnTo>
                  <a:lnTo>
                    <a:pt x="33528" y="2343912"/>
                  </a:lnTo>
                  <a:lnTo>
                    <a:pt x="36576" y="2343912"/>
                  </a:lnTo>
                  <a:lnTo>
                    <a:pt x="36576" y="1344168"/>
                  </a:lnTo>
                  <a:close/>
                </a:path>
                <a:path w="335279" h="2344420">
                  <a:moveTo>
                    <a:pt x="41148" y="940308"/>
                  </a:moveTo>
                  <a:lnTo>
                    <a:pt x="38100" y="940308"/>
                  </a:lnTo>
                  <a:lnTo>
                    <a:pt x="38100" y="2343912"/>
                  </a:lnTo>
                  <a:lnTo>
                    <a:pt x="41148" y="2343912"/>
                  </a:lnTo>
                  <a:lnTo>
                    <a:pt x="41148" y="940308"/>
                  </a:lnTo>
                  <a:close/>
                </a:path>
                <a:path w="335279" h="2344420">
                  <a:moveTo>
                    <a:pt x="45720" y="1210056"/>
                  </a:moveTo>
                  <a:lnTo>
                    <a:pt x="44196" y="1210056"/>
                  </a:lnTo>
                  <a:lnTo>
                    <a:pt x="44196" y="2343912"/>
                  </a:lnTo>
                  <a:lnTo>
                    <a:pt x="45720" y="2343912"/>
                  </a:lnTo>
                  <a:lnTo>
                    <a:pt x="45720" y="1210056"/>
                  </a:lnTo>
                  <a:close/>
                </a:path>
                <a:path w="335279" h="2344420">
                  <a:moveTo>
                    <a:pt x="50292" y="1246632"/>
                  </a:moveTo>
                  <a:lnTo>
                    <a:pt x="48768" y="1246632"/>
                  </a:lnTo>
                  <a:lnTo>
                    <a:pt x="48768" y="2343912"/>
                  </a:lnTo>
                  <a:lnTo>
                    <a:pt x="50292" y="2343912"/>
                  </a:lnTo>
                  <a:lnTo>
                    <a:pt x="50292" y="1246632"/>
                  </a:lnTo>
                  <a:close/>
                </a:path>
                <a:path w="335279" h="2344420">
                  <a:moveTo>
                    <a:pt x="54864" y="1851660"/>
                  </a:moveTo>
                  <a:lnTo>
                    <a:pt x="53340" y="1851660"/>
                  </a:lnTo>
                  <a:lnTo>
                    <a:pt x="53340" y="2343912"/>
                  </a:lnTo>
                  <a:lnTo>
                    <a:pt x="54864" y="2343912"/>
                  </a:lnTo>
                  <a:lnTo>
                    <a:pt x="54864" y="1851660"/>
                  </a:lnTo>
                  <a:close/>
                </a:path>
                <a:path w="335279" h="2344420">
                  <a:moveTo>
                    <a:pt x="59436" y="1210056"/>
                  </a:moveTo>
                  <a:lnTo>
                    <a:pt x="57912" y="1210056"/>
                  </a:lnTo>
                  <a:lnTo>
                    <a:pt x="57912" y="2343912"/>
                  </a:lnTo>
                  <a:lnTo>
                    <a:pt x="59436" y="2343912"/>
                  </a:lnTo>
                  <a:lnTo>
                    <a:pt x="59436" y="1210056"/>
                  </a:lnTo>
                  <a:close/>
                </a:path>
                <a:path w="335279" h="2344420">
                  <a:moveTo>
                    <a:pt x="64008" y="1095756"/>
                  </a:moveTo>
                  <a:lnTo>
                    <a:pt x="62484" y="1095756"/>
                  </a:lnTo>
                  <a:lnTo>
                    <a:pt x="62484" y="2343912"/>
                  </a:lnTo>
                  <a:lnTo>
                    <a:pt x="64008" y="2343912"/>
                  </a:lnTo>
                  <a:lnTo>
                    <a:pt x="64008" y="1095756"/>
                  </a:lnTo>
                  <a:close/>
                </a:path>
                <a:path w="335279" h="2344420">
                  <a:moveTo>
                    <a:pt x="68580" y="1095756"/>
                  </a:moveTo>
                  <a:lnTo>
                    <a:pt x="67056" y="1095756"/>
                  </a:lnTo>
                  <a:lnTo>
                    <a:pt x="67056" y="2343912"/>
                  </a:lnTo>
                  <a:lnTo>
                    <a:pt x="68580" y="2343912"/>
                  </a:lnTo>
                  <a:lnTo>
                    <a:pt x="68580" y="1095756"/>
                  </a:lnTo>
                  <a:close/>
                </a:path>
                <a:path w="335279" h="2344420">
                  <a:moveTo>
                    <a:pt x="73152" y="982980"/>
                  </a:moveTo>
                  <a:lnTo>
                    <a:pt x="71628" y="982980"/>
                  </a:lnTo>
                  <a:lnTo>
                    <a:pt x="71628" y="2343912"/>
                  </a:lnTo>
                  <a:lnTo>
                    <a:pt x="73152" y="2343912"/>
                  </a:lnTo>
                  <a:lnTo>
                    <a:pt x="73152" y="982980"/>
                  </a:lnTo>
                  <a:close/>
                </a:path>
                <a:path w="335279" h="2344420">
                  <a:moveTo>
                    <a:pt x="79248" y="1213104"/>
                  </a:moveTo>
                  <a:lnTo>
                    <a:pt x="76200" y="1213104"/>
                  </a:lnTo>
                  <a:lnTo>
                    <a:pt x="76200" y="2343912"/>
                  </a:lnTo>
                  <a:lnTo>
                    <a:pt x="79248" y="2343912"/>
                  </a:lnTo>
                  <a:lnTo>
                    <a:pt x="79248" y="1213104"/>
                  </a:lnTo>
                  <a:close/>
                </a:path>
                <a:path w="335279" h="2344420">
                  <a:moveTo>
                    <a:pt x="83820" y="1179576"/>
                  </a:moveTo>
                  <a:lnTo>
                    <a:pt x="80772" y="1179576"/>
                  </a:lnTo>
                  <a:lnTo>
                    <a:pt x="80772" y="2343912"/>
                  </a:lnTo>
                  <a:lnTo>
                    <a:pt x="83820" y="2343912"/>
                  </a:lnTo>
                  <a:lnTo>
                    <a:pt x="83820" y="1179576"/>
                  </a:lnTo>
                  <a:close/>
                </a:path>
                <a:path w="335279" h="2344420">
                  <a:moveTo>
                    <a:pt x="88392" y="1143000"/>
                  </a:moveTo>
                  <a:lnTo>
                    <a:pt x="86868" y="1143000"/>
                  </a:lnTo>
                  <a:lnTo>
                    <a:pt x="86868" y="2343912"/>
                  </a:lnTo>
                  <a:lnTo>
                    <a:pt x="88392" y="2343912"/>
                  </a:lnTo>
                  <a:lnTo>
                    <a:pt x="88392" y="1143000"/>
                  </a:lnTo>
                  <a:close/>
                </a:path>
                <a:path w="335279" h="2344420">
                  <a:moveTo>
                    <a:pt x="92964" y="1193292"/>
                  </a:moveTo>
                  <a:lnTo>
                    <a:pt x="91440" y="1193292"/>
                  </a:lnTo>
                  <a:lnTo>
                    <a:pt x="91440" y="2343912"/>
                  </a:lnTo>
                  <a:lnTo>
                    <a:pt x="92964" y="2343912"/>
                  </a:lnTo>
                  <a:lnTo>
                    <a:pt x="92964" y="1193292"/>
                  </a:lnTo>
                  <a:close/>
                </a:path>
                <a:path w="335279" h="2344420">
                  <a:moveTo>
                    <a:pt x="97536" y="1030224"/>
                  </a:moveTo>
                  <a:lnTo>
                    <a:pt x="96012" y="1030224"/>
                  </a:lnTo>
                  <a:lnTo>
                    <a:pt x="96012" y="2343912"/>
                  </a:lnTo>
                  <a:lnTo>
                    <a:pt x="97536" y="2343912"/>
                  </a:lnTo>
                  <a:lnTo>
                    <a:pt x="97536" y="1030224"/>
                  </a:lnTo>
                  <a:close/>
                </a:path>
                <a:path w="335279" h="2344420">
                  <a:moveTo>
                    <a:pt x="102108" y="1851660"/>
                  </a:moveTo>
                  <a:lnTo>
                    <a:pt x="100584" y="1851660"/>
                  </a:lnTo>
                  <a:lnTo>
                    <a:pt x="100584" y="2343912"/>
                  </a:lnTo>
                  <a:lnTo>
                    <a:pt x="102108" y="2343912"/>
                  </a:lnTo>
                  <a:lnTo>
                    <a:pt x="102108" y="1851660"/>
                  </a:lnTo>
                  <a:close/>
                </a:path>
                <a:path w="335279" h="2344420">
                  <a:moveTo>
                    <a:pt x="106680" y="1030224"/>
                  </a:moveTo>
                  <a:lnTo>
                    <a:pt x="105156" y="1030224"/>
                  </a:lnTo>
                  <a:lnTo>
                    <a:pt x="105156" y="2343912"/>
                  </a:lnTo>
                  <a:lnTo>
                    <a:pt x="106680" y="2343912"/>
                  </a:lnTo>
                  <a:lnTo>
                    <a:pt x="106680" y="1030224"/>
                  </a:lnTo>
                  <a:close/>
                </a:path>
                <a:path w="335279" h="2344420">
                  <a:moveTo>
                    <a:pt x="111252" y="1533144"/>
                  </a:moveTo>
                  <a:lnTo>
                    <a:pt x="109728" y="1533144"/>
                  </a:lnTo>
                  <a:lnTo>
                    <a:pt x="109728" y="2343912"/>
                  </a:lnTo>
                  <a:lnTo>
                    <a:pt x="111252" y="2343912"/>
                  </a:lnTo>
                  <a:lnTo>
                    <a:pt x="111252" y="1533144"/>
                  </a:lnTo>
                  <a:close/>
                </a:path>
                <a:path w="335279" h="2344420">
                  <a:moveTo>
                    <a:pt x="117348" y="1491996"/>
                  </a:moveTo>
                  <a:lnTo>
                    <a:pt x="114300" y="1491996"/>
                  </a:lnTo>
                  <a:lnTo>
                    <a:pt x="114300" y="2343912"/>
                  </a:lnTo>
                  <a:lnTo>
                    <a:pt x="117348" y="2343912"/>
                  </a:lnTo>
                  <a:lnTo>
                    <a:pt x="117348" y="1491996"/>
                  </a:lnTo>
                  <a:close/>
                </a:path>
                <a:path w="335279" h="2344420">
                  <a:moveTo>
                    <a:pt x="121920" y="1109472"/>
                  </a:moveTo>
                  <a:lnTo>
                    <a:pt x="118872" y="1109472"/>
                  </a:lnTo>
                  <a:lnTo>
                    <a:pt x="118872" y="2343912"/>
                  </a:lnTo>
                  <a:lnTo>
                    <a:pt x="121920" y="2343912"/>
                  </a:lnTo>
                  <a:lnTo>
                    <a:pt x="121920" y="1109472"/>
                  </a:lnTo>
                  <a:close/>
                </a:path>
                <a:path w="335279" h="2344420">
                  <a:moveTo>
                    <a:pt x="126492" y="1510284"/>
                  </a:moveTo>
                  <a:lnTo>
                    <a:pt x="123444" y="1510284"/>
                  </a:lnTo>
                  <a:lnTo>
                    <a:pt x="123444" y="2343912"/>
                  </a:lnTo>
                  <a:lnTo>
                    <a:pt x="126492" y="2343912"/>
                  </a:lnTo>
                  <a:lnTo>
                    <a:pt x="126492" y="1510284"/>
                  </a:lnTo>
                  <a:close/>
                </a:path>
                <a:path w="335279" h="2344420">
                  <a:moveTo>
                    <a:pt x="131064" y="1179576"/>
                  </a:moveTo>
                  <a:lnTo>
                    <a:pt x="129540" y="1179576"/>
                  </a:lnTo>
                  <a:lnTo>
                    <a:pt x="129540" y="2343912"/>
                  </a:lnTo>
                  <a:lnTo>
                    <a:pt x="131064" y="2343912"/>
                  </a:lnTo>
                  <a:lnTo>
                    <a:pt x="131064" y="1179576"/>
                  </a:lnTo>
                  <a:close/>
                </a:path>
                <a:path w="335279" h="2344420">
                  <a:moveTo>
                    <a:pt x="135636" y="1557528"/>
                  </a:moveTo>
                  <a:lnTo>
                    <a:pt x="134112" y="1557528"/>
                  </a:lnTo>
                  <a:lnTo>
                    <a:pt x="134112" y="2343912"/>
                  </a:lnTo>
                  <a:lnTo>
                    <a:pt x="135636" y="2343912"/>
                  </a:lnTo>
                  <a:lnTo>
                    <a:pt x="135636" y="1557528"/>
                  </a:lnTo>
                  <a:close/>
                </a:path>
                <a:path w="335279" h="2344420">
                  <a:moveTo>
                    <a:pt x="140208" y="1246632"/>
                  </a:moveTo>
                  <a:lnTo>
                    <a:pt x="138684" y="1246632"/>
                  </a:lnTo>
                  <a:lnTo>
                    <a:pt x="138684" y="2343912"/>
                  </a:lnTo>
                  <a:lnTo>
                    <a:pt x="140208" y="2343912"/>
                  </a:lnTo>
                  <a:lnTo>
                    <a:pt x="140208" y="1246632"/>
                  </a:lnTo>
                  <a:close/>
                </a:path>
                <a:path w="335279" h="2344420">
                  <a:moveTo>
                    <a:pt x="144780" y="1179576"/>
                  </a:moveTo>
                  <a:lnTo>
                    <a:pt x="143256" y="1179576"/>
                  </a:lnTo>
                  <a:lnTo>
                    <a:pt x="143256" y="2343912"/>
                  </a:lnTo>
                  <a:lnTo>
                    <a:pt x="144780" y="2343912"/>
                  </a:lnTo>
                  <a:lnTo>
                    <a:pt x="144780" y="1179576"/>
                  </a:lnTo>
                  <a:close/>
                </a:path>
                <a:path w="335279" h="2344420">
                  <a:moveTo>
                    <a:pt x="149352" y="1491996"/>
                  </a:moveTo>
                  <a:lnTo>
                    <a:pt x="147828" y="1491996"/>
                  </a:lnTo>
                  <a:lnTo>
                    <a:pt x="147828" y="2343912"/>
                  </a:lnTo>
                  <a:lnTo>
                    <a:pt x="149352" y="2343912"/>
                  </a:lnTo>
                  <a:lnTo>
                    <a:pt x="149352" y="1491996"/>
                  </a:lnTo>
                  <a:close/>
                </a:path>
                <a:path w="335279" h="2344420">
                  <a:moveTo>
                    <a:pt x="153924" y="1179576"/>
                  </a:moveTo>
                  <a:lnTo>
                    <a:pt x="152400" y="1179576"/>
                  </a:lnTo>
                  <a:lnTo>
                    <a:pt x="152400" y="2343912"/>
                  </a:lnTo>
                  <a:lnTo>
                    <a:pt x="153924" y="2343912"/>
                  </a:lnTo>
                  <a:lnTo>
                    <a:pt x="153924" y="1179576"/>
                  </a:lnTo>
                  <a:close/>
                </a:path>
                <a:path w="335279" h="2344420">
                  <a:moveTo>
                    <a:pt x="160020" y="1179576"/>
                  </a:moveTo>
                  <a:lnTo>
                    <a:pt x="156972" y="1179576"/>
                  </a:lnTo>
                  <a:lnTo>
                    <a:pt x="156972" y="2343912"/>
                  </a:lnTo>
                  <a:lnTo>
                    <a:pt x="160020" y="2343912"/>
                  </a:lnTo>
                  <a:lnTo>
                    <a:pt x="160020" y="1179576"/>
                  </a:lnTo>
                  <a:close/>
                </a:path>
                <a:path w="335279" h="2344420">
                  <a:moveTo>
                    <a:pt x="164592" y="1299972"/>
                  </a:moveTo>
                  <a:lnTo>
                    <a:pt x="161544" y="1299972"/>
                  </a:lnTo>
                  <a:lnTo>
                    <a:pt x="161544" y="2343912"/>
                  </a:lnTo>
                  <a:lnTo>
                    <a:pt x="164592" y="2343912"/>
                  </a:lnTo>
                  <a:lnTo>
                    <a:pt x="164592" y="1299972"/>
                  </a:lnTo>
                  <a:close/>
                </a:path>
                <a:path w="335279" h="2344420">
                  <a:moveTo>
                    <a:pt x="169164" y="986028"/>
                  </a:moveTo>
                  <a:lnTo>
                    <a:pt x="167640" y="986028"/>
                  </a:lnTo>
                  <a:lnTo>
                    <a:pt x="167640" y="2343912"/>
                  </a:lnTo>
                  <a:lnTo>
                    <a:pt x="169164" y="2343912"/>
                  </a:lnTo>
                  <a:lnTo>
                    <a:pt x="169164" y="986028"/>
                  </a:lnTo>
                  <a:close/>
                </a:path>
                <a:path w="335279" h="2344420">
                  <a:moveTo>
                    <a:pt x="173736" y="990600"/>
                  </a:moveTo>
                  <a:lnTo>
                    <a:pt x="172212" y="990600"/>
                  </a:lnTo>
                  <a:lnTo>
                    <a:pt x="172212" y="2343912"/>
                  </a:lnTo>
                  <a:lnTo>
                    <a:pt x="173736" y="2343912"/>
                  </a:lnTo>
                  <a:lnTo>
                    <a:pt x="173736" y="990600"/>
                  </a:lnTo>
                  <a:close/>
                </a:path>
                <a:path w="335279" h="2344420">
                  <a:moveTo>
                    <a:pt x="178308" y="1624584"/>
                  </a:moveTo>
                  <a:lnTo>
                    <a:pt x="176784" y="1624584"/>
                  </a:lnTo>
                  <a:lnTo>
                    <a:pt x="176784" y="2343912"/>
                  </a:lnTo>
                  <a:lnTo>
                    <a:pt x="178308" y="2343912"/>
                  </a:lnTo>
                  <a:lnTo>
                    <a:pt x="178308" y="1624584"/>
                  </a:lnTo>
                  <a:close/>
                </a:path>
                <a:path w="335279" h="2344420">
                  <a:moveTo>
                    <a:pt x="182880" y="1037844"/>
                  </a:moveTo>
                  <a:lnTo>
                    <a:pt x="181356" y="1037844"/>
                  </a:lnTo>
                  <a:lnTo>
                    <a:pt x="181356" y="2343912"/>
                  </a:lnTo>
                  <a:lnTo>
                    <a:pt x="182880" y="2343912"/>
                  </a:lnTo>
                  <a:lnTo>
                    <a:pt x="182880" y="1037844"/>
                  </a:lnTo>
                  <a:close/>
                </a:path>
                <a:path w="335279" h="2344420">
                  <a:moveTo>
                    <a:pt x="187452" y="1624584"/>
                  </a:moveTo>
                  <a:lnTo>
                    <a:pt x="185928" y="1624584"/>
                  </a:lnTo>
                  <a:lnTo>
                    <a:pt x="185928" y="2343912"/>
                  </a:lnTo>
                  <a:lnTo>
                    <a:pt x="187452" y="2343912"/>
                  </a:lnTo>
                  <a:lnTo>
                    <a:pt x="187452" y="1624584"/>
                  </a:lnTo>
                  <a:close/>
                </a:path>
                <a:path w="335279" h="2344420">
                  <a:moveTo>
                    <a:pt x="192024" y="1658112"/>
                  </a:moveTo>
                  <a:lnTo>
                    <a:pt x="190500" y="1658112"/>
                  </a:lnTo>
                  <a:lnTo>
                    <a:pt x="190500" y="2343912"/>
                  </a:lnTo>
                  <a:lnTo>
                    <a:pt x="192024" y="2343912"/>
                  </a:lnTo>
                  <a:lnTo>
                    <a:pt x="192024" y="1658112"/>
                  </a:lnTo>
                  <a:close/>
                </a:path>
                <a:path w="335279" h="2344420">
                  <a:moveTo>
                    <a:pt x="196596" y="1624584"/>
                  </a:moveTo>
                  <a:lnTo>
                    <a:pt x="195072" y="1624584"/>
                  </a:lnTo>
                  <a:lnTo>
                    <a:pt x="195072" y="2343912"/>
                  </a:lnTo>
                  <a:lnTo>
                    <a:pt x="196596" y="2343912"/>
                  </a:lnTo>
                  <a:lnTo>
                    <a:pt x="196596" y="1624584"/>
                  </a:lnTo>
                  <a:close/>
                </a:path>
                <a:path w="335279" h="2344420">
                  <a:moveTo>
                    <a:pt x="202692" y="1583436"/>
                  </a:moveTo>
                  <a:lnTo>
                    <a:pt x="199644" y="1583436"/>
                  </a:lnTo>
                  <a:lnTo>
                    <a:pt x="199644" y="2343912"/>
                  </a:lnTo>
                  <a:lnTo>
                    <a:pt x="202692" y="2343912"/>
                  </a:lnTo>
                  <a:lnTo>
                    <a:pt x="202692" y="1583436"/>
                  </a:lnTo>
                  <a:close/>
                </a:path>
                <a:path w="335279" h="2344420">
                  <a:moveTo>
                    <a:pt x="207264" y="1533144"/>
                  </a:moveTo>
                  <a:lnTo>
                    <a:pt x="204216" y="1533144"/>
                  </a:lnTo>
                  <a:lnTo>
                    <a:pt x="204216" y="2343912"/>
                  </a:lnTo>
                  <a:lnTo>
                    <a:pt x="207264" y="2343912"/>
                  </a:lnTo>
                  <a:lnTo>
                    <a:pt x="207264" y="1533144"/>
                  </a:lnTo>
                  <a:close/>
                </a:path>
                <a:path w="335279" h="2344420">
                  <a:moveTo>
                    <a:pt x="211836" y="946404"/>
                  </a:moveTo>
                  <a:lnTo>
                    <a:pt x="210312" y="946404"/>
                  </a:lnTo>
                  <a:lnTo>
                    <a:pt x="210312" y="2343912"/>
                  </a:lnTo>
                  <a:lnTo>
                    <a:pt x="211836" y="2343912"/>
                  </a:lnTo>
                  <a:lnTo>
                    <a:pt x="211836" y="946404"/>
                  </a:lnTo>
                  <a:close/>
                </a:path>
                <a:path w="335279" h="2344420">
                  <a:moveTo>
                    <a:pt x="216408" y="1702308"/>
                  </a:moveTo>
                  <a:lnTo>
                    <a:pt x="214884" y="1702308"/>
                  </a:lnTo>
                  <a:lnTo>
                    <a:pt x="214884" y="2343912"/>
                  </a:lnTo>
                  <a:lnTo>
                    <a:pt x="216408" y="2343912"/>
                  </a:lnTo>
                  <a:lnTo>
                    <a:pt x="216408" y="1702308"/>
                  </a:lnTo>
                  <a:close/>
                </a:path>
                <a:path w="335279" h="2344420">
                  <a:moveTo>
                    <a:pt x="220980" y="1624584"/>
                  </a:moveTo>
                  <a:lnTo>
                    <a:pt x="219456" y="1624584"/>
                  </a:lnTo>
                  <a:lnTo>
                    <a:pt x="219456" y="2343912"/>
                  </a:lnTo>
                  <a:lnTo>
                    <a:pt x="220980" y="2343912"/>
                  </a:lnTo>
                  <a:lnTo>
                    <a:pt x="220980" y="1624584"/>
                  </a:lnTo>
                  <a:close/>
                </a:path>
                <a:path w="335279" h="2344420">
                  <a:moveTo>
                    <a:pt x="225552" y="1702308"/>
                  </a:moveTo>
                  <a:lnTo>
                    <a:pt x="224028" y="1702308"/>
                  </a:lnTo>
                  <a:lnTo>
                    <a:pt x="224028" y="2343912"/>
                  </a:lnTo>
                  <a:lnTo>
                    <a:pt x="225552" y="2343912"/>
                  </a:lnTo>
                  <a:lnTo>
                    <a:pt x="225552" y="1702308"/>
                  </a:lnTo>
                  <a:close/>
                </a:path>
                <a:path w="335279" h="2344420">
                  <a:moveTo>
                    <a:pt x="230124" y="1702308"/>
                  </a:moveTo>
                  <a:lnTo>
                    <a:pt x="228600" y="1702308"/>
                  </a:lnTo>
                  <a:lnTo>
                    <a:pt x="228600" y="2343912"/>
                  </a:lnTo>
                  <a:lnTo>
                    <a:pt x="230124" y="2343912"/>
                  </a:lnTo>
                  <a:lnTo>
                    <a:pt x="230124" y="1702308"/>
                  </a:lnTo>
                  <a:close/>
                </a:path>
                <a:path w="335279" h="2344420">
                  <a:moveTo>
                    <a:pt x="234696" y="1645920"/>
                  </a:moveTo>
                  <a:lnTo>
                    <a:pt x="233172" y="1645920"/>
                  </a:lnTo>
                  <a:lnTo>
                    <a:pt x="233172" y="2343912"/>
                  </a:lnTo>
                  <a:lnTo>
                    <a:pt x="234696" y="2343912"/>
                  </a:lnTo>
                  <a:lnTo>
                    <a:pt x="234696" y="1645920"/>
                  </a:lnTo>
                  <a:close/>
                </a:path>
                <a:path w="335279" h="2344420">
                  <a:moveTo>
                    <a:pt x="240792" y="1680972"/>
                  </a:moveTo>
                  <a:lnTo>
                    <a:pt x="237744" y="1680972"/>
                  </a:lnTo>
                  <a:lnTo>
                    <a:pt x="237744" y="2343912"/>
                  </a:lnTo>
                  <a:lnTo>
                    <a:pt x="240792" y="2343912"/>
                  </a:lnTo>
                  <a:lnTo>
                    <a:pt x="240792" y="1680972"/>
                  </a:lnTo>
                  <a:close/>
                </a:path>
                <a:path w="335279" h="2344420">
                  <a:moveTo>
                    <a:pt x="245364" y="1702308"/>
                  </a:moveTo>
                  <a:lnTo>
                    <a:pt x="242316" y="1702308"/>
                  </a:lnTo>
                  <a:lnTo>
                    <a:pt x="242316" y="2343912"/>
                  </a:lnTo>
                  <a:lnTo>
                    <a:pt x="245364" y="2343912"/>
                  </a:lnTo>
                  <a:lnTo>
                    <a:pt x="245364" y="1702308"/>
                  </a:lnTo>
                  <a:close/>
                </a:path>
                <a:path w="335279" h="2344420">
                  <a:moveTo>
                    <a:pt x="249936" y="1030224"/>
                  </a:moveTo>
                  <a:lnTo>
                    <a:pt x="246888" y="1030224"/>
                  </a:lnTo>
                  <a:lnTo>
                    <a:pt x="246888" y="2343912"/>
                  </a:lnTo>
                  <a:lnTo>
                    <a:pt x="249936" y="2343912"/>
                  </a:lnTo>
                  <a:lnTo>
                    <a:pt x="249936" y="1030224"/>
                  </a:lnTo>
                  <a:close/>
                </a:path>
                <a:path w="335279" h="2344420">
                  <a:moveTo>
                    <a:pt x="254508" y="999744"/>
                  </a:moveTo>
                  <a:lnTo>
                    <a:pt x="252984" y="999744"/>
                  </a:lnTo>
                  <a:lnTo>
                    <a:pt x="252984" y="2343912"/>
                  </a:lnTo>
                  <a:lnTo>
                    <a:pt x="254508" y="2343912"/>
                  </a:lnTo>
                  <a:lnTo>
                    <a:pt x="254508" y="999744"/>
                  </a:lnTo>
                  <a:close/>
                </a:path>
                <a:path w="335279" h="2344420">
                  <a:moveTo>
                    <a:pt x="259080" y="1324356"/>
                  </a:moveTo>
                  <a:lnTo>
                    <a:pt x="257556" y="1324356"/>
                  </a:lnTo>
                  <a:lnTo>
                    <a:pt x="257556" y="2343912"/>
                  </a:lnTo>
                  <a:lnTo>
                    <a:pt x="259080" y="2343912"/>
                  </a:lnTo>
                  <a:lnTo>
                    <a:pt x="259080" y="1324356"/>
                  </a:lnTo>
                  <a:close/>
                </a:path>
                <a:path w="335279" h="2344420">
                  <a:moveTo>
                    <a:pt x="263652" y="999744"/>
                  </a:moveTo>
                  <a:lnTo>
                    <a:pt x="262128" y="999744"/>
                  </a:lnTo>
                  <a:lnTo>
                    <a:pt x="262128" y="2343912"/>
                  </a:lnTo>
                  <a:lnTo>
                    <a:pt x="263652" y="2343912"/>
                  </a:lnTo>
                  <a:lnTo>
                    <a:pt x="263652" y="999744"/>
                  </a:lnTo>
                  <a:close/>
                </a:path>
                <a:path w="335279" h="2344420">
                  <a:moveTo>
                    <a:pt x="268224" y="1324356"/>
                  </a:moveTo>
                  <a:lnTo>
                    <a:pt x="266700" y="1324356"/>
                  </a:lnTo>
                  <a:lnTo>
                    <a:pt x="266700" y="2343912"/>
                  </a:lnTo>
                  <a:lnTo>
                    <a:pt x="268224" y="2343912"/>
                  </a:lnTo>
                  <a:lnTo>
                    <a:pt x="268224" y="1324356"/>
                  </a:lnTo>
                  <a:close/>
                </a:path>
                <a:path w="335279" h="2344420">
                  <a:moveTo>
                    <a:pt x="272796" y="1228344"/>
                  </a:moveTo>
                  <a:lnTo>
                    <a:pt x="271272" y="1228344"/>
                  </a:lnTo>
                  <a:lnTo>
                    <a:pt x="271272" y="2343912"/>
                  </a:lnTo>
                  <a:lnTo>
                    <a:pt x="272796" y="2343912"/>
                  </a:lnTo>
                  <a:lnTo>
                    <a:pt x="272796" y="1228344"/>
                  </a:lnTo>
                  <a:close/>
                </a:path>
                <a:path w="335279" h="2344420">
                  <a:moveTo>
                    <a:pt x="277368" y="1624584"/>
                  </a:moveTo>
                  <a:lnTo>
                    <a:pt x="275844" y="1624584"/>
                  </a:lnTo>
                  <a:lnTo>
                    <a:pt x="275844" y="2343912"/>
                  </a:lnTo>
                  <a:lnTo>
                    <a:pt x="277368" y="2343912"/>
                  </a:lnTo>
                  <a:lnTo>
                    <a:pt x="277368" y="1624584"/>
                  </a:lnTo>
                  <a:close/>
                </a:path>
                <a:path w="335279" h="2344420">
                  <a:moveTo>
                    <a:pt x="283464" y="1702308"/>
                  </a:moveTo>
                  <a:lnTo>
                    <a:pt x="280416" y="1702308"/>
                  </a:lnTo>
                  <a:lnTo>
                    <a:pt x="280416" y="2343912"/>
                  </a:lnTo>
                  <a:lnTo>
                    <a:pt x="283464" y="2343912"/>
                  </a:lnTo>
                  <a:lnTo>
                    <a:pt x="283464" y="1702308"/>
                  </a:lnTo>
                  <a:close/>
                </a:path>
                <a:path w="335279" h="2344420">
                  <a:moveTo>
                    <a:pt x="288036" y="1510284"/>
                  </a:moveTo>
                  <a:lnTo>
                    <a:pt x="284988" y="1510284"/>
                  </a:lnTo>
                  <a:lnTo>
                    <a:pt x="284988" y="2343912"/>
                  </a:lnTo>
                  <a:lnTo>
                    <a:pt x="288036" y="2343912"/>
                  </a:lnTo>
                  <a:lnTo>
                    <a:pt x="288036" y="1510284"/>
                  </a:lnTo>
                  <a:close/>
                </a:path>
                <a:path w="335279" h="2344420">
                  <a:moveTo>
                    <a:pt x="292608" y="1658112"/>
                  </a:moveTo>
                  <a:lnTo>
                    <a:pt x="291084" y="1658112"/>
                  </a:lnTo>
                  <a:lnTo>
                    <a:pt x="291084" y="2343912"/>
                  </a:lnTo>
                  <a:lnTo>
                    <a:pt x="292608" y="2343912"/>
                  </a:lnTo>
                  <a:lnTo>
                    <a:pt x="292608" y="1658112"/>
                  </a:lnTo>
                  <a:close/>
                </a:path>
                <a:path w="335279" h="2344420">
                  <a:moveTo>
                    <a:pt x="297180" y="1702308"/>
                  </a:moveTo>
                  <a:lnTo>
                    <a:pt x="295656" y="1702308"/>
                  </a:lnTo>
                  <a:lnTo>
                    <a:pt x="295656" y="2343912"/>
                  </a:lnTo>
                  <a:lnTo>
                    <a:pt x="297180" y="2343912"/>
                  </a:lnTo>
                  <a:lnTo>
                    <a:pt x="297180" y="1702308"/>
                  </a:lnTo>
                  <a:close/>
                </a:path>
                <a:path w="335279" h="2344420">
                  <a:moveTo>
                    <a:pt x="301752" y="1024128"/>
                  </a:moveTo>
                  <a:lnTo>
                    <a:pt x="300228" y="1024128"/>
                  </a:lnTo>
                  <a:lnTo>
                    <a:pt x="300228" y="2343912"/>
                  </a:lnTo>
                  <a:lnTo>
                    <a:pt x="301752" y="2343912"/>
                  </a:lnTo>
                  <a:lnTo>
                    <a:pt x="301752" y="1024128"/>
                  </a:lnTo>
                  <a:close/>
                </a:path>
                <a:path w="335279" h="2344420">
                  <a:moveTo>
                    <a:pt x="306324" y="982980"/>
                  </a:moveTo>
                  <a:lnTo>
                    <a:pt x="304800" y="982980"/>
                  </a:lnTo>
                  <a:lnTo>
                    <a:pt x="304800" y="2343912"/>
                  </a:lnTo>
                  <a:lnTo>
                    <a:pt x="306324" y="2343912"/>
                  </a:lnTo>
                  <a:lnTo>
                    <a:pt x="306324" y="982980"/>
                  </a:lnTo>
                  <a:close/>
                </a:path>
                <a:path w="335279" h="2344420">
                  <a:moveTo>
                    <a:pt x="310896" y="1210056"/>
                  </a:moveTo>
                  <a:lnTo>
                    <a:pt x="309372" y="1210056"/>
                  </a:lnTo>
                  <a:lnTo>
                    <a:pt x="309372" y="2343912"/>
                  </a:lnTo>
                  <a:lnTo>
                    <a:pt x="310896" y="2343912"/>
                  </a:lnTo>
                  <a:lnTo>
                    <a:pt x="310896" y="1210056"/>
                  </a:lnTo>
                  <a:close/>
                </a:path>
                <a:path w="335279" h="2344420">
                  <a:moveTo>
                    <a:pt x="315468" y="1046988"/>
                  </a:moveTo>
                  <a:lnTo>
                    <a:pt x="313944" y="1046988"/>
                  </a:lnTo>
                  <a:lnTo>
                    <a:pt x="313944" y="2343912"/>
                  </a:lnTo>
                  <a:lnTo>
                    <a:pt x="315468" y="2343912"/>
                  </a:lnTo>
                  <a:lnTo>
                    <a:pt x="315468" y="1046988"/>
                  </a:lnTo>
                  <a:close/>
                </a:path>
                <a:path w="335279" h="2344420">
                  <a:moveTo>
                    <a:pt x="320040" y="1114044"/>
                  </a:moveTo>
                  <a:lnTo>
                    <a:pt x="318516" y="1114044"/>
                  </a:lnTo>
                  <a:lnTo>
                    <a:pt x="318516" y="2343912"/>
                  </a:lnTo>
                  <a:lnTo>
                    <a:pt x="320040" y="2343912"/>
                  </a:lnTo>
                  <a:lnTo>
                    <a:pt x="320040" y="1114044"/>
                  </a:lnTo>
                  <a:close/>
                </a:path>
                <a:path w="335279" h="2344420">
                  <a:moveTo>
                    <a:pt x="326136" y="1004316"/>
                  </a:moveTo>
                  <a:lnTo>
                    <a:pt x="323088" y="1004316"/>
                  </a:lnTo>
                  <a:lnTo>
                    <a:pt x="323088" y="2343912"/>
                  </a:lnTo>
                  <a:lnTo>
                    <a:pt x="326136" y="2343912"/>
                  </a:lnTo>
                  <a:lnTo>
                    <a:pt x="326136" y="1004316"/>
                  </a:lnTo>
                  <a:close/>
                </a:path>
                <a:path w="335279" h="2344420">
                  <a:moveTo>
                    <a:pt x="330708" y="1210056"/>
                  </a:moveTo>
                  <a:lnTo>
                    <a:pt x="327660" y="1210056"/>
                  </a:lnTo>
                  <a:lnTo>
                    <a:pt x="327660" y="2343912"/>
                  </a:lnTo>
                  <a:lnTo>
                    <a:pt x="330708" y="2343912"/>
                  </a:lnTo>
                  <a:lnTo>
                    <a:pt x="330708" y="1210056"/>
                  </a:lnTo>
                  <a:close/>
                </a:path>
                <a:path w="335279" h="2344420">
                  <a:moveTo>
                    <a:pt x="335280" y="1095756"/>
                  </a:moveTo>
                  <a:lnTo>
                    <a:pt x="333756" y="1095756"/>
                  </a:lnTo>
                  <a:lnTo>
                    <a:pt x="333756" y="2343912"/>
                  </a:lnTo>
                  <a:lnTo>
                    <a:pt x="335280" y="2343912"/>
                  </a:lnTo>
                  <a:lnTo>
                    <a:pt x="335280" y="1095756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8840724" y="2435351"/>
              <a:ext cx="334010" cy="1428115"/>
            </a:xfrm>
            <a:custGeom>
              <a:avLst/>
              <a:gdLst/>
              <a:ahLst/>
              <a:cxnLst/>
              <a:rect l="l" t="t" r="r" b="b"/>
              <a:pathLst>
                <a:path w="334009" h="1428114">
                  <a:moveTo>
                    <a:pt x="1524" y="179832"/>
                  </a:moveTo>
                  <a:lnTo>
                    <a:pt x="0" y="179832"/>
                  </a:lnTo>
                  <a:lnTo>
                    <a:pt x="0" y="1427988"/>
                  </a:lnTo>
                  <a:lnTo>
                    <a:pt x="1524" y="1427988"/>
                  </a:lnTo>
                  <a:lnTo>
                    <a:pt x="1524" y="179832"/>
                  </a:lnTo>
                  <a:close/>
                </a:path>
                <a:path w="334009" h="1428114">
                  <a:moveTo>
                    <a:pt x="6096" y="265176"/>
                  </a:moveTo>
                  <a:lnTo>
                    <a:pt x="4572" y="265176"/>
                  </a:lnTo>
                  <a:lnTo>
                    <a:pt x="4572" y="1427988"/>
                  </a:lnTo>
                  <a:lnTo>
                    <a:pt x="6096" y="1427988"/>
                  </a:lnTo>
                  <a:lnTo>
                    <a:pt x="6096" y="265176"/>
                  </a:lnTo>
                  <a:close/>
                </a:path>
                <a:path w="334009" h="1428114">
                  <a:moveTo>
                    <a:pt x="10668" y="708660"/>
                  </a:moveTo>
                  <a:lnTo>
                    <a:pt x="9144" y="708660"/>
                  </a:lnTo>
                  <a:lnTo>
                    <a:pt x="9144" y="1427988"/>
                  </a:lnTo>
                  <a:lnTo>
                    <a:pt x="10668" y="1427988"/>
                  </a:lnTo>
                  <a:lnTo>
                    <a:pt x="10668" y="708660"/>
                  </a:lnTo>
                  <a:close/>
                </a:path>
                <a:path w="334009" h="1428114">
                  <a:moveTo>
                    <a:pt x="15240" y="708660"/>
                  </a:moveTo>
                  <a:lnTo>
                    <a:pt x="13716" y="708660"/>
                  </a:lnTo>
                  <a:lnTo>
                    <a:pt x="13716" y="1427988"/>
                  </a:lnTo>
                  <a:lnTo>
                    <a:pt x="15240" y="1427988"/>
                  </a:lnTo>
                  <a:lnTo>
                    <a:pt x="15240" y="708660"/>
                  </a:lnTo>
                  <a:close/>
                </a:path>
                <a:path w="334009" h="1428114">
                  <a:moveTo>
                    <a:pt x="19812" y="198120"/>
                  </a:moveTo>
                  <a:lnTo>
                    <a:pt x="18288" y="198120"/>
                  </a:lnTo>
                  <a:lnTo>
                    <a:pt x="18288" y="1427988"/>
                  </a:lnTo>
                  <a:lnTo>
                    <a:pt x="19812" y="1427988"/>
                  </a:lnTo>
                  <a:lnTo>
                    <a:pt x="19812" y="198120"/>
                  </a:lnTo>
                  <a:close/>
                </a:path>
                <a:path w="334009" h="1428114">
                  <a:moveTo>
                    <a:pt x="24384" y="935736"/>
                  </a:moveTo>
                  <a:lnTo>
                    <a:pt x="22860" y="935736"/>
                  </a:lnTo>
                  <a:lnTo>
                    <a:pt x="22860" y="1427988"/>
                  </a:lnTo>
                  <a:lnTo>
                    <a:pt x="24384" y="1427988"/>
                  </a:lnTo>
                  <a:lnTo>
                    <a:pt x="24384" y="935736"/>
                  </a:lnTo>
                  <a:close/>
                </a:path>
                <a:path w="334009" h="1428114">
                  <a:moveTo>
                    <a:pt x="30480" y="492252"/>
                  </a:moveTo>
                  <a:lnTo>
                    <a:pt x="27432" y="492252"/>
                  </a:lnTo>
                  <a:lnTo>
                    <a:pt x="27432" y="1427988"/>
                  </a:lnTo>
                  <a:lnTo>
                    <a:pt x="30480" y="1427988"/>
                  </a:lnTo>
                  <a:lnTo>
                    <a:pt x="30480" y="492252"/>
                  </a:lnTo>
                  <a:close/>
                </a:path>
                <a:path w="334009" h="1428114">
                  <a:moveTo>
                    <a:pt x="35052" y="786384"/>
                  </a:moveTo>
                  <a:lnTo>
                    <a:pt x="32004" y="786384"/>
                  </a:lnTo>
                  <a:lnTo>
                    <a:pt x="32004" y="1427988"/>
                  </a:lnTo>
                  <a:lnTo>
                    <a:pt x="35052" y="1427988"/>
                  </a:lnTo>
                  <a:lnTo>
                    <a:pt x="35052" y="786384"/>
                  </a:lnTo>
                  <a:close/>
                </a:path>
                <a:path w="334009" h="1428114">
                  <a:moveTo>
                    <a:pt x="39624" y="786384"/>
                  </a:moveTo>
                  <a:lnTo>
                    <a:pt x="36576" y="786384"/>
                  </a:lnTo>
                  <a:lnTo>
                    <a:pt x="36576" y="1427988"/>
                  </a:lnTo>
                  <a:lnTo>
                    <a:pt x="39624" y="1427988"/>
                  </a:lnTo>
                  <a:lnTo>
                    <a:pt x="39624" y="786384"/>
                  </a:lnTo>
                  <a:close/>
                </a:path>
                <a:path w="334009" h="1428114">
                  <a:moveTo>
                    <a:pt x="44196" y="617220"/>
                  </a:moveTo>
                  <a:lnTo>
                    <a:pt x="42672" y="617220"/>
                  </a:lnTo>
                  <a:lnTo>
                    <a:pt x="42672" y="1427988"/>
                  </a:lnTo>
                  <a:lnTo>
                    <a:pt x="44196" y="1427988"/>
                  </a:lnTo>
                  <a:lnTo>
                    <a:pt x="44196" y="617220"/>
                  </a:lnTo>
                  <a:close/>
                </a:path>
                <a:path w="334009" h="1428114">
                  <a:moveTo>
                    <a:pt x="48768" y="19812"/>
                  </a:moveTo>
                  <a:lnTo>
                    <a:pt x="47244" y="19812"/>
                  </a:lnTo>
                  <a:lnTo>
                    <a:pt x="47244" y="1427988"/>
                  </a:lnTo>
                  <a:lnTo>
                    <a:pt x="48768" y="1427988"/>
                  </a:lnTo>
                  <a:lnTo>
                    <a:pt x="48768" y="19812"/>
                  </a:lnTo>
                  <a:close/>
                </a:path>
                <a:path w="334009" h="1428114">
                  <a:moveTo>
                    <a:pt x="53340" y="0"/>
                  </a:moveTo>
                  <a:lnTo>
                    <a:pt x="51816" y="0"/>
                  </a:lnTo>
                  <a:lnTo>
                    <a:pt x="51816" y="1427988"/>
                  </a:lnTo>
                  <a:lnTo>
                    <a:pt x="53340" y="1427988"/>
                  </a:lnTo>
                  <a:lnTo>
                    <a:pt x="53340" y="0"/>
                  </a:lnTo>
                  <a:close/>
                </a:path>
                <a:path w="334009" h="1428114">
                  <a:moveTo>
                    <a:pt x="57912" y="294132"/>
                  </a:moveTo>
                  <a:lnTo>
                    <a:pt x="56388" y="294132"/>
                  </a:lnTo>
                  <a:lnTo>
                    <a:pt x="56388" y="1427988"/>
                  </a:lnTo>
                  <a:lnTo>
                    <a:pt x="57912" y="1427988"/>
                  </a:lnTo>
                  <a:lnTo>
                    <a:pt x="57912" y="294132"/>
                  </a:lnTo>
                  <a:close/>
                </a:path>
                <a:path w="334009" h="1428114">
                  <a:moveTo>
                    <a:pt x="62484" y="755904"/>
                  </a:moveTo>
                  <a:lnTo>
                    <a:pt x="60960" y="755904"/>
                  </a:lnTo>
                  <a:lnTo>
                    <a:pt x="60960" y="1427988"/>
                  </a:lnTo>
                  <a:lnTo>
                    <a:pt x="62484" y="1427988"/>
                  </a:lnTo>
                  <a:lnTo>
                    <a:pt x="62484" y="755904"/>
                  </a:lnTo>
                  <a:close/>
                </a:path>
                <a:path w="334009" h="1428114">
                  <a:moveTo>
                    <a:pt x="67056" y="294132"/>
                  </a:moveTo>
                  <a:lnTo>
                    <a:pt x="65532" y="294132"/>
                  </a:lnTo>
                  <a:lnTo>
                    <a:pt x="65532" y="1427988"/>
                  </a:lnTo>
                  <a:lnTo>
                    <a:pt x="67056" y="1427988"/>
                  </a:lnTo>
                  <a:lnTo>
                    <a:pt x="67056" y="294132"/>
                  </a:lnTo>
                  <a:close/>
                </a:path>
                <a:path w="334009" h="1428114">
                  <a:moveTo>
                    <a:pt x="73152" y="294132"/>
                  </a:moveTo>
                  <a:lnTo>
                    <a:pt x="70104" y="294132"/>
                  </a:lnTo>
                  <a:lnTo>
                    <a:pt x="70104" y="1427988"/>
                  </a:lnTo>
                  <a:lnTo>
                    <a:pt x="73152" y="1427988"/>
                  </a:lnTo>
                  <a:lnTo>
                    <a:pt x="73152" y="294132"/>
                  </a:lnTo>
                  <a:close/>
                </a:path>
                <a:path w="334009" h="1428114">
                  <a:moveTo>
                    <a:pt x="77724" y="252984"/>
                  </a:moveTo>
                  <a:lnTo>
                    <a:pt x="74676" y="252984"/>
                  </a:lnTo>
                  <a:lnTo>
                    <a:pt x="74676" y="1427988"/>
                  </a:lnTo>
                  <a:lnTo>
                    <a:pt x="77724" y="1427988"/>
                  </a:lnTo>
                  <a:lnTo>
                    <a:pt x="77724" y="252984"/>
                  </a:lnTo>
                  <a:close/>
                </a:path>
                <a:path w="334009" h="1428114">
                  <a:moveTo>
                    <a:pt x="82296" y="786384"/>
                  </a:moveTo>
                  <a:lnTo>
                    <a:pt x="80772" y="786384"/>
                  </a:lnTo>
                  <a:lnTo>
                    <a:pt x="80772" y="1427988"/>
                  </a:lnTo>
                  <a:lnTo>
                    <a:pt x="82296" y="1427988"/>
                  </a:lnTo>
                  <a:lnTo>
                    <a:pt x="82296" y="786384"/>
                  </a:lnTo>
                  <a:close/>
                </a:path>
                <a:path w="334009" h="1428114">
                  <a:moveTo>
                    <a:pt x="86868" y="83820"/>
                  </a:moveTo>
                  <a:lnTo>
                    <a:pt x="85344" y="83820"/>
                  </a:lnTo>
                  <a:lnTo>
                    <a:pt x="85344" y="1427988"/>
                  </a:lnTo>
                  <a:lnTo>
                    <a:pt x="86868" y="1427988"/>
                  </a:lnTo>
                  <a:lnTo>
                    <a:pt x="86868" y="83820"/>
                  </a:lnTo>
                  <a:close/>
                </a:path>
                <a:path w="334009" h="1428114">
                  <a:moveTo>
                    <a:pt x="91440" y="59436"/>
                  </a:moveTo>
                  <a:lnTo>
                    <a:pt x="89916" y="59436"/>
                  </a:lnTo>
                  <a:lnTo>
                    <a:pt x="89916" y="1427988"/>
                  </a:lnTo>
                  <a:lnTo>
                    <a:pt x="91440" y="1427988"/>
                  </a:lnTo>
                  <a:lnTo>
                    <a:pt x="91440" y="59436"/>
                  </a:lnTo>
                  <a:close/>
                </a:path>
                <a:path w="334009" h="1428114">
                  <a:moveTo>
                    <a:pt x="96012" y="935736"/>
                  </a:moveTo>
                  <a:lnTo>
                    <a:pt x="94488" y="935736"/>
                  </a:lnTo>
                  <a:lnTo>
                    <a:pt x="94488" y="1427988"/>
                  </a:lnTo>
                  <a:lnTo>
                    <a:pt x="96012" y="1427988"/>
                  </a:lnTo>
                  <a:lnTo>
                    <a:pt x="96012" y="935736"/>
                  </a:lnTo>
                  <a:close/>
                </a:path>
                <a:path w="334009" h="1428114">
                  <a:moveTo>
                    <a:pt x="100584" y="617220"/>
                  </a:moveTo>
                  <a:lnTo>
                    <a:pt x="99060" y="617220"/>
                  </a:lnTo>
                  <a:lnTo>
                    <a:pt x="99060" y="1427988"/>
                  </a:lnTo>
                  <a:lnTo>
                    <a:pt x="100584" y="1427988"/>
                  </a:lnTo>
                  <a:lnTo>
                    <a:pt x="100584" y="617220"/>
                  </a:lnTo>
                  <a:close/>
                </a:path>
                <a:path w="334009" h="1428114">
                  <a:moveTo>
                    <a:pt x="105156" y="935736"/>
                  </a:moveTo>
                  <a:lnTo>
                    <a:pt x="103632" y="935736"/>
                  </a:lnTo>
                  <a:lnTo>
                    <a:pt x="103632" y="1427988"/>
                  </a:lnTo>
                  <a:lnTo>
                    <a:pt x="105156" y="1427988"/>
                  </a:lnTo>
                  <a:lnTo>
                    <a:pt x="105156" y="935736"/>
                  </a:lnTo>
                  <a:close/>
                </a:path>
                <a:path w="334009" h="1428114">
                  <a:moveTo>
                    <a:pt x="109728" y="417576"/>
                  </a:moveTo>
                  <a:lnTo>
                    <a:pt x="108204" y="417576"/>
                  </a:lnTo>
                  <a:lnTo>
                    <a:pt x="108204" y="1427988"/>
                  </a:lnTo>
                  <a:lnTo>
                    <a:pt x="109728" y="1427988"/>
                  </a:lnTo>
                  <a:lnTo>
                    <a:pt x="109728" y="417576"/>
                  </a:lnTo>
                  <a:close/>
                </a:path>
                <a:path w="334009" h="1428114">
                  <a:moveTo>
                    <a:pt x="115824" y="150876"/>
                  </a:moveTo>
                  <a:lnTo>
                    <a:pt x="112776" y="150876"/>
                  </a:lnTo>
                  <a:lnTo>
                    <a:pt x="112776" y="1427988"/>
                  </a:lnTo>
                  <a:lnTo>
                    <a:pt x="115824" y="1427988"/>
                  </a:lnTo>
                  <a:lnTo>
                    <a:pt x="115824" y="150876"/>
                  </a:lnTo>
                  <a:close/>
                </a:path>
                <a:path w="334009" h="1428114">
                  <a:moveTo>
                    <a:pt x="120396" y="114300"/>
                  </a:moveTo>
                  <a:lnTo>
                    <a:pt x="117348" y="114300"/>
                  </a:lnTo>
                  <a:lnTo>
                    <a:pt x="117348" y="1427988"/>
                  </a:lnTo>
                  <a:lnTo>
                    <a:pt x="120396" y="1427988"/>
                  </a:lnTo>
                  <a:lnTo>
                    <a:pt x="120396" y="114300"/>
                  </a:lnTo>
                  <a:close/>
                </a:path>
                <a:path w="334009" h="1428114">
                  <a:moveTo>
                    <a:pt x="124968" y="67056"/>
                  </a:moveTo>
                  <a:lnTo>
                    <a:pt x="123444" y="67056"/>
                  </a:lnTo>
                  <a:lnTo>
                    <a:pt x="123444" y="1427988"/>
                  </a:lnTo>
                  <a:lnTo>
                    <a:pt x="124968" y="1427988"/>
                  </a:lnTo>
                  <a:lnTo>
                    <a:pt x="124968" y="67056"/>
                  </a:lnTo>
                  <a:close/>
                </a:path>
                <a:path w="334009" h="1428114">
                  <a:moveTo>
                    <a:pt x="129540" y="67056"/>
                  </a:moveTo>
                  <a:lnTo>
                    <a:pt x="128016" y="67056"/>
                  </a:lnTo>
                  <a:lnTo>
                    <a:pt x="128016" y="1427988"/>
                  </a:lnTo>
                  <a:lnTo>
                    <a:pt x="129540" y="1427988"/>
                  </a:lnTo>
                  <a:lnTo>
                    <a:pt x="129540" y="67056"/>
                  </a:lnTo>
                  <a:close/>
                </a:path>
                <a:path w="334009" h="1428114">
                  <a:moveTo>
                    <a:pt x="134112" y="179832"/>
                  </a:moveTo>
                  <a:lnTo>
                    <a:pt x="132588" y="179832"/>
                  </a:lnTo>
                  <a:lnTo>
                    <a:pt x="132588" y="1427988"/>
                  </a:lnTo>
                  <a:lnTo>
                    <a:pt x="134112" y="1427988"/>
                  </a:lnTo>
                  <a:lnTo>
                    <a:pt x="134112" y="179832"/>
                  </a:lnTo>
                  <a:close/>
                </a:path>
                <a:path w="334009" h="1428114">
                  <a:moveTo>
                    <a:pt x="138684" y="786384"/>
                  </a:moveTo>
                  <a:lnTo>
                    <a:pt x="137160" y="786384"/>
                  </a:lnTo>
                  <a:lnTo>
                    <a:pt x="137160" y="1427988"/>
                  </a:lnTo>
                  <a:lnTo>
                    <a:pt x="138684" y="1427988"/>
                  </a:lnTo>
                  <a:lnTo>
                    <a:pt x="138684" y="786384"/>
                  </a:lnTo>
                  <a:close/>
                </a:path>
                <a:path w="334009" h="1428114">
                  <a:moveTo>
                    <a:pt x="143256" y="786384"/>
                  </a:moveTo>
                  <a:lnTo>
                    <a:pt x="141732" y="786384"/>
                  </a:lnTo>
                  <a:lnTo>
                    <a:pt x="141732" y="1427988"/>
                  </a:lnTo>
                  <a:lnTo>
                    <a:pt x="143256" y="1427988"/>
                  </a:lnTo>
                  <a:lnTo>
                    <a:pt x="143256" y="786384"/>
                  </a:lnTo>
                  <a:close/>
                </a:path>
                <a:path w="334009" h="1428114">
                  <a:moveTo>
                    <a:pt x="147828" y="294132"/>
                  </a:moveTo>
                  <a:lnTo>
                    <a:pt x="146304" y="294132"/>
                  </a:lnTo>
                  <a:lnTo>
                    <a:pt x="146304" y="1427988"/>
                  </a:lnTo>
                  <a:lnTo>
                    <a:pt x="147828" y="1427988"/>
                  </a:lnTo>
                  <a:lnTo>
                    <a:pt x="147828" y="294132"/>
                  </a:lnTo>
                  <a:close/>
                </a:path>
                <a:path w="334009" h="1428114">
                  <a:moveTo>
                    <a:pt x="153924" y="67056"/>
                  </a:moveTo>
                  <a:lnTo>
                    <a:pt x="150876" y="67056"/>
                  </a:lnTo>
                  <a:lnTo>
                    <a:pt x="150876" y="1427988"/>
                  </a:lnTo>
                  <a:lnTo>
                    <a:pt x="153924" y="1427988"/>
                  </a:lnTo>
                  <a:lnTo>
                    <a:pt x="153924" y="67056"/>
                  </a:lnTo>
                  <a:close/>
                </a:path>
                <a:path w="334009" h="1428114">
                  <a:moveTo>
                    <a:pt x="158496" y="708660"/>
                  </a:moveTo>
                  <a:lnTo>
                    <a:pt x="155448" y="708660"/>
                  </a:lnTo>
                  <a:lnTo>
                    <a:pt x="155448" y="1427988"/>
                  </a:lnTo>
                  <a:lnTo>
                    <a:pt x="158496" y="1427988"/>
                  </a:lnTo>
                  <a:lnTo>
                    <a:pt x="158496" y="708660"/>
                  </a:lnTo>
                  <a:close/>
                </a:path>
                <a:path w="334009" h="1428114">
                  <a:moveTo>
                    <a:pt x="163068" y="103632"/>
                  </a:moveTo>
                  <a:lnTo>
                    <a:pt x="160020" y="103632"/>
                  </a:lnTo>
                  <a:lnTo>
                    <a:pt x="160020" y="1427988"/>
                  </a:lnTo>
                  <a:lnTo>
                    <a:pt x="163068" y="1427988"/>
                  </a:lnTo>
                  <a:lnTo>
                    <a:pt x="163068" y="103632"/>
                  </a:lnTo>
                  <a:close/>
                </a:path>
                <a:path w="334009" h="1428114">
                  <a:moveTo>
                    <a:pt x="167640" y="844296"/>
                  </a:moveTo>
                  <a:lnTo>
                    <a:pt x="166116" y="844296"/>
                  </a:lnTo>
                  <a:lnTo>
                    <a:pt x="166116" y="1427988"/>
                  </a:lnTo>
                  <a:lnTo>
                    <a:pt x="167640" y="1427988"/>
                  </a:lnTo>
                  <a:lnTo>
                    <a:pt x="167640" y="844296"/>
                  </a:lnTo>
                  <a:close/>
                </a:path>
                <a:path w="334009" h="1428114">
                  <a:moveTo>
                    <a:pt x="172212" y="786384"/>
                  </a:moveTo>
                  <a:lnTo>
                    <a:pt x="170688" y="786384"/>
                  </a:lnTo>
                  <a:lnTo>
                    <a:pt x="170688" y="1427988"/>
                  </a:lnTo>
                  <a:lnTo>
                    <a:pt x="172212" y="1427988"/>
                  </a:lnTo>
                  <a:lnTo>
                    <a:pt x="172212" y="786384"/>
                  </a:lnTo>
                  <a:close/>
                </a:path>
                <a:path w="334009" h="1428114">
                  <a:moveTo>
                    <a:pt x="176784" y="672084"/>
                  </a:moveTo>
                  <a:lnTo>
                    <a:pt x="175260" y="672084"/>
                  </a:lnTo>
                  <a:lnTo>
                    <a:pt x="175260" y="1427988"/>
                  </a:lnTo>
                  <a:lnTo>
                    <a:pt x="176784" y="1427988"/>
                  </a:lnTo>
                  <a:lnTo>
                    <a:pt x="176784" y="672084"/>
                  </a:lnTo>
                  <a:close/>
                </a:path>
                <a:path w="334009" h="1428114">
                  <a:moveTo>
                    <a:pt x="181356" y="294132"/>
                  </a:moveTo>
                  <a:lnTo>
                    <a:pt x="179832" y="294132"/>
                  </a:lnTo>
                  <a:lnTo>
                    <a:pt x="179832" y="1427988"/>
                  </a:lnTo>
                  <a:lnTo>
                    <a:pt x="181356" y="1427988"/>
                  </a:lnTo>
                  <a:lnTo>
                    <a:pt x="181356" y="294132"/>
                  </a:lnTo>
                  <a:close/>
                </a:path>
                <a:path w="334009" h="1428114">
                  <a:moveTo>
                    <a:pt x="185928" y="786384"/>
                  </a:moveTo>
                  <a:lnTo>
                    <a:pt x="184404" y="786384"/>
                  </a:lnTo>
                  <a:lnTo>
                    <a:pt x="184404" y="1427988"/>
                  </a:lnTo>
                  <a:lnTo>
                    <a:pt x="185928" y="1427988"/>
                  </a:lnTo>
                  <a:lnTo>
                    <a:pt x="185928" y="786384"/>
                  </a:lnTo>
                  <a:close/>
                </a:path>
                <a:path w="334009" h="1428114">
                  <a:moveTo>
                    <a:pt x="190500" y="216408"/>
                  </a:moveTo>
                  <a:lnTo>
                    <a:pt x="188976" y="216408"/>
                  </a:lnTo>
                  <a:lnTo>
                    <a:pt x="188976" y="1427988"/>
                  </a:lnTo>
                  <a:lnTo>
                    <a:pt x="190500" y="1427988"/>
                  </a:lnTo>
                  <a:lnTo>
                    <a:pt x="190500" y="216408"/>
                  </a:lnTo>
                  <a:close/>
                </a:path>
                <a:path w="334009" h="1428114">
                  <a:moveTo>
                    <a:pt x="196596" y="611124"/>
                  </a:moveTo>
                  <a:lnTo>
                    <a:pt x="193548" y="611124"/>
                  </a:lnTo>
                  <a:lnTo>
                    <a:pt x="193548" y="1427988"/>
                  </a:lnTo>
                  <a:lnTo>
                    <a:pt x="196596" y="1427988"/>
                  </a:lnTo>
                  <a:lnTo>
                    <a:pt x="196596" y="611124"/>
                  </a:lnTo>
                  <a:close/>
                </a:path>
                <a:path w="334009" h="1428114">
                  <a:moveTo>
                    <a:pt x="201168" y="92964"/>
                  </a:moveTo>
                  <a:lnTo>
                    <a:pt x="198120" y="92964"/>
                  </a:lnTo>
                  <a:lnTo>
                    <a:pt x="198120" y="1427988"/>
                  </a:lnTo>
                  <a:lnTo>
                    <a:pt x="201168" y="1427988"/>
                  </a:lnTo>
                  <a:lnTo>
                    <a:pt x="201168" y="92964"/>
                  </a:lnTo>
                  <a:close/>
                </a:path>
                <a:path w="334009" h="1428114">
                  <a:moveTo>
                    <a:pt x="205740" y="786384"/>
                  </a:moveTo>
                  <a:lnTo>
                    <a:pt x="202692" y="786384"/>
                  </a:lnTo>
                  <a:lnTo>
                    <a:pt x="202692" y="1427988"/>
                  </a:lnTo>
                  <a:lnTo>
                    <a:pt x="205740" y="1427988"/>
                  </a:lnTo>
                  <a:lnTo>
                    <a:pt x="205740" y="786384"/>
                  </a:lnTo>
                  <a:close/>
                </a:path>
                <a:path w="334009" h="1428114">
                  <a:moveTo>
                    <a:pt x="210312" y="786384"/>
                  </a:moveTo>
                  <a:lnTo>
                    <a:pt x="208788" y="786384"/>
                  </a:lnTo>
                  <a:lnTo>
                    <a:pt x="208788" y="1427988"/>
                  </a:lnTo>
                  <a:lnTo>
                    <a:pt x="210312" y="1427988"/>
                  </a:lnTo>
                  <a:lnTo>
                    <a:pt x="210312" y="786384"/>
                  </a:lnTo>
                  <a:close/>
                </a:path>
                <a:path w="334009" h="1428114">
                  <a:moveTo>
                    <a:pt x="214884" y="935736"/>
                  </a:moveTo>
                  <a:lnTo>
                    <a:pt x="213360" y="935736"/>
                  </a:lnTo>
                  <a:lnTo>
                    <a:pt x="213360" y="1427988"/>
                  </a:lnTo>
                  <a:lnTo>
                    <a:pt x="214884" y="1427988"/>
                  </a:lnTo>
                  <a:lnTo>
                    <a:pt x="214884" y="935736"/>
                  </a:lnTo>
                  <a:close/>
                </a:path>
                <a:path w="334009" h="1428114">
                  <a:moveTo>
                    <a:pt x="219456" y="935736"/>
                  </a:moveTo>
                  <a:lnTo>
                    <a:pt x="217932" y="935736"/>
                  </a:lnTo>
                  <a:lnTo>
                    <a:pt x="217932" y="1427988"/>
                  </a:lnTo>
                  <a:lnTo>
                    <a:pt x="219456" y="1427988"/>
                  </a:lnTo>
                  <a:lnTo>
                    <a:pt x="219456" y="935736"/>
                  </a:lnTo>
                  <a:close/>
                </a:path>
                <a:path w="334009" h="1428114">
                  <a:moveTo>
                    <a:pt x="224028" y="935736"/>
                  </a:moveTo>
                  <a:lnTo>
                    <a:pt x="222504" y="935736"/>
                  </a:lnTo>
                  <a:lnTo>
                    <a:pt x="222504" y="1427988"/>
                  </a:lnTo>
                  <a:lnTo>
                    <a:pt x="224028" y="1427988"/>
                  </a:lnTo>
                  <a:lnTo>
                    <a:pt x="224028" y="935736"/>
                  </a:lnTo>
                  <a:close/>
                </a:path>
                <a:path w="334009" h="1428114">
                  <a:moveTo>
                    <a:pt x="228600" y="822960"/>
                  </a:moveTo>
                  <a:lnTo>
                    <a:pt x="227076" y="822960"/>
                  </a:lnTo>
                  <a:lnTo>
                    <a:pt x="227076" y="1427988"/>
                  </a:lnTo>
                  <a:lnTo>
                    <a:pt x="228600" y="1427988"/>
                  </a:lnTo>
                  <a:lnTo>
                    <a:pt x="228600" y="822960"/>
                  </a:lnTo>
                  <a:close/>
                </a:path>
                <a:path w="334009" h="1428114">
                  <a:moveTo>
                    <a:pt x="233172" y="810768"/>
                  </a:moveTo>
                  <a:lnTo>
                    <a:pt x="231648" y="810768"/>
                  </a:lnTo>
                  <a:lnTo>
                    <a:pt x="231648" y="1427988"/>
                  </a:lnTo>
                  <a:lnTo>
                    <a:pt x="233172" y="1427988"/>
                  </a:lnTo>
                  <a:lnTo>
                    <a:pt x="233172" y="810768"/>
                  </a:lnTo>
                  <a:close/>
                </a:path>
                <a:path w="334009" h="1428114">
                  <a:moveTo>
                    <a:pt x="239268" y="755904"/>
                  </a:moveTo>
                  <a:lnTo>
                    <a:pt x="236220" y="755904"/>
                  </a:lnTo>
                  <a:lnTo>
                    <a:pt x="236220" y="1427988"/>
                  </a:lnTo>
                  <a:lnTo>
                    <a:pt x="239268" y="1427988"/>
                  </a:lnTo>
                  <a:lnTo>
                    <a:pt x="239268" y="755904"/>
                  </a:lnTo>
                  <a:close/>
                </a:path>
                <a:path w="334009" h="1428114">
                  <a:moveTo>
                    <a:pt x="243840" y="844296"/>
                  </a:moveTo>
                  <a:lnTo>
                    <a:pt x="240792" y="844296"/>
                  </a:lnTo>
                  <a:lnTo>
                    <a:pt x="240792" y="1427988"/>
                  </a:lnTo>
                  <a:lnTo>
                    <a:pt x="243840" y="1427988"/>
                  </a:lnTo>
                  <a:lnTo>
                    <a:pt x="243840" y="844296"/>
                  </a:lnTo>
                  <a:close/>
                </a:path>
                <a:path w="334009" h="1428114">
                  <a:moveTo>
                    <a:pt x="248412" y="786384"/>
                  </a:moveTo>
                  <a:lnTo>
                    <a:pt x="246888" y="786384"/>
                  </a:lnTo>
                  <a:lnTo>
                    <a:pt x="246888" y="1427988"/>
                  </a:lnTo>
                  <a:lnTo>
                    <a:pt x="248412" y="1427988"/>
                  </a:lnTo>
                  <a:lnTo>
                    <a:pt x="248412" y="786384"/>
                  </a:lnTo>
                  <a:close/>
                </a:path>
                <a:path w="334009" h="1428114">
                  <a:moveTo>
                    <a:pt x="252984" y="729996"/>
                  </a:moveTo>
                  <a:lnTo>
                    <a:pt x="251460" y="729996"/>
                  </a:lnTo>
                  <a:lnTo>
                    <a:pt x="251460" y="1427988"/>
                  </a:lnTo>
                  <a:lnTo>
                    <a:pt x="252984" y="1427988"/>
                  </a:lnTo>
                  <a:lnTo>
                    <a:pt x="252984" y="729996"/>
                  </a:lnTo>
                  <a:close/>
                </a:path>
                <a:path w="334009" h="1428114">
                  <a:moveTo>
                    <a:pt x="257556" y="786384"/>
                  </a:moveTo>
                  <a:lnTo>
                    <a:pt x="256032" y="786384"/>
                  </a:lnTo>
                  <a:lnTo>
                    <a:pt x="256032" y="1427988"/>
                  </a:lnTo>
                  <a:lnTo>
                    <a:pt x="257556" y="1427988"/>
                  </a:lnTo>
                  <a:lnTo>
                    <a:pt x="257556" y="786384"/>
                  </a:lnTo>
                  <a:close/>
                </a:path>
                <a:path w="334009" h="1428114">
                  <a:moveTo>
                    <a:pt x="262128" y="844296"/>
                  </a:moveTo>
                  <a:lnTo>
                    <a:pt x="260604" y="844296"/>
                  </a:lnTo>
                  <a:lnTo>
                    <a:pt x="260604" y="1427988"/>
                  </a:lnTo>
                  <a:lnTo>
                    <a:pt x="262128" y="1427988"/>
                  </a:lnTo>
                  <a:lnTo>
                    <a:pt x="262128" y="844296"/>
                  </a:lnTo>
                  <a:close/>
                </a:path>
                <a:path w="334009" h="1428114">
                  <a:moveTo>
                    <a:pt x="266700" y="786384"/>
                  </a:moveTo>
                  <a:lnTo>
                    <a:pt x="265176" y="786384"/>
                  </a:lnTo>
                  <a:lnTo>
                    <a:pt x="265176" y="1427988"/>
                  </a:lnTo>
                  <a:lnTo>
                    <a:pt x="266700" y="1427988"/>
                  </a:lnTo>
                  <a:lnTo>
                    <a:pt x="266700" y="786384"/>
                  </a:lnTo>
                  <a:close/>
                </a:path>
                <a:path w="334009" h="1428114">
                  <a:moveTo>
                    <a:pt x="271272" y="786384"/>
                  </a:moveTo>
                  <a:lnTo>
                    <a:pt x="269748" y="786384"/>
                  </a:lnTo>
                  <a:lnTo>
                    <a:pt x="269748" y="1427988"/>
                  </a:lnTo>
                  <a:lnTo>
                    <a:pt x="271272" y="1427988"/>
                  </a:lnTo>
                  <a:lnTo>
                    <a:pt x="271272" y="786384"/>
                  </a:lnTo>
                  <a:close/>
                </a:path>
                <a:path w="334009" h="1428114">
                  <a:moveTo>
                    <a:pt x="277368" y="812292"/>
                  </a:moveTo>
                  <a:lnTo>
                    <a:pt x="274320" y="812292"/>
                  </a:lnTo>
                  <a:lnTo>
                    <a:pt x="274320" y="1427988"/>
                  </a:lnTo>
                  <a:lnTo>
                    <a:pt x="277368" y="1427988"/>
                  </a:lnTo>
                  <a:lnTo>
                    <a:pt x="277368" y="812292"/>
                  </a:lnTo>
                  <a:close/>
                </a:path>
                <a:path w="334009" h="1428114">
                  <a:moveTo>
                    <a:pt x="281940" y="672084"/>
                  </a:moveTo>
                  <a:lnTo>
                    <a:pt x="278892" y="672084"/>
                  </a:lnTo>
                  <a:lnTo>
                    <a:pt x="278892" y="1427988"/>
                  </a:lnTo>
                  <a:lnTo>
                    <a:pt x="281940" y="1427988"/>
                  </a:lnTo>
                  <a:lnTo>
                    <a:pt x="281940" y="672084"/>
                  </a:lnTo>
                  <a:close/>
                </a:path>
                <a:path w="334009" h="1428114">
                  <a:moveTo>
                    <a:pt x="286512" y="294132"/>
                  </a:moveTo>
                  <a:lnTo>
                    <a:pt x="283464" y="294132"/>
                  </a:lnTo>
                  <a:lnTo>
                    <a:pt x="283464" y="1427988"/>
                  </a:lnTo>
                  <a:lnTo>
                    <a:pt x="286512" y="1427988"/>
                  </a:lnTo>
                  <a:lnTo>
                    <a:pt x="286512" y="294132"/>
                  </a:lnTo>
                  <a:close/>
                </a:path>
                <a:path w="334009" h="1428114">
                  <a:moveTo>
                    <a:pt x="291084" y="83820"/>
                  </a:moveTo>
                  <a:lnTo>
                    <a:pt x="289560" y="83820"/>
                  </a:lnTo>
                  <a:lnTo>
                    <a:pt x="289560" y="1427988"/>
                  </a:lnTo>
                  <a:lnTo>
                    <a:pt x="291084" y="1427988"/>
                  </a:lnTo>
                  <a:lnTo>
                    <a:pt x="291084" y="83820"/>
                  </a:lnTo>
                  <a:close/>
                </a:path>
                <a:path w="334009" h="1428114">
                  <a:moveTo>
                    <a:pt x="295656" y="67056"/>
                  </a:moveTo>
                  <a:lnTo>
                    <a:pt x="294132" y="67056"/>
                  </a:lnTo>
                  <a:lnTo>
                    <a:pt x="294132" y="1427988"/>
                  </a:lnTo>
                  <a:lnTo>
                    <a:pt x="295656" y="1427988"/>
                  </a:lnTo>
                  <a:lnTo>
                    <a:pt x="295656" y="67056"/>
                  </a:lnTo>
                  <a:close/>
                </a:path>
                <a:path w="334009" h="1428114">
                  <a:moveTo>
                    <a:pt x="300228" y="708660"/>
                  </a:moveTo>
                  <a:lnTo>
                    <a:pt x="298704" y="708660"/>
                  </a:lnTo>
                  <a:lnTo>
                    <a:pt x="298704" y="1427988"/>
                  </a:lnTo>
                  <a:lnTo>
                    <a:pt x="300228" y="1427988"/>
                  </a:lnTo>
                  <a:lnTo>
                    <a:pt x="300228" y="708660"/>
                  </a:lnTo>
                  <a:close/>
                </a:path>
                <a:path w="334009" h="1428114">
                  <a:moveTo>
                    <a:pt x="304800" y="454152"/>
                  </a:moveTo>
                  <a:lnTo>
                    <a:pt x="303276" y="454152"/>
                  </a:lnTo>
                  <a:lnTo>
                    <a:pt x="303276" y="1427988"/>
                  </a:lnTo>
                  <a:lnTo>
                    <a:pt x="304800" y="1427988"/>
                  </a:lnTo>
                  <a:lnTo>
                    <a:pt x="304800" y="454152"/>
                  </a:lnTo>
                  <a:close/>
                </a:path>
                <a:path w="334009" h="1428114">
                  <a:moveTo>
                    <a:pt x="309372" y="481584"/>
                  </a:moveTo>
                  <a:lnTo>
                    <a:pt x="307848" y="481584"/>
                  </a:lnTo>
                  <a:lnTo>
                    <a:pt x="307848" y="1427988"/>
                  </a:lnTo>
                  <a:lnTo>
                    <a:pt x="309372" y="1427988"/>
                  </a:lnTo>
                  <a:lnTo>
                    <a:pt x="309372" y="481584"/>
                  </a:lnTo>
                  <a:close/>
                </a:path>
                <a:path w="334009" h="1428114">
                  <a:moveTo>
                    <a:pt x="313944" y="310896"/>
                  </a:moveTo>
                  <a:lnTo>
                    <a:pt x="312420" y="310896"/>
                  </a:lnTo>
                  <a:lnTo>
                    <a:pt x="312420" y="1427988"/>
                  </a:lnTo>
                  <a:lnTo>
                    <a:pt x="313944" y="1427988"/>
                  </a:lnTo>
                  <a:lnTo>
                    <a:pt x="313944" y="310896"/>
                  </a:lnTo>
                  <a:close/>
                </a:path>
                <a:path w="334009" h="1428114">
                  <a:moveTo>
                    <a:pt x="320040" y="294132"/>
                  </a:moveTo>
                  <a:lnTo>
                    <a:pt x="316992" y="294132"/>
                  </a:lnTo>
                  <a:lnTo>
                    <a:pt x="316992" y="1427988"/>
                  </a:lnTo>
                  <a:lnTo>
                    <a:pt x="320040" y="1427988"/>
                  </a:lnTo>
                  <a:lnTo>
                    <a:pt x="320040" y="294132"/>
                  </a:lnTo>
                  <a:close/>
                </a:path>
                <a:path w="334009" h="1428114">
                  <a:moveTo>
                    <a:pt x="324612" y="198120"/>
                  </a:moveTo>
                  <a:lnTo>
                    <a:pt x="321564" y="198120"/>
                  </a:lnTo>
                  <a:lnTo>
                    <a:pt x="321564" y="1427988"/>
                  </a:lnTo>
                  <a:lnTo>
                    <a:pt x="324612" y="1427988"/>
                  </a:lnTo>
                  <a:lnTo>
                    <a:pt x="324612" y="198120"/>
                  </a:lnTo>
                  <a:close/>
                </a:path>
                <a:path w="334009" h="1428114">
                  <a:moveTo>
                    <a:pt x="329184" y="294132"/>
                  </a:moveTo>
                  <a:lnTo>
                    <a:pt x="326136" y="294132"/>
                  </a:lnTo>
                  <a:lnTo>
                    <a:pt x="326136" y="1427988"/>
                  </a:lnTo>
                  <a:lnTo>
                    <a:pt x="329184" y="1427988"/>
                  </a:lnTo>
                  <a:lnTo>
                    <a:pt x="329184" y="294132"/>
                  </a:lnTo>
                  <a:close/>
                </a:path>
                <a:path w="334009" h="1428114">
                  <a:moveTo>
                    <a:pt x="333756" y="289560"/>
                  </a:moveTo>
                  <a:lnTo>
                    <a:pt x="332232" y="289560"/>
                  </a:lnTo>
                  <a:lnTo>
                    <a:pt x="332232" y="1427988"/>
                  </a:lnTo>
                  <a:lnTo>
                    <a:pt x="333756" y="1427988"/>
                  </a:lnTo>
                  <a:lnTo>
                    <a:pt x="333756" y="28956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9172956" y="2724911"/>
              <a:ext cx="1905" cy="1138555"/>
            </a:xfrm>
            <a:custGeom>
              <a:avLst/>
              <a:gdLst/>
              <a:ahLst/>
              <a:cxnLst/>
              <a:rect l="l" t="t" r="r" b="b"/>
              <a:pathLst>
                <a:path w="1904" h="1138554">
                  <a:moveTo>
                    <a:pt x="1524" y="0"/>
                  </a:moveTo>
                  <a:lnTo>
                    <a:pt x="0" y="0"/>
                  </a:lnTo>
                  <a:lnTo>
                    <a:pt x="0" y="1138427"/>
                  </a:lnTo>
                  <a:lnTo>
                    <a:pt x="1524" y="1138427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3456432" y="1152144"/>
            <a:ext cx="3764279" cy="30797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3429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270"/>
              </a:spcBef>
            </a:pP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Rating</a:t>
            </a:r>
            <a:r>
              <a:rPr dirty="0" sz="160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dirty="0" sz="1600" spc="1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Cost</a:t>
            </a:r>
            <a:r>
              <a:rPr dirty="0" sz="1600" spc="-2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 spc="-55">
                <a:solidFill>
                  <a:srgbClr val="FFFFFF"/>
                </a:solidFill>
                <a:latin typeface="Segoe UI Light"/>
                <a:cs typeface="Segoe UI Light"/>
              </a:rPr>
              <a:t>Trend</a:t>
            </a:r>
            <a:r>
              <a:rPr dirty="0" sz="1600" spc="2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Segoe UI Light"/>
                <a:cs typeface="Segoe UI Light"/>
              </a:rPr>
              <a:t>Different</a:t>
            </a:r>
            <a:r>
              <a:rPr dirty="0" sz="1600" spc="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Segoe UI Light"/>
                <a:cs typeface="Segoe UI Light"/>
              </a:rPr>
              <a:t>Cusines</a:t>
            </a:r>
            <a:endParaRPr sz="1600">
              <a:latin typeface="Segoe UI Light"/>
              <a:cs typeface="Segoe UI Ligh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338137" y="988885"/>
            <a:ext cx="11436985" cy="3223895"/>
            <a:chOff x="338137" y="988885"/>
            <a:chExt cx="11436985" cy="3223895"/>
          </a:xfrm>
        </p:grpSpPr>
        <p:sp>
          <p:nvSpPr>
            <p:cNvPr id="66" name="object 66"/>
            <p:cNvSpPr/>
            <p:nvPr/>
          </p:nvSpPr>
          <p:spPr>
            <a:xfrm>
              <a:off x="342900" y="993647"/>
              <a:ext cx="11427460" cy="3214370"/>
            </a:xfrm>
            <a:custGeom>
              <a:avLst/>
              <a:gdLst/>
              <a:ahLst/>
              <a:cxnLst/>
              <a:rect l="l" t="t" r="r" b="b"/>
              <a:pathLst>
                <a:path w="11427460" h="3214370">
                  <a:moveTo>
                    <a:pt x="0" y="3214116"/>
                  </a:moveTo>
                  <a:lnTo>
                    <a:pt x="11426952" y="3214116"/>
                  </a:lnTo>
                  <a:lnTo>
                    <a:pt x="11426952" y="0"/>
                  </a:lnTo>
                  <a:lnTo>
                    <a:pt x="0" y="0"/>
                  </a:lnTo>
                  <a:lnTo>
                    <a:pt x="0" y="32141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9547859" y="993647"/>
              <a:ext cx="2222500" cy="3214370"/>
            </a:xfrm>
            <a:custGeom>
              <a:avLst/>
              <a:gdLst/>
              <a:ahLst/>
              <a:cxnLst/>
              <a:rect l="l" t="t" r="r" b="b"/>
              <a:pathLst>
                <a:path w="2222500" h="3214370">
                  <a:moveTo>
                    <a:pt x="2221992" y="0"/>
                  </a:moveTo>
                  <a:lnTo>
                    <a:pt x="0" y="0"/>
                  </a:lnTo>
                  <a:lnTo>
                    <a:pt x="0" y="3214116"/>
                  </a:lnTo>
                  <a:lnTo>
                    <a:pt x="2221992" y="3214116"/>
                  </a:lnTo>
                  <a:lnTo>
                    <a:pt x="22219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9661525" y="1010793"/>
            <a:ext cx="2009139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321310" marR="325755" indent="-127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Correlation </a:t>
            </a:r>
            <a:r>
              <a:rPr dirty="0" sz="2000" spc="-5" b="1">
                <a:solidFill>
                  <a:srgbClr val="FFFFFF"/>
                </a:solidFill>
                <a:latin typeface="Calibri"/>
                <a:cs typeface="Calibri"/>
              </a:rPr>
              <a:t> Between </a:t>
            </a: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FFFFFF"/>
                </a:solidFill>
                <a:latin typeface="Calibri"/>
                <a:cs typeface="Calibri"/>
              </a:rPr>
              <a:t>Avg</a:t>
            </a:r>
            <a:r>
              <a:rPr dirty="0" sz="20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Calibri"/>
                <a:cs typeface="Calibri"/>
              </a:rPr>
              <a:t>Rating</a:t>
            </a:r>
            <a:r>
              <a:rPr dirty="0" sz="20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endParaRPr sz="2000">
              <a:latin typeface="Calibri"/>
              <a:cs typeface="Calibri"/>
            </a:endParaRPr>
          </a:p>
          <a:p>
            <a:pPr algn="ctr" marR="5080">
              <a:lnSpc>
                <a:spcPct val="100000"/>
              </a:lnSpc>
            </a:pPr>
            <a:r>
              <a:rPr dirty="0" sz="2000" spc="-25" b="1">
                <a:solidFill>
                  <a:srgbClr val="FFFFFF"/>
                </a:solidFill>
                <a:latin typeface="Calibri"/>
                <a:cs typeface="Calibri"/>
              </a:rPr>
              <a:t>Avg</a:t>
            </a: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 Cost</a:t>
            </a:r>
            <a:r>
              <a:rPr dirty="0" sz="20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Calibri"/>
                <a:cs typeface="Calibri"/>
              </a:rPr>
              <a:t>Cuisine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899268" y="3141040"/>
            <a:ext cx="153416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Verdana"/>
                <a:cs typeface="Verdana"/>
              </a:rPr>
              <a:t>0.07</a:t>
            </a:r>
            <a:endParaRPr sz="4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Zomato</a:t>
            </a:r>
            <a:r>
              <a:rPr dirty="0" spc="-40"/>
              <a:t> </a:t>
            </a:r>
            <a:r>
              <a:rPr dirty="0" spc="-165"/>
              <a:t>Restau</a:t>
            </a:r>
            <a:r>
              <a:rPr dirty="0" spc="-114"/>
              <a:t>r</a:t>
            </a:r>
            <a:r>
              <a:rPr dirty="0" spc="-105"/>
              <a:t>an</a:t>
            </a:r>
            <a:r>
              <a:rPr dirty="0" spc="-70"/>
              <a:t>t</a:t>
            </a:r>
            <a:r>
              <a:rPr dirty="0" spc="-40"/>
              <a:t> </a:t>
            </a:r>
            <a:r>
              <a:rPr dirty="0" spc="5"/>
              <a:t>Anal</a:t>
            </a:r>
            <a:r>
              <a:rPr dirty="0"/>
              <a:t>y</a:t>
            </a:r>
            <a:r>
              <a:rPr dirty="0" spc="-200"/>
              <a:t>sis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3619500" cy="76200"/>
          </a:xfrm>
          <a:custGeom>
            <a:avLst/>
            <a:gdLst/>
            <a:ahLst/>
            <a:cxnLst/>
            <a:rect l="l" t="t" r="r" b="b"/>
            <a:pathLst>
              <a:path w="3619500" h="76200">
                <a:moveTo>
                  <a:pt x="3581400" y="0"/>
                </a:moveTo>
                <a:lnTo>
                  <a:pt x="3566552" y="2988"/>
                </a:lnTo>
                <a:lnTo>
                  <a:pt x="3554444" y="11144"/>
                </a:lnTo>
                <a:lnTo>
                  <a:pt x="3546288" y="23252"/>
                </a:lnTo>
                <a:lnTo>
                  <a:pt x="3543300" y="38100"/>
                </a:lnTo>
                <a:lnTo>
                  <a:pt x="3546288" y="52947"/>
                </a:lnTo>
                <a:lnTo>
                  <a:pt x="3554444" y="65055"/>
                </a:lnTo>
                <a:lnTo>
                  <a:pt x="3566552" y="73211"/>
                </a:lnTo>
                <a:lnTo>
                  <a:pt x="3581400" y="76200"/>
                </a:lnTo>
                <a:lnTo>
                  <a:pt x="3596247" y="73211"/>
                </a:lnTo>
                <a:lnTo>
                  <a:pt x="3608355" y="65055"/>
                </a:lnTo>
                <a:lnTo>
                  <a:pt x="3616511" y="52947"/>
                </a:lnTo>
                <a:lnTo>
                  <a:pt x="3618221" y="44450"/>
                </a:lnTo>
                <a:lnTo>
                  <a:pt x="3581400" y="44450"/>
                </a:lnTo>
                <a:lnTo>
                  <a:pt x="3581400" y="31750"/>
                </a:lnTo>
                <a:lnTo>
                  <a:pt x="3618221" y="31750"/>
                </a:lnTo>
                <a:lnTo>
                  <a:pt x="3616511" y="23252"/>
                </a:lnTo>
                <a:lnTo>
                  <a:pt x="3608355" y="11144"/>
                </a:lnTo>
                <a:lnTo>
                  <a:pt x="3596247" y="2988"/>
                </a:lnTo>
                <a:lnTo>
                  <a:pt x="3581400" y="0"/>
                </a:lnTo>
                <a:close/>
              </a:path>
              <a:path w="3619500" h="76200">
                <a:moveTo>
                  <a:pt x="354457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44578" y="44450"/>
                </a:lnTo>
                <a:lnTo>
                  <a:pt x="3543300" y="38100"/>
                </a:lnTo>
                <a:lnTo>
                  <a:pt x="3544578" y="31750"/>
                </a:lnTo>
                <a:close/>
              </a:path>
              <a:path w="3619500" h="76200">
                <a:moveTo>
                  <a:pt x="3618221" y="31750"/>
                </a:moveTo>
                <a:lnTo>
                  <a:pt x="3581400" y="31750"/>
                </a:lnTo>
                <a:lnTo>
                  <a:pt x="3581400" y="44450"/>
                </a:lnTo>
                <a:lnTo>
                  <a:pt x="3618221" y="44450"/>
                </a:lnTo>
                <a:lnTo>
                  <a:pt x="3619500" y="38100"/>
                </a:lnTo>
                <a:lnTo>
                  <a:pt x="3618221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52900" y="4879847"/>
            <a:ext cx="0" cy="1206500"/>
          </a:xfrm>
          <a:custGeom>
            <a:avLst/>
            <a:gdLst/>
            <a:ahLst/>
            <a:cxnLst/>
            <a:rect l="l" t="t" r="r" b="b"/>
            <a:pathLst>
              <a:path w="0" h="1206500">
                <a:moveTo>
                  <a:pt x="0" y="0"/>
                </a:moveTo>
                <a:lnTo>
                  <a:pt x="0" y="1206500"/>
                </a:lnTo>
              </a:path>
            </a:pathLst>
          </a:custGeom>
          <a:ln w="6350">
            <a:solidFill>
              <a:srgbClr val="09566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039100" y="4879847"/>
            <a:ext cx="0" cy="1206500"/>
          </a:xfrm>
          <a:custGeom>
            <a:avLst/>
            <a:gdLst/>
            <a:ahLst/>
            <a:cxnLst/>
            <a:rect l="l" t="t" r="r" b="b"/>
            <a:pathLst>
              <a:path w="0" h="1206500">
                <a:moveTo>
                  <a:pt x="0" y="0"/>
                </a:moveTo>
                <a:lnTo>
                  <a:pt x="0" y="1206500"/>
                </a:lnTo>
              </a:path>
            </a:pathLst>
          </a:custGeom>
          <a:ln w="6350">
            <a:solidFill>
              <a:srgbClr val="09566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49274" y="4844643"/>
            <a:ext cx="2720340" cy="1240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12900"/>
              </a:lnSpc>
              <a:spcBef>
                <a:spcPts val="95"/>
              </a:spcBef>
            </a:pP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in Indonesia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received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maximum</a:t>
            </a:r>
            <a:r>
              <a:rPr dirty="0" sz="1400" spc="-5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voting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(average</a:t>
            </a:r>
            <a:r>
              <a:rPr dirty="0" sz="1400" spc="-3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772.10)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Calibri"/>
              <a:cs typeface="Calibri"/>
            </a:endParaRPr>
          </a:p>
          <a:p>
            <a:pPr algn="ctr" marL="71755" marR="62230" indent="-3175">
              <a:lnSpc>
                <a:spcPct val="112900"/>
              </a:lnSpc>
            </a:pP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in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Brazil received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minimum</a:t>
            </a:r>
            <a:r>
              <a:rPr dirty="0" sz="1400" spc="-2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voting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(average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19.62)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8764" y="1830323"/>
            <a:ext cx="2814955" cy="2407920"/>
          </a:xfrm>
          <a:custGeom>
            <a:avLst/>
            <a:gdLst/>
            <a:ahLst/>
            <a:cxnLst/>
            <a:rect l="l" t="t" r="r" b="b"/>
            <a:pathLst>
              <a:path w="2814954" h="2407920">
                <a:moveTo>
                  <a:pt x="71628" y="2287524"/>
                </a:moveTo>
                <a:lnTo>
                  <a:pt x="0" y="2287524"/>
                </a:lnTo>
                <a:lnTo>
                  <a:pt x="0" y="2407920"/>
                </a:lnTo>
                <a:lnTo>
                  <a:pt x="71628" y="2407920"/>
                </a:lnTo>
                <a:lnTo>
                  <a:pt x="71628" y="2287524"/>
                </a:lnTo>
                <a:close/>
              </a:path>
              <a:path w="2814954" h="2407920">
                <a:moveTo>
                  <a:pt x="117348" y="2124456"/>
                </a:moveTo>
                <a:lnTo>
                  <a:pt x="0" y="2124456"/>
                </a:lnTo>
                <a:lnTo>
                  <a:pt x="0" y="2244852"/>
                </a:lnTo>
                <a:lnTo>
                  <a:pt x="117348" y="2244852"/>
                </a:lnTo>
                <a:lnTo>
                  <a:pt x="117348" y="2124456"/>
                </a:lnTo>
                <a:close/>
              </a:path>
              <a:path w="2814954" h="2407920">
                <a:moveTo>
                  <a:pt x="376428" y="1959864"/>
                </a:moveTo>
                <a:lnTo>
                  <a:pt x="0" y="1959864"/>
                </a:lnTo>
                <a:lnTo>
                  <a:pt x="0" y="2081784"/>
                </a:lnTo>
                <a:lnTo>
                  <a:pt x="376428" y="2081784"/>
                </a:lnTo>
                <a:lnTo>
                  <a:pt x="376428" y="1959864"/>
                </a:lnTo>
                <a:close/>
              </a:path>
              <a:path w="2814954" h="2407920">
                <a:moveTo>
                  <a:pt x="406908" y="1796796"/>
                </a:moveTo>
                <a:lnTo>
                  <a:pt x="0" y="1796796"/>
                </a:lnTo>
                <a:lnTo>
                  <a:pt x="0" y="1918716"/>
                </a:lnTo>
                <a:lnTo>
                  <a:pt x="406908" y="1918716"/>
                </a:lnTo>
                <a:lnTo>
                  <a:pt x="406908" y="1796796"/>
                </a:lnTo>
                <a:close/>
              </a:path>
              <a:path w="2814954" h="2407920">
                <a:moveTo>
                  <a:pt x="501396" y="1633728"/>
                </a:moveTo>
                <a:lnTo>
                  <a:pt x="0" y="1633728"/>
                </a:lnTo>
                <a:lnTo>
                  <a:pt x="0" y="1754124"/>
                </a:lnTo>
                <a:lnTo>
                  <a:pt x="501396" y="1754124"/>
                </a:lnTo>
                <a:lnTo>
                  <a:pt x="501396" y="1633728"/>
                </a:lnTo>
                <a:close/>
              </a:path>
              <a:path w="2814954" h="2407920">
                <a:moveTo>
                  <a:pt x="534924" y="1470660"/>
                </a:moveTo>
                <a:lnTo>
                  <a:pt x="0" y="1470660"/>
                </a:lnTo>
                <a:lnTo>
                  <a:pt x="0" y="1591056"/>
                </a:lnTo>
                <a:lnTo>
                  <a:pt x="534924" y="1591056"/>
                </a:lnTo>
                <a:lnTo>
                  <a:pt x="534924" y="1470660"/>
                </a:lnTo>
                <a:close/>
              </a:path>
              <a:path w="2814954" h="2407920">
                <a:moveTo>
                  <a:pt x="597408" y="1307592"/>
                </a:moveTo>
                <a:lnTo>
                  <a:pt x="0" y="1307592"/>
                </a:lnTo>
                <a:lnTo>
                  <a:pt x="0" y="1427988"/>
                </a:lnTo>
                <a:lnTo>
                  <a:pt x="597408" y="1427988"/>
                </a:lnTo>
                <a:lnTo>
                  <a:pt x="597408" y="1307592"/>
                </a:lnTo>
                <a:close/>
              </a:path>
              <a:path w="2814954" h="2407920">
                <a:moveTo>
                  <a:pt x="749808" y="1143000"/>
                </a:moveTo>
                <a:lnTo>
                  <a:pt x="0" y="1143000"/>
                </a:lnTo>
                <a:lnTo>
                  <a:pt x="0" y="1264920"/>
                </a:lnTo>
                <a:lnTo>
                  <a:pt x="749808" y="1264920"/>
                </a:lnTo>
                <a:lnTo>
                  <a:pt x="749808" y="1143000"/>
                </a:lnTo>
                <a:close/>
              </a:path>
              <a:path w="2814954" h="2407920">
                <a:moveTo>
                  <a:pt x="886968" y="979932"/>
                </a:moveTo>
                <a:lnTo>
                  <a:pt x="0" y="979932"/>
                </a:lnTo>
                <a:lnTo>
                  <a:pt x="0" y="1101852"/>
                </a:lnTo>
                <a:lnTo>
                  <a:pt x="886968" y="1101852"/>
                </a:lnTo>
                <a:lnTo>
                  <a:pt x="886968" y="979932"/>
                </a:lnTo>
                <a:close/>
              </a:path>
              <a:path w="2814954" h="2407920">
                <a:moveTo>
                  <a:pt x="1149096" y="816864"/>
                </a:moveTo>
                <a:lnTo>
                  <a:pt x="0" y="816864"/>
                </a:lnTo>
                <a:lnTo>
                  <a:pt x="0" y="937260"/>
                </a:lnTo>
                <a:lnTo>
                  <a:pt x="1149096" y="937260"/>
                </a:lnTo>
                <a:lnTo>
                  <a:pt x="1149096" y="816864"/>
                </a:lnTo>
                <a:close/>
              </a:path>
              <a:path w="2814954" h="2407920">
                <a:moveTo>
                  <a:pt x="1485900" y="653796"/>
                </a:moveTo>
                <a:lnTo>
                  <a:pt x="0" y="653796"/>
                </a:lnTo>
                <a:lnTo>
                  <a:pt x="0" y="774192"/>
                </a:lnTo>
                <a:lnTo>
                  <a:pt x="1485900" y="774192"/>
                </a:lnTo>
                <a:lnTo>
                  <a:pt x="1485900" y="653796"/>
                </a:lnTo>
                <a:close/>
              </a:path>
              <a:path w="2814954" h="2407920">
                <a:moveTo>
                  <a:pt x="1572768" y="489204"/>
                </a:moveTo>
                <a:lnTo>
                  <a:pt x="0" y="489204"/>
                </a:lnTo>
                <a:lnTo>
                  <a:pt x="0" y="611124"/>
                </a:lnTo>
                <a:lnTo>
                  <a:pt x="1572768" y="611124"/>
                </a:lnTo>
                <a:lnTo>
                  <a:pt x="1572768" y="489204"/>
                </a:lnTo>
                <a:close/>
              </a:path>
              <a:path w="2814954" h="2407920">
                <a:moveTo>
                  <a:pt x="1588008" y="326136"/>
                </a:moveTo>
                <a:lnTo>
                  <a:pt x="0" y="326136"/>
                </a:lnTo>
                <a:lnTo>
                  <a:pt x="0" y="448056"/>
                </a:lnTo>
                <a:lnTo>
                  <a:pt x="1588008" y="448056"/>
                </a:lnTo>
                <a:lnTo>
                  <a:pt x="1588008" y="326136"/>
                </a:lnTo>
                <a:close/>
              </a:path>
              <a:path w="2814954" h="2407920">
                <a:moveTo>
                  <a:pt x="1799844" y="163068"/>
                </a:moveTo>
                <a:lnTo>
                  <a:pt x="0" y="163068"/>
                </a:lnTo>
                <a:lnTo>
                  <a:pt x="0" y="283464"/>
                </a:lnTo>
                <a:lnTo>
                  <a:pt x="1799844" y="283464"/>
                </a:lnTo>
                <a:lnTo>
                  <a:pt x="1799844" y="163068"/>
                </a:lnTo>
                <a:close/>
              </a:path>
              <a:path w="2814954" h="2407920">
                <a:moveTo>
                  <a:pt x="2814828" y="0"/>
                </a:moveTo>
                <a:lnTo>
                  <a:pt x="0" y="0"/>
                </a:lnTo>
                <a:lnTo>
                  <a:pt x="0" y="120396"/>
                </a:lnTo>
                <a:lnTo>
                  <a:pt x="2814828" y="120396"/>
                </a:lnTo>
                <a:lnTo>
                  <a:pt x="2814828" y="0"/>
                </a:lnTo>
                <a:close/>
              </a:path>
            </a:pathLst>
          </a:custGeom>
          <a:solidFill>
            <a:srgbClr val="E105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05711" y="1194816"/>
            <a:ext cx="2371725" cy="224154"/>
          </a:xfrm>
          <a:prstGeom prst="rect">
            <a:avLst/>
          </a:prstGeom>
          <a:solidFill>
            <a:srgbClr val="000000"/>
          </a:solidFill>
        </p:spPr>
        <p:txBody>
          <a:bodyPr wrap="square" lIns="0" tIns="30480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240"/>
              </a:spcBef>
            </a:pPr>
            <a:r>
              <a:rPr dirty="0" sz="1100" spc="5">
                <a:solidFill>
                  <a:srgbClr val="FFFFFF"/>
                </a:solidFill>
                <a:latin typeface="Segoe UI Light"/>
                <a:cs typeface="Segoe UI Light"/>
              </a:rPr>
              <a:t>AVERAGE</a:t>
            </a:r>
            <a:r>
              <a:rPr dirty="0" sz="1100" spc="-5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100">
                <a:solidFill>
                  <a:srgbClr val="FFFFFF"/>
                </a:solidFill>
                <a:latin typeface="Segoe UI Light"/>
                <a:cs typeface="Segoe UI Light"/>
              </a:rPr>
              <a:t>VOTING</a:t>
            </a:r>
            <a:r>
              <a:rPr dirty="0" sz="11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100" spc="5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dirty="0" sz="1100" spc="-5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100">
                <a:solidFill>
                  <a:srgbClr val="FFFFFF"/>
                </a:solidFill>
                <a:latin typeface="Segoe UI Light"/>
                <a:cs typeface="Segoe UI Light"/>
              </a:rPr>
              <a:t>RESTAURANTS</a:t>
            </a:r>
            <a:endParaRPr sz="1100">
              <a:latin typeface="Segoe UI Light"/>
              <a:cs typeface="Segoe UI Ligh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3983" y="1101852"/>
            <a:ext cx="3862070" cy="3203575"/>
          </a:xfrm>
          <a:custGeom>
            <a:avLst/>
            <a:gdLst/>
            <a:ahLst/>
            <a:cxnLst/>
            <a:rect l="l" t="t" r="r" b="b"/>
            <a:pathLst>
              <a:path w="3862070" h="3203575">
                <a:moveTo>
                  <a:pt x="0" y="3203448"/>
                </a:moveTo>
                <a:lnTo>
                  <a:pt x="3861816" y="3203448"/>
                </a:lnTo>
                <a:lnTo>
                  <a:pt x="3861816" y="0"/>
                </a:lnTo>
                <a:lnTo>
                  <a:pt x="0" y="0"/>
                </a:lnTo>
                <a:lnTo>
                  <a:pt x="0" y="320344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947660" y="1668779"/>
            <a:ext cx="3385185" cy="2456815"/>
          </a:xfrm>
          <a:custGeom>
            <a:avLst/>
            <a:gdLst/>
            <a:ahLst/>
            <a:cxnLst/>
            <a:rect l="l" t="t" r="r" b="b"/>
            <a:pathLst>
              <a:path w="3385184" h="2456815">
                <a:moveTo>
                  <a:pt x="859536" y="2324100"/>
                </a:moveTo>
                <a:lnTo>
                  <a:pt x="0" y="2324100"/>
                </a:lnTo>
                <a:lnTo>
                  <a:pt x="0" y="2456688"/>
                </a:lnTo>
                <a:lnTo>
                  <a:pt x="859536" y="2456688"/>
                </a:lnTo>
                <a:lnTo>
                  <a:pt x="859536" y="2324100"/>
                </a:lnTo>
                <a:close/>
              </a:path>
              <a:path w="3385184" h="2456815">
                <a:moveTo>
                  <a:pt x="886968" y="2157984"/>
                </a:moveTo>
                <a:lnTo>
                  <a:pt x="0" y="2157984"/>
                </a:lnTo>
                <a:lnTo>
                  <a:pt x="0" y="2290572"/>
                </a:lnTo>
                <a:lnTo>
                  <a:pt x="886968" y="2290572"/>
                </a:lnTo>
                <a:lnTo>
                  <a:pt x="886968" y="2157984"/>
                </a:lnTo>
                <a:close/>
              </a:path>
              <a:path w="3385184" h="2456815">
                <a:moveTo>
                  <a:pt x="969264" y="1991868"/>
                </a:moveTo>
                <a:lnTo>
                  <a:pt x="0" y="1991868"/>
                </a:lnTo>
                <a:lnTo>
                  <a:pt x="0" y="2124456"/>
                </a:lnTo>
                <a:lnTo>
                  <a:pt x="969264" y="2124456"/>
                </a:lnTo>
                <a:lnTo>
                  <a:pt x="969264" y="1991868"/>
                </a:lnTo>
                <a:close/>
              </a:path>
              <a:path w="3385184" h="2456815">
                <a:moveTo>
                  <a:pt x="1043940" y="1825752"/>
                </a:moveTo>
                <a:lnTo>
                  <a:pt x="0" y="1825752"/>
                </a:lnTo>
                <a:lnTo>
                  <a:pt x="0" y="1958340"/>
                </a:lnTo>
                <a:lnTo>
                  <a:pt x="1043940" y="1958340"/>
                </a:lnTo>
                <a:lnTo>
                  <a:pt x="1043940" y="1825752"/>
                </a:lnTo>
                <a:close/>
              </a:path>
              <a:path w="3385184" h="2456815">
                <a:moveTo>
                  <a:pt x="1146048" y="1659636"/>
                </a:moveTo>
                <a:lnTo>
                  <a:pt x="0" y="1659636"/>
                </a:lnTo>
                <a:lnTo>
                  <a:pt x="0" y="1792224"/>
                </a:lnTo>
                <a:lnTo>
                  <a:pt x="1146048" y="1792224"/>
                </a:lnTo>
                <a:lnTo>
                  <a:pt x="1146048" y="1659636"/>
                </a:lnTo>
                <a:close/>
              </a:path>
              <a:path w="3385184" h="2456815">
                <a:moveTo>
                  <a:pt x="1199388" y="1493520"/>
                </a:moveTo>
                <a:lnTo>
                  <a:pt x="0" y="1493520"/>
                </a:lnTo>
                <a:lnTo>
                  <a:pt x="0" y="1626108"/>
                </a:lnTo>
                <a:lnTo>
                  <a:pt x="1199388" y="1626108"/>
                </a:lnTo>
                <a:lnTo>
                  <a:pt x="1199388" y="1493520"/>
                </a:lnTo>
                <a:close/>
              </a:path>
              <a:path w="3385184" h="2456815">
                <a:moveTo>
                  <a:pt x="1322832" y="1327404"/>
                </a:moveTo>
                <a:lnTo>
                  <a:pt x="0" y="1327404"/>
                </a:lnTo>
                <a:lnTo>
                  <a:pt x="0" y="1459992"/>
                </a:lnTo>
                <a:lnTo>
                  <a:pt x="1322832" y="1459992"/>
                </a:lnTo>
                <a:lnTo>
                  <a:pt x="1322832" y="1327404"/>
                </a:lnTo>
                <a:close/>
              </a:path>
              <a:path w="3385184" h="2456815">
                <a:moveTo>
                  <a:pt x="1362456" y="1161288"/>
                </a:moveTo>
                <a:lnTo>
                  <a:pt x="0" y="1161288"/>
                </a:lnTo>
                <a:lnTo>
                  <a:pt x="0" y="1293876"/>
                </a:lnTo>
                <a:lnTo>
                  <a:pt x="1362456" y="1293876"/>
                </a:lnTo>
                <a:lnTo>
                  <a:pt x="1362456" y="1161288"/>
                </a:lnTo>
                <a:close/>
              </a:path>
              <a:path w="3385184" h="2456815">
                <a:moveTo>
                  <a:pt x="1380744" y="995172"/>
                </a:moveTo>
                <a:lnTo>
                  <a:pt x="0" y="995172"/>
                </a:lnTo>
                <a:lnTo>
                  <a:pt x="0" y="1127760"/>
                </a:lnTo>
                <a:lnTo>
                  <a:pt x="1380744" y="1127760"/>
                </a:lnTo>
                <a:lnTo>
                  <a:pt x="1380744" y="995172"/>
                </a:lnTo>
                <a:close/>
              </a:path>
              <a:path w="3385184" h="2456815">
                <a:moveTo>
                  <a:pt x="1459992" y="829056"/>
                </a:moveTo>
                <a:lnTo>
                  <a:pt x="0" y="829056"/>
                </a:lnTo>
                <a:lnTo>
                  <a:pt x="0" y="961644"/>
                </a:lnTo>
                <a:lnTo>
                  <a:pt x="1459992" y="961644"/>
                </a:lnTo>
                <a:lnTo>
                  <a:pt x="1459992" y="829056"/>
                </a:lnTo>
                <a:close/>
              </a:path>
              <a:path w="3385184" h="2456815">
                <a:moveTo>
                  <a:pt x="1629156" y="664464"/>
                </a:moveTo>
                <a:lnTo>
                  <a:pt x="0" y="664464"/>
                </a:lnTo>
                <a:lnTo>
                  <a:pt x="0" y="795528"/>
                </a:lnTo>
                <a:lnTo>
                  <a:pt x="1629156" y="795528"/>
                </a:lnTo>
                <a:lnTo>
                  <a:pt x="1629156" y="664464"/>
                </a:lnTo>
                <a:close/>
              </a:path>
              <a:path w="3385184" h="2456815">
                <a:moveTo>
                  <a:pt x="1737360" y="498348"/>
                </a:moveTo>
                <a:lnTo>
                  <a:pt x="0" y="498348"/>
                </a:lnTo>
                <a:lnTo>
                  <a:pt x="0" y="629412"/>
                </a:lnTo>
                <a:lnTo>
                  <a:pt x="1737360" y="629412"/>
                </a:lnTo>
                <a:lnTo>
                  <a:pt x="1737360" y="498348"/>
                </a:lnTo>
                <a:close/>
              </a:path>
              <a:path w="3385184" h="2456815">
                <a:moveTo>
                  <a:pt x="1991868" y="332232"/>
                </a:moveTo>
                <a:lnTo>
                  <a:pt x="0" y="332232"/>
                </a:lnTo>
                <a:lnTo>
                  <a:pt x="0" y="463296"/>
                </a:lnTo>
                <a:lnTo>
                  <a:pt x="1991868" y="463296"/>
                </a:lnTo>
                <a:lnTo>
                  <a:pt x="1991868" y="332232"/>
                </a:lnTo>
                <a:close/>
              </a:path>
              <a:path w="3385184" h="2456815">
                <a:moveTo>
                  <a:pt x="2097024" y="166116"/>
                </a:moveTo>
                <a:lnTo>
                  <a:pt x="0" y="166116"/>
                </a:lnTo>
                <a:lnTo>
                  <a:pt x="0" y="297180"/>
                </a:lnTo>
                <a:lnTo>
                  <a:pt x="2097024" y="297180"/>
                </a:lnTo>
                <a:lnTo>
                  <a:pt x="2097024" y="166116"/>
                </a:lnTo>
                <a:close/>
              </a:path>
              <a:path w="3385184" h="2456815">
                <a:moveTo>
                  <a:pt x="3384804" y="0"/>
                </a:moveTo>
                <a:lnTo>
                  <a:pt x="0" y="0"/>
                </a:lnTo>
                <a:lnTo>
                  <a:pt x="0" y="131064"/>
                </a:lnTo>
                <a:lnTo>
                  <a:pt x="3384804" y="131064"/>
                </a:lnTo>
                <a:lnTo>
                  <a:pt x="3384804" y="0"/>
                </a:lnTo>
                <a:close/>
              </a:path>
            </a:pathLst>
          </a:custGeom>
          <a:solidFill>
            <a:srgbClr val="E105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061704" y="1178052"/>
            <a:ext cx="1530350" cy="20891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12065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95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dirty="0" sz="11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5" b="1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dirty="0" sz="11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5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1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FOOD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25740" y="1101852"/>
            <a:ext cx="4002404" cy="3203575"/>
          </a:xfrm>
          <a:custGeom>
            <a:avLst/>
            <a:gdLst/>
            <a:ahLst/>
            <a:cxnLst/>
            <a:rect l="l" t="t" r="r" b="b"/>
            <a:pathLst>
              <a:path w="4002404" h="3203575">
                <a:moveTo>
                  <a:pt x="0" y="3203448"/>
                </a:moveTo>
                <a:lnTo>
                  <a:pt x="4002024" y="3203448"/>
                </a:lnTo>
                <a:lnTo>
                  <a:pt x="4002024" y="0"/>
                </a:lnTo>
                <a:lnTo>
                  <a:pt x="0" y="0"/>
                </a:lnTo>
                <a:lnTo>
                  <a:pt x="0" y="320344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555228" y="4844643"/>
            <a:ext cx="3175635" cy="1595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2900"/>
              </a:lnSpc>
              <a:spcBef>
                <a:spcPts val="95"/>
              </a:spcBef>
            </a:pP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in Indonesia has maximum </a:t>
            </a:r>
            <a:r>
              <a:rPr dirty="0" sz="1400" spc="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average</a:t>
            </a:r>
            <a:r>
              <a:rPr dirty="0" sz="1400" spc="-3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cost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</a:t>
            </a:r>
            <a:r>
              <a:rPr dirty="0" sz="1400" spc="-2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food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(average</a:t>
            </a:r>
            <a:r>
              <a:rPr dirty="0" sz="1400" spc="-3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281190.48 </a:t>
            </a:r>
            <a:r>
              <a:rPr dirty="0" sz="1400" spc="-30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Indonesian</a:t>
            </a:r>
            <a:r>
              <a:rPr dirty="0" sz="1400" spc="-5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Rupiah)</a:t>
            </a:r>
            <a:endParaRPr sz="1400">
              <a:latin typeface="Calibri"/>
              <a:cs typeface="Calibri"/>
            </a:endParaRPr>
          </a:p>
          <a:p>
            <a:pPr algn="ctr" marL="12065" marR="6985">
              <a:lnSpc>
                <a:spcPct val="112900"/>
              </a:lnSpc>
              <a:spcBef>
                <a:spcPts val="990"/>
              </a:spcBef>
            </a:pP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Restaurants</a:t>
            </a:r>
            <a:r>
              <a:rPr dirty="0" sz="1400" spc="-5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in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 Australia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75757"/>
                </a:solidFill>
                <a:latin typeface="Calibri"/>
                <a:cs typeface="Calibri"/>
              </a:rPr>
              <a:t>have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least</a:t>
            </a:r>
            <a:r>
              <a:rPr dirty="0" sz="1400" spc="-3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average </a:t>
            </a:r>
            <a:r>
              <a:rPr dirty="0" sz="1400" spc="-30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cost</a:t>
            </a:r>
            <a:r>
              <a:rPr dirty="0" sz="1400" spc="-20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</a:t>
            </a: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food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1400" spc="-15" b="1">
                <a:solidFill>
                  <a:srgbClr val="575757"/>
                </a:solidFill>
                <a:latin typeface="Calibri"/>
                <a:cs typeface="Calibri"/>
              </a:rPr>
              <a:t>(average</a:t>
            </a:r>
            <a:r>
              <a:rPr dirty="0" sz="1400" spc="-4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of</a:t>
            </a:r>
            <a:r>
              <a:rPr dirty="0" sz="1400" spc="-2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575757"/>
                </a:solidFill>
                <a:latin typeface="Calibri"/>
                <a:cs typeface="Calibri"/>
              </a:rPr>
              <a:t>24.08</a:t>
            </a:r>
            <a:r>
              <a:rPr dirty="0" sz="1400" spc="5" b="1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75757"/>
                </a:solidFill>
                <a:latin typeface="Calibri"/>
                <a:cs typeface="Calibri"/>
              </a:rPr>
              <a:t>dollars)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01456" y="484631"/>
            <a:ext cx="3590925" cy="76200"/>
          </a:xfrm>
          <a:custGeom>
            <a:avLst/>
            <a:gdLst/>
            <a:ahLst/>
            <a:cxnLst/>
            <a:rect l="l" t="t" r="r" b="b"/>
            <a:pathLst>
              <a:path w="359092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590925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3590925" h="76200">
                <a:moveTo>
                  <a:pt x="359092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3590925" y="44450"/>
                </a:lnTo>
                <a:lnTo>
                  <a:pt x="359092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Zomato</a:t>
            </a:r>
            <a:r>
              <a:rPr dirty="0" spc="-40"/>
              <a:t> </a:t>
            </a:r>
            <a:r>
              <a:rPr dirty="0" spc="-165"/>
              <a:t>Restau</a:t>
            </a:r>
            <a:r>
              <a:rPr dirty="0" spc="-114"/>
              <a:t>r</a:t>
            </a:r>
            <a:r>
              <a:rPr dirty="0" spc="-105"/>
              <a:t>an</a:t>
            </a:r>
            <a:r>
              <a:rPr dirty="0" spc="-70"/>
              <a:t>t</a:t>
            </a:r>
            <a:r>
              <a:rPr dirty="0" spc="-40"/>
              <a:t> </a:t>
            </a:r>
            <a:r>
              <a:rPr dirty="0" spc="5"/>
              <a:t>Anal</a:t>
            </a:r>
            <a:r>
              <a:rPr dirty="0"/>
              <a:t>y</a:t>
            </a:r>
            <a:r>
              <a:rPr dirty="0" spc="-200"/>
              <a:t>sis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3619500" cy="76200"/>
          </a:xfrm>
          <a:custGeom>
            <a:avLst/>
            <a:gdLst/>
            <a:ahLst/>
            <a:cxnLst/>
            <a:rect l="l" t="t" r="r" b="b"/>
            <a:pathLst>
              <a:path w="3619500" h="76200">
                <a:moveTo>
                  <a:pt x="3581400" y="0"/>
                </a:moveTo>
                <a:lnTo>
                  <a:pt x="3566552" y="2988"/>
                </a:lnTo>
                <a:lnTo>
                  <a:pt x="3554444" y="11144"/>
                </a:lnTo>
                <a:lnTo>
                  <a:pt x="3546288" y="23252"/>
                </a:lnTo>
                <a:lnTo>
                  <a:pt x="3543300" y="38100"/>
                </a:lnTo>
                <a:lnTo>
                  <a:pt x="3546288" y="52947"/>
                </a:lnTo>
                <a:lnTo>
                  <a:pt x="3554444" y="65055"/>
                </a:lnTo>
                <a:lnTo>
                  <a:pt x="3566552" y="73211"/>
                </a:lnTo>
                <a:lnTo>
                  <a:pt x="3581400" y="76200"/>
                </a:lnTo>
                <a:lnTo>
                  <a:pt x="3596247" y="73211"/>
                </a:lnTo>
                <a:lnTo>
                  <a:pt x="3608355" y="65055"/>
                </a:lnTo>
                <a:lnTo>
                  <a:pt x="3616511" y="52947"/>
                </a:lnTo>
                <a:lnTo>
                  <a:pt x="3618221" y="44450"/>
                </a:lnTo>
                <a:lnTo>
                  <a:pt x="3581400" y="44450"/>
                </a:lnTo>
                <a:lnTo>
                  <a:pt x="3581400" y="31750"/>
                </a:lnTo>
                <a:lnTo>
                  <a:pt x="3618221" y="31750"/>
                </a:lnTo>
                <a:lnTo>
                  <a:pt x="3616511" y="23252"/>
                </a:lnTo>
                <a:lnTo>
                  <a:pt x="3608355" y="11144"/>
                </a:lnTo>
                <a:lnTo>
                  <a:pt x="3596247" y="2988"/>
                </a:lnTo>
                <a:lnTo>
                  <a:pt x="3581400" y="0"/>
                </a:lnTo>
                <a:close/>
              </a:path>
              <a:path w="3619500" h="76200">
                <a:moveTo>
                  <a:pt x="354457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44578" y="44450"/>
                </a:lnTo>
                <a:lnTo>
                  <a:pt x="3543300" y="38100"/>
                </a:lnTo>
                <a:lnTo>
                  <a:pt x="3544578" y="31750"/>
                </a:lnTo>
                <a:close/>
              </a:path>
              <a:path w="3619500" h="76200">
                <a:moveTo>
                  <a:pt x="3618221" y="31750"/>
                </a:moveTo>
                <a:lnTo>
                  <a:pt x="3581400" y="31750"/>
                </a:lnTo>
                <a:lnTo>
                  <a:pt x="3581400" y="44450"/>
                </a:lnTo>
                <a:lnTo>
                  <a:pt x="3618221" y="44450"/>
                </a:lnTo>
                <a:lnTo>
                  <a:pt x="3619500" y="38100"/>
                </a:lnTo>
                <a:lnTo>
                  <a:pt x="3618221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299447" y="3590544"/>
            <a:ext cx="56515" cy="464820"/>
          </a:xfrm>
          <a:custGeom>
            <a:avLst/>
            <a:gdLst/>
            <a:ahLst/>
            <a:cxnLst/>
            <a:rect l="l" t="t" r="r" b="b"/>
            <a:pathLst>
              <a:path w="56515" h="464820">
                <a:moveTo>
                  <a:pt x="56388" y="0"/>
                </a:moveTo>
                <a:lnTo>
                  <a:pt x="0" y="0"/>
                </a:lnTo>
                <a:lnTo>
                  <a:pt x="0" y="464820"/>
                </a:lnTo>
                <a:lnTo>
                  <a:pt x="56388" y="464820"/>
                </a:lnTo>
                <a:lnTo>
                  <a:pt x="56388" y="0"/>
                </a:lnTo>
                <a:close/>
              </a:path>
            </a:pathLst>
          </a:custGeom>
          <a:solidFill>
            <a:srgbClr val="E1051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9299447" y="3058667"/>
            <a:ext cx="1275715" cy="466725"/>
            <a:chOff x="9299447" y="3058667"/>
            <a:chExt cx="1275715" cy="466725"/>
          </a:xfrm>
        </p:grpSpPr>
        <p:sp>
          <p:nvSpPr>
            <p:cNvPr id="7" name="object 7"/>
            <p:cNvSpPr/>
            <p:nvPr/>
          </p:nvSpPr>
          <p:spPr>
            <a:xfrm>
              <a:off x="9299447" y="3058667"/>
              <a:ext cx="334010" cy="466725"/>
            </a:xfrm>
            <a:custGeom>
              <a:avLst/>
              <a:gdLst/>
              <a:ahLst/>
              <a:cxnLst/>
              <a:rect l="l" t="t" r="r" b="b"/>
              <a:pathLst>
                <a:path w="334009" h="466725">
                  <a:moveTo>
                    <a:pt x="333755" y="0"/>
                  </a:moveTo>
                  <a:lnTo>
                    <a:pt x="0" y="0"/>
                  </a:lnTo>
                  <a:lnTo>
                    <a:pt x="0" y="466343"/>
                  </a:lnTo>
                  <a:lnTo>
                    <a:pt x="333755" y="466343"/>
                  </a:lnTo>
                  <a:lnTo>
                    <a:pt x="333755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671303" y="3148583"/>
              <a:ext cx="904240" cy="287020"/>
            </a:xfrm>
            <a:custGeom>
              <a:avLst/>
              <a:gdLst/>
              <a:ahLst/>
              <a:cxnLst/>
              <a:rect l="l" t="t" r="r" b="b"/>
              <a:pathLst>
                <a:path w="904240" h="287020">
                  <a:moveTo>
                    <a:pt x="903731" y="0"/>
                  </a:moveTo>
                  <a:lnTo>
                    <a:pt x="0" y="0"/>
                  </a:lnTo>
                  <a:lnTo>
                    <a:pt x="0" y="286512"/>
                  </a:lnTo>
                  <a:lnTo>
                    <a:pt x="903731" y="286512"/>
                  </a:lnTo>
                  <a:lnTo>
                    <a:pt x="9037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9299447" y="2526792"/>
            <a:ext cx="1435735" cy="466725"/>
            <a:chOff x="9299447" y="2526792"/>
            <a:chExt cx="1435735" cy="466725"/>
          </a:xfrm>
        </p:grpSpPr>
        <p:sp>
          <p:nvSpPr>
            <p:cNvPr id="10" name="object 10"/>
            <p:cNvSpPr/>
            <p:nvPr/>
          </p:nvSpPr>
          <p:spPr>
            <a:xfrm>
              <a:off x="9299447" y="2526792"/>
              <a:ext cx="685800" cy="466725"/>
            </a:xfrm>
            <a:custGeom>
              <a:avLst/>
              <a:gdLst/>
              <a:ahLst/>
              <a:cxnLst/>
              <a:rect l="l" t="t" r="r" b="b"/>
              <a:pathLst>
                <a:path w="685800" h="466725">
                  <a:moveTo>
                    <a:pt x="685800" y="0"/>
                  </a:moveTo>
                  <a:lnTo>
                    <a:pt x="0" y="0"/>
                  </a:lnTo>
                  <a:lnTo>
                    <a:pt x="0" y="466343"/>
                  </a:lnTo>
                  <a:lnTo>
                    <a:pt x="685800" y="466343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023347" y="2616708"/>
              <a:ext cx="711835" cy="287020"/>
            </a:xfrm>
            <a:custGeom>
              <a:avLst/>
              <a:gdLst/>
              <a:ahLst/>
              <a:cxnLst/>
              <a:rect l="l" t="t" r="r" b="b"/>
              <a:pathLst>
                <a:path w="711834" h="287019">
                  <a:moveTo>
                    <a:pt x="711707" y="0"/>
                  </a:moveTo>
                  <a:lnTo>
                    <a:pt x="0" y="0"/>
                  </a:lnTo>
                  <a:lnTo>
                    <a:pt x="0" y="286512"/>
                  </a:lnTo>
                  <a:lnTo>
                    <a:pt x="711707" y="286512"/>
                  </a:lnTo>
                  <a:lnTo>
                    <a:pt x="7117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9299447" y="1994916"/>
            <a:ext cx="1714500" cy="466725"/>
            <a:chOff x="9299447" y="1994916"/>
            <a:chExt cx="1714500" cy="466725"/>
          </a:xfrm>
        </p:grpSpPr>
        <p:sp>
          <p:nvSpPr>
            <p:cNvPr id="13" name="object 13"/>
            <p:cNvSpPr/>
            <p:nvPr/>
          </p:nvSpPr>
          <p:spPr>
            <a:xfrm>
              <a:off x="9299447" y="1994916"/>
              <a:ext cx="1035050" cy="466725"/>
            </a:xfrm>
            <a:custGeom>
              <a:avLst/>
              <a:gdLst/>
              <a:ahLst/>
              <a:cxnLst/>
              <a:rect l="l" t="t" r="r" b="b"/>
              <a:pathLst>
                <a:path w="1035050" h="466725">
                  <a:moveTo>
                    <a:pt x="1034796" y="0"/>
                  </a:moveTo>
                  <a:lnTo>
                    <a:pt x="0" y="0"/>
                  </a:lnTo>
                  <a:lnTo>
                    <a:pt x="0" y="466343"/>
                  </a:lnTo>
                  <a:lnTo>
                    <a:pt x="1034796" y="466343"/>
                  </a:lnTo>
                  <a:lnTo>
                    <a:pt x="1034796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372343" y="2080260"/>
              <a:ext cx="641985" cy="295910"/>
            </a:xfrm>
            <a:custGeom>
              <a:avLst/>
              <a:gdLst/>
              <a:ahLst/>
              <a:cxnLst/>
              <a:rect l="l" t="t" r="r" b="b"/>
              <a:pathLst>
                <a:path w="641984" h="295910">
                  <a:moveTo>
                    <a:pt x="641603" y="0"/>
                  </a:moveTo>
                  <a:lnTo>
                    <a:pt x="0" y="0"/>
                  </a:lnTo>
                  <a:lnTo>
                    <a:pt x="0" y="295656"/>
                  </a:lnTo>
                  <a:lnTo>
                    <a:pt x="641603" y="295656"/>
                  </a:lnTo>
                  <a:lnTo>
                    <a:pt x="6416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9299447" y="1463039"/>
            <a:ext cx="2418715" cy="466725"/>
            <a:chOff x="9299447" y="1463039"/>
            <a:chExt cx="2418715" cy="466725"/>
          </a:xfrm>
        </p:grpSpPr>
        <p:sp>
          <p:nvSpPr>
            <p:cNvPr id="16" name="object 16"/>
            <p:cNvSpPr/>
            <p:nvPr/>
          </p:nvSpPr>
          <p:spPr>
            <a:xfrm>
              <a:off x="9299447" y="1463039"/>
              <a:ext cx="2065020" cy="466725"/>
            </a:xfrm>
            <a:custGeom>
              <a:avLst/>
              <a:gdLst/>
              <a:ahLst/>
              <a:cxnLst/>
              <a:rect l="l" t="t" r="r" b="b"/>
              <a:pathLst>
                <a:path w="2065020" h="466725">
                  <a:moveTo>
                    <a:pt x="2065020" y="0"/>
                  </a:moveTo>
                  <a:lnTo>
                    <a:pt x="0" y="0"/>
                  </a:lnTo>
                  <a:lnTo>
                    <a:pt x="0" y="466343"/>
                  </a:lnTo>
                  <a:lnTo>
                    <a:pt x="2065020" y="466343"/>
                  </a:lnTo>
                  <a:lnTo>
                    <a:pt x="2065020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402567" y="1542287"/>
              <a:ext cx="315595" cy="309880"/>
            </a:xfrm>
            <a:custGeom>
              <a:avLst/>
              <a:gdLst/>
              <a:ahLst/>
              <a:cxnLst/>
              <a:rect l="l" t="t" r="r" b="b"/>
              <a:pathLst>
                <a:path w="315595" h="309880">
                  <a:moveTo>
                    <a:pt x="315468" y="0"/>
                  </a:moveTo>
                  <a:lnTo>
                    <a:pt x="0" y="0"/>
                  </a:lnTo>
                  <a:lnTo>
                    <a:pt x="0" y="309372"/>
                  </a:lnTo>
                  <a:lnTo>
                    <a:pt x="315468" y="309372"/>
                  </a:lnTo>
                  <a:lnTo>
                    <a:pt x="315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9393935" y="3680459"/>
            <a:ext cx="984885" cy="28511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831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655"/>
              </a:spcBef>
            </a:pPr>
            <a:r>
              <a:rPr dirty="0" sz="800">
                <a:solidFill>
                  <a:srgbClr val="FFFFFF"/>
                </a:solidFill>
                <a:latin typeface="Segoe UI Light"/>
                <a:cs typeface="Segoe UI Light"/>
              </a:rPr>
              <a:t>E</a:t>
            </a:r>
            <a:r>
              <a:rPr dirty="0" sz="800" spc="-5">
                <a:solidFill>
                  <a:srgbClr val="FFFFFF"/>
                </a:solidFill>
                <a:latin typeface="Segoe UI Light"/>
                <a:cs typeface="Segoe UI Light"/>
              </a:rPr>
              <a:t>x</a:t>
            </a:r>
            <a:r>
              <a:rPr dirty="0" sz="800">
                <a:solidFill>
                  <a:srgbClr val="FFFFFF"/>
                </a:solidFill>
                <a:latin typeface="Segoe UI Light"/>
                <a:cs typeface="Segoe UI Light"/>
              </a:rPr>
              <a:t>cellent</a:t>
            </a:r>
            <a:r>
              <a:rPr dirty="0" sz="800" spc="-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800">
                <a:solidFill>
                  <a:srgbClr val="FFFFFF"/>
                </a:solidFill>
                <a:latin typeface="Segoe UI Light"/>
                <a:cs typeface="Segoe UI Light"/>
              </a:rPr>
              <a:t>115</a:t>
            </a:r>
            <a:endParaRPr sz="800">
              <a:latin typeface="Segoe UI Light"/>
              <a:cs typeface="Segoe UI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53728" y="854963"/>
            <a:ext cx="2628900" cy="331977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algn="r" marL="2201545" marR="193040" indent="-15240">
              <a:lnSpc>
                <a:spcPct val="111200"/>
              </a:lnSpc>
            </a:pPr>
            <a:r>
              <a:rPr dirty="0" sz="800">
                <a:solidFill>
                  <a:srgbClr val="FFFFFF"/>
                </a:solidFill>
                <a:latin typeface="Segoe UI Light"/>
                <a:cs typeface="Segoe UI Light"/>
              </a:rPr>
              <a:t>Good  42</a:t>
            </a:r>
            <a:r>
              <a:rPr dirty="0" sz="800" spc="-5">
                <a:solidFill>
                  <a:srgbClr val="FFFFFF"/>
                </a:solidFill>
                <a:latin typeface="Segoe UI Light"/>
                <a:cs typeface="Segoe UI Light"/>
              </a:rPr>
              <a:t>7</a:t>
            </a:r>
            <a:r>
              <a:rPr dirty="0" sz="800">
                <a:solidFill>
                  <a:srgbClr val="FFFFFF"/>
                </a:solidFill>
                <a:latin typeface="Segoe UI Light"/>
                <a:cs typeface="Segoe UI Light"/>
              </a:rPr>
              <a:t>5</a:t>
            </a:r>
            <a:endParaRPr sz="8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0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Segoe UI Light"/>
              <a:cs typeface="Segoe UI Light"/>
            </a:endParaRPr>
          </a:p>
          <a:p>
            <a:pPr algn="ctr" marL="251460">
              <a:lnSpc>
                <a:spcPct val="100000"/>
              </a:lnSpc>
              <a:spcBef>
                <a:spcPts val="5"/>
              </a:spcBef>
            </a:pPr>
            <a:r>
              <a:rPr dirty="0" sz="800" spc="-5">
                <a:solidFill>
                  <a:srgbClr val="FFFFFF"/>
                </a:solidFill>
                <a:latin typeface="Segoe UI Light"/>
                <a:cs typeface="Segoe UI Light"/>
              </a:rPr>
              <a:t>Poor</a:t>
            </a:r>
            <a:r>
              <a:rPr dirty="0" sz="800" spc="-5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800">
                <a:solidFill>
                  <a:srgbClr val="FFFFFF"/>
                </a:solidFill>
                <a:latin typeface="Segoe UI Light"/>
                <a:cs typeface="Segoe UI Light"/>
              </a:rPr>
              <a:t>2142</a:t>
            </a:r>
            <a:endParaRPr sz="8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0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Segoe UI Light"/>
              <a:cs typeface="Segoe UI Light"/>
            </a:endParaRPr>
          </a:p>
          <a:p>
            <a:pPr marL="836294">
              <a:lnSpc>
                <a:spcPct val="100000"/>
              </a:lnSpc>
            </a:pPr>
            <a:r>
              <a:rPr dirty="0" sz="800">
                <a:solidFill>
                  <a:srgbClr val="FFFFFF"/>
                </a:solidFill>
                <a:latin typeface="Segoe UI Light"/>
                <a:cs typeface="Segoe UI Light"/>
              </a:rPr>
              <a:t>Average</a:t>
            </a:r>
            <a:r>
              <a:rPr dirty="0" sz="800" spc="-5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800">
                <a:solidFill>
                  <a:srgbClr val="FFFFFF"/>
                </a:solidFill>
                <a:latin typeface="Segoe UI Light"/>
                <a:cs typeface="Segoe UI Light"/>
              </a:rPr>
              <a:t>1420</a:t>
            </a:r>
            <a:endParaRPr sz="8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0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Segoe UI Light"/>
              <a:cs typeface="Segoe UI Light"/>
            </a:endParaRPr>
          </a:p>
          <a:p>
            <a:pPr marL="554990">
              <a:lnSpc>
                <a:spcPct val="100000"/>
              </a:lnSpc>
            </a:pPr>
            <a:r>
              <a:rPr dirty="0" sz="800" spc="-5">
                <a:solidFill>
                  <a:srgbClr val="FFFFFF"/>
                </a:solidFill>
                <a:latin typeface="Segoe UI Light"/>
                <a:cs typeface="Segoe UI Light"/>
              </a:rPr>
              <a:t>Very</a:t>
            </a:r>
            <a:r>
              <a:rPr dirty="0" sz="800" spc="-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800">
                <a:solidFill>
                  <a:srgbClr val="FFFFFF"/>
                </a:solidFill>
                <a:latin typeface="Segoe UI Light"/>
                <a:cs typeface="Segoe UI Light"/>
              </a:rPr>
              <a:t>Good</a:t>
            </a:r>
            <a:r>
              <a:rPr dirty="0" sz="8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800" spc="5">
                <a:solidFill>
                  <a:srgbClr val="FFFFFF"/>
                </a:solidFill>
                <a:latin typeface="Segoe UI Light"/>
                <a:cs typeface="Segoe UI Light"/>
              </a:rPr>
              <a:t>691</a:t>
            </a:r>
            <a:endParaRPr sz="800">
              <a:latin typeface="Segoe UI Light"/>
              <a:cs typeface="Segoe UI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931907" y="996696"/>
            <a:ext cx="1068705" cy="17399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7939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19"/>
              </a:spcBef>
            </a:pPr>
            <a:r>
              <a:rPr dirty="0" sz="800">
                <a:solidFill>
                  <a:srgbClr val="FFFFFF"/>
                </a:solidFill>
                <a:latin typeface="Segoe UI Light"/>
                <a:cs typeface="Segoe UI Light"/>
              </a:rPr>
              <a:t>Ratings</a:t>
            </a:r>
            <a:r>
              <a:rPr dirty="0" sz="800" spc="-5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800" spc="5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dirty="0" sz="8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800" spc="-5">
                <a:solidFill>
                  <a:srgbClr val="FFFFFF"/>
                </a:solidFill>
                <a:latin typeface="Segoe UI Light"/>
                <a:cs typeface="Segoe UI Light"/>
              </a:rPr>
              <a:t>Restaurants</a:t>
            </a:r>
            <a:endParaRPr sz="800">
              <a:latin typeface="Segoe UI Light"/>
              <a:cs typeface="Segoe UI Ligh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097077" y="4905755"/>
            <a:ext cx="4622800" cy="1425575"/>
            <a:chOff x="7097077" y="4905755"/>
            <a:chExt cx="4622800" cy="1425575"/>
          </a:xfrm>
        </p:grpSpPr>
        <p:sp>
          <p:nvSpPr>
            <p:cNvPr id="22" name="object 22"/>
            <p:cNvSpPr/>
            <p:nvPr/>
          </p:nvSpPr>
          <p:spPr>
            <a:xfrm>
              <a:off x="7194804" y="4905755"/>
              <a:ext cx="4429125" cy="1420495"/>
            </a:xfrm>
            <a:custGeom>
              <a:avLst/>
              <a:gdLst/>
              <a:ahLst/>
              <a:cxnLst/>
              <a:rect l="l" t="t" r="r" b="b"/>
              <a:pathLst>
                <a:path w="4429125" h="1420495">
                  <a:moveTo>
                    <a:pt x="969264" y="0"/>
                  </a:moveTo>
                  <a:lnTo>
                    <a:pt x="0" y="0"/>
                  </a:lnTo>
                  <a:lnTo>
                    <a:pt x="0" y="1420368"/>
                  </a:lnTo>
                  <a:lnTo>
                    <a:pt x="969264" y="1420380"/>
                  </a:lnTo>
                  <a:lnTo>
                    <a:pt x="969264" y="0"/>
                  </a:lnTo>
                  <a:close/>
                </a:path>
                <a:path w="4429125" h="1420495">
                  <a:moveTo>
                    <a:pt x="2121408" y="472440"/>
                  </a:moveTo>
                  <a:lnTo>
                    <a:pt x="1152144" y="472452"/>
                  </a:lnTo>
                  <a:lnTo>
                    <a:pt x="1152144" y="1420368"/>
                  </a:lnTo>
                  <a:lnTo>
                    <a:pt x="2121408" y="1420368"/>
                  </a:lnTo>
                  <a:lnTo>
                    <a:pt x="2121408" y="472440"/>
                  </a:lnTo>
                  <a:close/>
                </a:path>
                <a:path w="4429125" h="1420495">
                  <a:moveTo>
                    <a:pt x="3275076" y="1053084"/>
                  </a:moveTo>
                  <a:lnTo>
                    <a:pt x="2305812" y="1053084"/>
                  </a:lnTo>
                  <a:lnTo>
                    <a:pt x="2305812" y="1420368"/>
                  </a:lnTo>
                  <a:lnTo>
                    <a:pt x="3275076" y="1420368"/>
                  </a:lnTo>
                  <a:lnTo>
                    <a:pt x="3275076" y="1053084"/>
                  </a:lnTo>
                  <a:close/>
                </a:path>
                <a:path w="4429125" h="1420495">
                  <a:moveTo>
                    <a:pt x="4428744" y="1292352"/>
                  </a:moveTo>
                  <a:lnTo>
                    <a:pt x="3459480" y="1292352"/>
                  </a:lnTo>
                  <a:lnTo>
                    <a:pt x="3459480" y="1382268"/>
                  </a:lnTo>
                  <a:lnTo>
                    <a:pt x="3459480" y="1420368"/>
                  </a:lnTo>
                  <a:lnTo>
                    <a:pt x="4428744" y="1420368"/>
                  </a:lnTo>
                  <a:lnTo>
                    <a:pt x="4428744" y="1382268"/>
                  </a:lnTo>
                  <a:lnTo>
                    <a:pt x="4428744" y="1292352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101840" y="6326123"/>
              <a:ext cx="4613275" cy="0"/>
            </a:xfrm>
            <a:custGeom>
              <a:avLst/>
              <a:gdLst/>
              <a:ahLst/>
              <a:cxnLst/>
              <a:rect l="l" t="t" r="r" b="b"/>
              <a:pathLst>
                <a:path w="4613275" h="0">
                  <a:moveTo>
                    <a:pt x="0" y="0"/>
                  </a:moveTo>
                  <a:lnTo>
                    <a:pt x="4613148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522464" y="4943855"/>
            <a:ext cx="312420" cy="18923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857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225"/>
              </a:spcBef>
            </a:pP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4286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76131" y="5416296"/>
            <a:ext cx="312420" cy="19050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984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235"/>
              </a:spcBef>
            </a:pPr>
            <a:r>
              <a:rPr dirty="0" sz="900" spc="5">
                <a:solidFill>
                  <a:srgbClr val="FFFFFF"/>
                </a:solidFill>
                <a:latin typeface="Segoe UI Light"/>
                <a:cs typeface="Segoe UI Light"/>
              </a:rPr>
              <a:t>2858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866376" y="5996940"/>
            <a:ext cx="239395" cy="189230"/>
          </a:xfrm>
          <a:custGeom>
            <a:avLst/>
            <a:gdLst/>
            <a:ahLst/>
            <a:cxnLst/>
            <a:rect l="l" t="t" r="r" b="b"/>
            <a:pathLst>
              <a:path w="239395" h="189229">
                <a:moveTo>
                  <a:pt x="239268" y="0"/>
                </a:moveTo>
                <a:lnTo>
                  <a:pt x="0" y="0"/>
                </a:lnTo>
                <a:lnTo>
                  <a:pt x="0" y="188976"/>
                </a:lnTo>
                <a:lnTo>
                  <a:pt x="239268" y="188976"/>
                </a:lnTo>
                <a:lnTo>
                  <a:pt x="2392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9902317" y="6013196"/>
            <a:ext cx="1797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10">
                <a:solidFill>
                  <a:srgbClr val="FFFFFF"/>
                </a:solidFill>
                <a:latin typeface="Segoe UI Light"/>
                <a:cs typeface="Segoe UI Light"/>
              </a:rPr>
              <a:t>11</a:t>
            </a:r>
            <a:r>
              <a:rPr dirty="0" sz="900">
                <a:solidFill>
                  <a:srgbClr val="FFFFFF"/>
                </a:solidFill>
                <a:latin typeface="Segoe UI Light"/>
                <a:cs typeface="Segoe UI Light"/>
              </a:rPr>
              <a:t>11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012423" y="6099047"/>
            <a:ext cx="253365" cy="18923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8575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5"/>
              </a:spcBef>
            </a:pPr>
            <a:r>
              <a:rPr dirty="0" sz="900" spc="15">
                <a:solidFill>
                  <a:srgbClr val="FFFFFF"/>
                </a:solidFill>
                <a:latin typeface="Segoe UI Light"/>
                <a:cs typeface="Segoe UI Light"/>
              </a:rPr>
              <a:t>388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59369" y="6406692"/>
            <a:ext cx="539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75757"/>
                </a:solidFill>
                <a:latin typeface="Segoe UI Light"/>
                <a:cs typeface="Segoe UI Light"/>
              </a:rPr>
              <a:t>1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803893" y="6406692"/>
            <a:ext cx="71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75757"/>
                </a:solidFill>
                <a:latin typeface="Segoe UI Light"/>
                <a:cs typeface="Segoe UI Light"/>
              </a:rPr>
              <a:t>2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957181" y="6406692"/>
            <a:ext cx="71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75757"/>
                </a:solidFill>
                <a:latin typeface="Segoe UI Light"/>
                <a:cs typeface="Segoe UI Light"/>
              </a:rPr>
              <a:t>3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109959" y="6406692"/>
            <a:ext cx="736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75757"/>
                </a:solidFill>
                <a:latin typeface="Segoe UI Light"/>
                <a:cs typeface="Segoe UI Light"/>
              </a:rPr>
              <a:t>4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39100" y="4418076"/>
            <a:ext cx="2531745" cy="21526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98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35"/>
              </a:spcBef>
            </a:pPr>
            <a:r>
              <a:rPr dirty="0" sz="1050">
                <a:solidFill>
                  <a:srgbClr val="FFFFFF"/>
                </a:solidFill>
                <a:latin typeface="Segoe UI Light"/>
                <a:cs typeface="Segoe UI Light"/>
              </a:rPr>
              <a:t>RESTAURANTS</a:t>
            </a:r>
            <a:r>
              <a:rPr dirty="0" sz="105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50" spc="5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dirty="0" sz="1050" spc="-3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50">
                <a:solidFill>
                  <a:srgbClr val="FFFFFF"/>
                </a:solidFill>
                <a:latin typeface="Segoe UI Light"/>
                <a:cs typeface="Segoe UI Light"/>
              </a:rPr>
              <a:t>DIFFERENT</a:t>
            </a:r>
            <a:r>
              <a:rPr dirty="0" sz="105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50" spc="5">
                <a:solidFill>
                  <a:srgbClr val="FFFFFF"/>
                </a:solidFill>
                <a:latin typeface="Segoe UI Light"/>
                <a:cs typeface="Segoe UI Light"/>
              </a:rPr>
              <a:t>PRICE</a:t>
            </a:r>
            <a:r>
              <a:rPr dirty="0" sz="1050" spc="-5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50" spc="5">
                <a:solidFill>
                  <a:srgbClr val="FFFFFF"/>
                </a:solidFill>
                <a:latin typeface="Segoe UI Light"/>
                <a:cs typeface="Segoe UI Light"/>
              </a:rPr>
              <a:t>RANGE</a:t>
            </a:r>
            <a:endParaRPr sz="1050">
              <a:latin typeface="Segoe UI Light"/>
              <a:cs typeface="Segoe UI Ligh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804659" y="4303776"/>
            <a:ext cx="5158740" cy="2364105"/>
          </a:xfrm>
          <a:custGeom>
            <a:avLst/>
            <a:gdLst/>
            <a:ahLst/>
            <a:cxnLst/>
            <a:rect l="l" t="t" r="r" b="b"/>
            <a:pathLst>
              <a:path w="5158740" h="2364104">
                <a:moveTo>
                  <a:pt x="0" y="2363724"/>
                </a:moveTo>
                <a:lnTo>
                  <a:pt x="5158740" y="2363724"/>
                </a:lnTo>
                <a:lnTo>
                  <a:pt x="5158740" y="0"/>
                </a:lnTo>
                <a:lnTo>
                  <a:pt x="0" y="0"/>
                </a:lnTo>
                <a:lnTo>
                  <a:pt x="0" y="23637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978908" y="3614928"/>
            <a:ext cx="4053840" cy="0"/>
          </a:xfrm>
          <a:custGeom>
            <a:avLst/>
            <a:gdLst/>
            <a:ahLst/>
            <a:cxnLst/>
            <a:rect l="l" t="t" r="r" b="b"/>
            <a:pathLst>
              <a:path w="4053840" h="0">
                <a:moveTo>
                  <a:pt x="0" y="0"/>
                </a:moveTo>
                <a:lnTo>
                  <a:pt x="405384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203697" y="2948177"/>
            <a:ext cx="3602990" cy="408940"/>
          </a:xfrm>
          <a:custGeom>
            <a:avLst/>
            <a:gdLst/>
            <a:ahLst/>
            <a:cxnLst/>
            <a:rect l="l" t="t" r="r" b="b"/>
            <a:pathLst>
              <a:path w="3602990" h="408939">
                <a:moveTo>
                  <a:pt x="0" y="30480"/>
                </a:moveTo>
                <a:lnTo>
                  <a:pt x="451103" y="30480"/>
                </a:lnTo>
                <a:lnTo>
                  <a:pt x="900684" y="408432"/>
                </a:lnTo>
                <a:lnTo>
                  <a:pt x="1351787" y="219456"/>
                </a:lnTo>
                <a:lnTo>
                  <a:pt x="1801368" y="249936"/>
                </a:lnTo>
                <a:lnTo>
                  <a:pt x="2252472" y="377951"/>
                </a:lnTo>
                <a:lnTo>
                  <a:pt x="2702052" y="280416"/>
                </a:lnTo>
                <a:lnTo>
                  <a:pt x="3153155" y="48768"/>
                </a:lnTo>
                <a:lnTo>
                  <a:pt x="360273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838700" y="2465832"/>
            <a:ext cx="4333240" cy="16992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257175">
              <a:lnSpc>
                <a:spcPct val="100000"/>
              </a:lnSpc>
              <a:tabLst>
                <a:tab pos="716280" algn="l"/>
                <a:tab pos="1157605" algn="l"/>
                <a:tab pos="1607820" algn="l"/>
                <a:tab pos="2057400" algn="l"/>
                <a:tab pos="2508885" algn="l"/>
                <a:tab pos="2959100" algn="l"/>
                <a:tab pos="3410585" algn="l"/>
                <a:tab pos="3860165" algn="l"/>
              </a:tabLst>
            </a:pPr>
            <a:r>
              <a:rPr dirty="0" sz="900" spc="-5">
                <a:latin typeface="Segoe UI Light"/>
                <a:cs typeface="Segoe UI Light"/>
              </a:rPr>
              <a:t>2010	2011	2012	2013	2014	2015	2016	2017	2018</a:t>
            </a:r>
            <a:endParaRPr sz="900">
              <a:latin typeface="Segoe UI Light"/>
              <a:cs typeface="Segoe UI Ligh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78779" y="2506979"/>
            <a:ext cx="2528570" cy="20764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9209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229"/>
              </a:spcBef>
            </a:pP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RESTAURANTS</a:t>
            </a:r>
            <a:r>
              <a:rPr dirty="0" sz="10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OPENED</a:t>
            </a:r>
            <a:r>
              <a:rPr dirty="0" sz="10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dirty="0" sz="1000" spc="-1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DIFFERENT</a:t>
            </a:r>
            <a:r>
              <a:rPr dirty="0" sz="10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 Light"/>
                <a:cs typeface="Segoe UI Light"/>
              </a:rPr>
              <a:t>YEARS</a:t>
            </a:r>
            <a:endParaRPr sz="1000">
              <a:latin typeface="Segoe UI Light"/>
              <a:cs typeface="Segoe UI Ligh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45101" y="4716779"/>
            <a:ext cx="1819910" cy="1819910"/>
            <a:chOff x="845101" y="4716779"/>
            <a:chExt cx="1819910" cy="1819910"/>
          </a:xfrm>
        </p:grpSpPr>
        <p:sp>
          <p:nvSpPr>
            <p:cNvPr id="40" name="object 40"/>
            <p:cNvSpPr/>
            <p:nvPr/>
          </p:nvSpPr>
          <p:spPr>
            <a:xfrm>
              <a:off x="871042" y="4726304"/>
              <a:ext cx="1793875" cy="1810385"/>
            </a:xfrm>
            <a:custGeom>
              <a:avLst/>
              <a:gdLst/>
              <a:ahLst/>
              <a:cxnLst/>
              <a:rect l="l" t="t" r="r" b="b"/>
              <a:pathLst>
                <a:path w="1793875" h="1810384">
                  <a:moveTo>
                    <a:pt x="888669" y="0"/>
                  </a:moveTo>
                  <a:lnTo>
                    <a:pt x="888669" y="905116"/>
                  </a:lnTo>
                  <a:lnTo>
                    <a:pt x="0" y="1076629"/>
                  </a:lnTo>
                  <a:lnTo>
                    <a:pt x="10316" y="1123452"/>
                  </a:lnTo>
                  <a:lnTo>
                    <a:pt x="22955" y="1169245"/>
                  </a:lnTo>
                  <a:lnTo>
                    <a:pt x="37845" y="1213949"/>
                  </a:lnTo>
                  <a:lnTo>
                    <a:pt x="54916" y="1257507"/>
                  </a:lnTo>
                  <a:lnTo>
                    <a:pt x="74099" y="1299862"/>
                  </a:lnTo>
                  <a:lnTo>
                    <a:pt x="95324" y="1340955"/>
                  </a:lnTo>
                  <a:lnTo>
                    <a:pt x="118520" y="1380729"/>
                  </a:lnTo>
                  <a:lnTo>
                    <a:pt x="143618" y="1419126"/>
                  </a:lnTo>
                  <a:lnTo>
                    <a:pt x="170547" y="1456088"/>
                  </a:lnTo>
                  <a:lnTo>
                    <a:pt x="199238" y="1491557"/>
                  </a:lnTo>
                  <a:lnTo>
                    <a:pt x="229621" y="1525477"/>
                  </a:lnTo>
                  <a:lnTo>
                    <a:pt x="261625" y="1557788"/>
                  </a:lnTo>
                  <a:lnTo>
                    <a:pt x="295180" y="1588433"/>
                  </a:lnTo>
                  <a:lnTo>
                    <a:pt x="330217" y="1617354"/>
                  </a:lnTo>
                  <a:lnTo>
                    <a:pt x="366666" y="1644494"/>
                  </a:lnTo>
                  <a:lnTo>
                    <a:pt x="404456" y="1669795"/>
                  </a:lnTo>
                  <a:lnTo>
                    <a:pt x="443518" y="1693199"/>
                  </a:lnTo>
                  <a:lnTo>
                    <a:pt x="483781" y="1714648"/>
                  </a:lnTo>
                  <a:lnTo>
                    <a:pt x="525176" y="1734085"/>
                  </a:lnTo>
                  <a:lnTo>
                    <a:pt x="567632" y="1751451"/>
                  </a:lnTo>
                  <a:lnTo>
                    <a:pt x="611080" y="1766689"/>
                  </a:lnTo>
                  <a:lnTo>
                    <a:pt x="655449" y="1779742"/>
                  </a:lnTo>
                  <a:lnTo>
                    <a:pt x="700670" y="1790550"/>
                  </a:lnTo>
                  <a:lnTo>
                    <a:pt x="746673" y="1799058"/>
                  </a:lnTo>
                  <a:lnTo>
                    <a:pt x="793387" y="1805206"/>
                  </a:lnTo>
                  <a:lnTo>
                    <a:pt x="840742" y="1808937"/>
                  </a:lnTo>
                  <a:lnTo>
                    <a:pt x="888669" y="1810194"/>
                  </a:lnTo>
                  <a:lnTo>
                    <a:pt x="936738" y="1808939"/>
                  </a:lnTo>
                  <a:lnTo>
                    <a:pt x="984154" y="1805217"/>
                  </a:lnTo>
                  <a:lnTo>
                    <a:pt x="1030854" y="1799091"/>
                  </a:lnTo>
                  <a:lnTo>
                    <a:pt x="1076775" y="1790621"/>
                  </a:lnTo>
                  <a:lnTo>
                    <a:pt x="1121855" y="1779872"/>
                  </a:lnTo>
                  <a:lnTo>
                    <a:pt x="1166032" y="1766906"/>
                  </a:lnTo>
                  <a:lnTo>
                    <a:pt x="1209243" y="1751785"/>
                  </a:lnTo>
                  <a:lnTo>
                    <a:pt x="1251425" y="1734572"/>
                  </a:lnTo>
                  <a:lnTo>
                    <a:pt x="1292516" y="1715330"/>
                  </a:lnTo>
                  <a:lnTo>
                    <a:pt x="1332453" y="1694120"/>
                  </a:lnTo>
                  <a:lnTo>
                    <a:pt x="1371173" y="1671006"/>
                  </a:lnTo>
                  <a:lnTo>
                    <a:pt x="1408615" y="1646050"/>
                  </a:lnTo>
                  <a:lnTo>
                    <a:pt x="1444715" y="1619315"/>
                  </a:lnTo>
                  <a:lnTo>
                    <a:pt x="1479411" y="1590863"/>
                  </a:lnTo>
                  <a:lnTo>
                    <a:pt x="1512641" y="1560756"/>
                  </a:lnTo>
                  <a:lnTo>
                    <a:pt x="1544341" y="1529058"/>
                  </a:lnTo>
                  <a:lnTo>
                    <a:pt x="1574449" y="1495831"/>
                  </a:lnTo>
                  <a:lnTo>
                    <a:pt x="1602904" y="1461137"/>
                  </a:lnTo>
                  <a:lnTo>
                    <a:pt x="1629641" y="1425039"/>
                  </a:lnTo>
                  <a:lnTo>
                    <a:pt x="1654599" y="1387599"/>
                  </a:lnTo>
                  <a:lnTo>
                    <a:pt x="1677715" y="1348881"/>
                  </a:lnTo>
                  <a:lnTo>
                    <a:pt x="1698926" y="1308946"/>
                  </a:lnTo>
                  <a:lnTo>
                    <a:pt x="1718170" y="1267858"/>
                  </a:lnTo>
                  <a:lnTo>
                    <a:pt x="1735384" y="1225678"/>
                  </a:lnTo>
                  <a:lnTo>
                    <a:pt x="1750507" y="1182469"/>
                  </a:lnTo>
                  <a:lnTo>
                    <a:pt x="1763474" y="1138294"/>
                  </a:lnTo>
                  <a:lnTo>
                    <a:pt x="1774224" y="1093215"/>
                  </a:lnTo>
                  <a:lnTo>
                    <a:pt x="1782694" y="1047296"/>
                  </a:lnTo>
                  <a:lnTo>
                    <a:pt x="1788821" y="1000598"/>
                  </a:lnTo>
                  <a:lnTo>
                    <a:pt x="1792544" y="953183"/>
                  </a:lnTo>
                  <a:lnTo>
                    <a:pt x="1793798" y="905116"/>
                  </a:lnTo>
                  <a:lnTo>
                    <a:pt x="1792544" y="857048"/>
                  </a:lnTo>
                  <a:lnTo>
                    <a:pt x="1788821" y="809634"/>
                  </a:lnTo>
                  <a:lnTo>
                    <a:pt x="1782694" y="762935"/>
                  </a:lnTo>
                  <a:lnTo>
                    <a:pt x="1774224" y="717014"/>
                  </a:lnTo>
                  <a:lnTo>
                    <a:pt x="1763474" y="671935"/>
                  </a:lnTo>
                  <a:lnTo>
                    <a:pt x="1750507" y="627759"/>
                  </a:lnTo>
                  <a:lnTo>
                    <a:pt x="1735384" y="584549"/>
                  </a:lnTo>
                  <a:lnTo>
                    <a:pt x="1718170" y="542368"/>
                  </a:lnTo>
                  <a:lnTo>
                    <a:pt x="1698926" y="501278"/>
                  </a:lnTo>
                  <a:lnTo>
                    <a:pt x="1677715" y="461341"/>
                  </a:lnTo>
                  <a:lnTo>
                    <a:pt x="1654599" y="422621"/>
                  </a:lnTo>
                  <a:lnTo>
                    <a:pt x="1629641" y="385180"/>
                  </a:lnTo>
                  <a:lnTo>
                    <a:pt x="1602904" y="349080"/>
                  </a:lnTo>
                  <a:lnTo>
                    <a:pt x="1574449" y="314385"/>
                  </a:lnTo>
                  <a:lnTo>
                    <a:pt x="1544341" y="281155"/>
                  </a:lnTo>
                  <a:lnTo>
                    <a:pt x="1512641" y="249455"/>
                  </a:lnTo>
                  <a:lnTo>
                    <a:pt x="1479411" y="219347"/>
                  </a:lnTo>
                  <a:lnTo>
                    <a:pt x="1444715" y="190893"/>
                  </a:lnTo>
                  <a:lnTo>
                    <a:pt x="1408615" y="164156"/>
                  </a:lnTo>
                  <a:lnTo>
                    <a:pt x="1371173" y="139198"/>
                  </a:lnTo>
                  <a:lnTo>
                    <a:pt x="1332453" y="116083"/>
                  </a:lnTo>
                  <a:lnTo>
                    <a:pt x="1292516" y="94872"/>
                  </a:lnTo>
                  <a:lnTo>
                    <a:pt x="1251425" y="75628"/>
                  </a:lnTo>
                  <a:lnTo>
                    <a:pt x="1209243" y="58413"/>
                  </a:lnTo>
                  <a:lnTo>
                    <a:pt x="1166032" y="43291"/>
                  </a:lnTo>
                  <a:lnTo>
                    <a:pt x="1121855" y="30324"/>
                  </a:lnTo>
                  <a:lnTo>
                    <a:pt x="1076775" y="19574"/>
                  </a:lnTo>
                  <a:lnTo>
                    <a:pt x="1030854" y="11104"/>
                  </a:lnTo>
                  <a:lnTo>
                    <a:pt x="984154" y="4977"/>
                  </a:lnTo>
                  <a:lnTo>
                    <a:pt x="936738" y="1254"/>
                  </a:lnTo>
                  <a:lnTo>
                    <a:pt x="888669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54626" y="4726304"/>
              <a:ext cx="905510" cy="1076960"/>
            </a:xfrm>
            <a:custGeom>
              <a:avLst/>
              <a:gdLst/>
              <a:ahLst/>
              <a:cxnLst/>
              <a:rect l="l" t="t" r="r" b="b"/>
              <a:pathLst>
                <a:path w="905510" h="1076960">
                  <a:moveTo>
                    <a:pt x="905085" y="0"/>
                  </a:moveTo>
                  <a:lnTo>
                    <a:pt x="861973" y="1043"/>
                  </a:lnTo>
                  <a:lnTo>
                    <a:pt x="818979" y="4159"/>
                  </a:lnTo>
                  <a:lnTo>
                    <a:pt x="776176" y="9322"/>
                  </a:lnTo>
                  <a:lnTo>
                    <a:pt x="733635" y="16510"/>
                  </a:lnTo>
                  <a:lnTo>
                    <a:pt x="686672" y="26840"/>
                  </a:lnTo>
                  <a:lnTo>
                    <a:pt x="640819" y="39471"/>
                  </a:lnTo>
                  <a:lnTo>
                    <a:pt x="596125" y="54328"/>
                  </a:lnTo>
                  <a:lnTo>
                    <a:pt x="552639" y="71338"/>
                  </a:lnTo>
                  <a:lnTo>
                    <a:pt x="510411" y="90429"/>
                  </a:lnTo>
                  <a:lnTo>
                    <a:pt x="469491" y="111526"/>
                  </a:lnTo>
                  <a:lnTo>
                    <a:pt x="429928" y="134556"/>
                  </a:lnTo>
                  <a:lnTo>
                    <a:pt x="391772" y="159446"/>
                  </a:lnTo>
                  <a:lnTo>
                    <a:pt x="355072" y="186123"/>
                  </a:lnTo>
                  <a:lnTo>
                    <a:pt x="319878" y="214513"/>
                  </a:lnTo>
                  <a:lnTo>
                    <a:pt x="286239" y="244543"/>
                  </a:lnTo>
                  <a:lnTo>
                    <a:pt x="254205" y="276140"/>
                  </a:lnTo>
                  <a:lnTo>
                    <a:pt x="223826" y="309230"/>
                  </a:lnTo>
                  <a:lnTo>
                    <a:pt x="195151" y="343740"/>
                  </a:lnTo>
                  <a:lnTo>
                    <a:pt x="168230" y="379597"/>
                  </a:lnTo>
                  <a:lnTo>
                    <a:pt x="143112" y="416728"/>
                  </a:lnTo>
                  <a:lnTo>
                    <a:pt x="119846" y="455058"/>
                  </a:lnTo>
                  <a:lnTo>
                    <a:pt x="98483" y="494515"/>
                  </a:lnTo>
                  <a:lnTo>
                    <a:pt x="79072" y="535026"/>
                  </a:lnTo>
                  <a:lnTo>
                    <a:pt x="61663" y="576516"/>
                  </a:lnTo>
                  <a:lnTo>
                    <a:pt x="46304" y="618914"/>
                  </a:lnTo>
                  <a:lnTo>
                    <a:pt x="33046" y="662145"/>
                  </a:lnTo>
                  <a:lnTo>
                    <a:pt x="21938" y="706136"/>
                  </a:lnTo>
                  <a:lnTo>
                    <a:pt x="13030" y="750813"/>
                  </a:lnTo>
                  <a:lnTo>
                    <a:pt x="6371" y="796105"/>
                  </a:lnTo>
                  <a:lnTo>
                    <a:pt x="2011" y="841936"/>
                  </a:lnTo>
                  <a:lnTo>
                    <a:pt x="0" y="888234"/>
                  </a:lnTo>
                  <a:lnTo>
                    <a:pt x="386" y="934926"/>
                  </a:lnTo>
                  <a:lnTo>
                    <a:pt x="3220" y="981938"/>
                  </a:lnTo>
                  <a:lnTo>
                    <a:pt x="8550" y="1029197"/>
                  </a:lnTo>
                  <a:lnTo>
                    <a:pt x="16428" y="1076629"/>
                  </a:lnTo>
                  <a:lnTo>
                    <a:pt x="905085" y="905116"/>
                  </a:lnTo>
                  <a:lnTo>
                    <a:pt x="905085" y="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54626" y="4726304"/>
              <a:ext cx="905510" cy="1076960"/>
            </a:xfrm>
            <a:custGeom>
              <a:avLst/>
              <a:gdLst/>
              <a:ahLst/>
              <a:cxnLst/>
              <a:rect l="l" t="t" r="r" b="b"/>
              <a:pathLst>
                <a:path w="905510" h="1076960">
                  <a:moveTo>
                    <a:pt x="16428" y="1076629"/>
                  </a:moveTo>
                  <a:lnTo>
                    <a:pt x="8550" y="1029197"/>
                  </a:lnTo>
                  <a:lnTo>
                    <a:pt x="3220" y="981938"/>
                  </a:lnTo>
                  <a:lnTo>
                    <a:pt x="386" y="934926"/>
                  </a:lnTo>
                  <a:lnTo>
                    <a:pt x="0" y="888234"/>
                  </a:lnTo>
                  <a:lnTo>
                    <a:pt x="2011" y="841936"/>
                  </a:lnTo>
                  <a:lnTo>
                    <a:pt x="6371" y="796105"/>
                  </a:lnTo>
                  <a:lnTo>
                    <a:pt x="13030" y="750813"/>
                  </a:lnTo>
                  <a:lnTo>
                    <a:pt x="21938" y="706136"/>
                  </a:lnTo>
                  <a:lnTo>
                    <a:pt x="33046" y="662145"/>
                  </a:lnTo>
                  <a:lnTo>
                    <a:pt x="46304" y="618914"/>
                  </a:lnTo>
                  <a:lnTo>
                    <a:pt x="61663" y="576516"/>
                  </a:lnTo>
                  <a:lnTo>
                    <a:pt x="79072" y="535026"/>
                  </a:lnTo>
                  <a:lnTo>
                    <a:pt x="98483" y="494515"/>
                  </a:lnTo>
                  <a:lnTo>
                    <a:pt x="119846" y="455058"/>
                  </a:lnTo>
                  <a:lnTo>
                    <a:pt x="143112" y="416728"/>
                  </a:lnTo>
                  <a:lnTo>
                    <a:pt x="168230" y="379597"/>
                  </a:lnTo>
                  <a:lnTo>
                    <a:pt x="195151" y="343740"/>
                  </a:lnTo>
                  <a:lnTo>
                    <a:pt x="223826" y="309230"/>
                  </a:lnTo>
                  <a:lnTo>
                    <a:pt x="254205" y="276140"/>
                  </a:lnTo>
                  <a:lnTo>
                    <a:pt x="286239" y="244543"/>
                  </a:lnTo>
                  <a:lnTo>
                    <a:pt x="319878" y="214513"/>
                  </a:lnTo>
                  <a:lnTo>
                    <a:pt x="355072" y="186123"/>
                  </a:lnTo>
                  <a:lnTo>
                    <a:pt x="391772" y="159446"/>
                  </a:lnTo>
                  <a:lnTo>
                    <a:pt x="429928" y="134556"/>
                  </a:lnTo>
                  <a:lnTo>
                    <a:pt x="469491" y="111526"/>
                  </a:lnTo>
                  <a:lnTo>
                    <a:pt x="510411" y="90429"/>
                  </a:lnTo>
                  <a:lnTo>
                    <a:pt x="552639" y="71338"/>
                  </a:lnTo>
                  <a:lnTo>
                    <a:pt x="596125" y="54328"/>
                  </a:lnTo>
                  <a:lnTo>
                    <a:pt x="640819" y="39471"/>
                  </a:lnTo>
                  <a:lnTo>
                    <a:pt x="686672" y="26840"/>
                  </a:lnTo>
                  <a:lnTo>
                    <a:pt x="733635" y="16510"/>
                  </a:lnTo>
                  <a:lnTo>
                    <a:pt x="776176" y="9322"/>
                  </a:lnTo>
                  <a:lnTo>
                    <a:pt x="818979" y="4159"/>
                  </a:lnTo>
                  <a:lnTo>
                    <a:pt x="861973" y="1043"/>
                  </a:lnTo>
                  <a:lnTo>
                    <a:pt x="905085" y="0"/>
                  </a:lnTo>
                  <a:lnTo>
                    <a:pt x="905085" y="905116"/>
                  </a:lnTo>
                  <a:lnTo>
                    <a:pt x="16428" y="107662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621791" y="4379976"/>
            <a:ext cx="2275840" cy="20764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98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4"/>
              </a:spcBef>
            </a:pPr>
            <a:r>
              <a:rPr dirty="0" sz="1000" spc="-5">
                <a:solidFill>
                  <a:srgbClr val="FFFFFF"/>
                </a:solidFill>
                <a:latin typeface="Segoe UI Light"/>
                <a:cs typeface="Segoe UI Light"/>
              </a:rPr>
              <a:t>Does </a:t>
            </a:r>
            <a:r>
              <a:rPr dirty="0" sz="1000" spc="-10">
                <a:solidFill>
                  <a:srgbClr val="FFFFFF"/>
                </a:solidFill>
                <a:latin typeface="Segoe UI Light"/>
                <a:cs typeface="Segoe UI Light"/>
              </a:rPr>
              <a:t>Restaurant</a:t>
            </a:r>
            <a:r>
              <a:rPr dirty="0" sz="1000" spc="3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 Light"/>
                <a:cs typeface="Segoe UI Light"/>
              </a:rPr>
              <a:t>Provide</a:t>
            </a:r>
            <a:r>
              <a:rPr dirty="0" sz="1000" spc="1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 Light"/>
                <a:cs typeface="Segoe UI Light"/>
              </a:rPr>
              <a:t>Online</a:t>
            </a:r>
            <a:r>
              <a:rPr dirty="0" sz="1000" spc="3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00" spc="-5">
                <a:solidFill>
                  <a:srgbClr val="FFFFFF"/>
                </a:solidFill>
                <a:latin typeface="Segoe UI Light"/>
                <a:cs typeface="Segoe UI Light"/>
              </a:rPr>
              <a:t>Delivery?</a:t>
            </a:r>
            <a:endParaRPr sz="1000">
              <a:latin typeface="Segoe UI Light"/>
              <a:cs typeface="Segoe UI Ligh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60020" y="4303776"/>
            <a:ext cx="3199130" cy="2372995"/>
          </a:xfrm>
          <a:custGeom>
            <a:avLst/>
            <a:gdLst/>
            <a:ahLst/>
            <a:cxnLst/>
            <a:rect l="l" t="t" r="r" b="b"/>
            <a:pathLst>
              <a:path w="3199129" h="2372995">
                <a:moveTo>
                  <a:pt x="0" y="2372868"/>
                </a:moveTo>
                <a:lnTo>
                  <a:pt x="3198876" y="2372868"/>
                </a:lnTo>
                <a:lnTo>
                  <a:pt x="3198876" y="0"/>
                </a:lnTo>
                <a:lnTo>
                  <a:pt x="0" y="0"/>
                </a:lnTo>
                <a:lnTo>
                  <a:pt x="0" y="237286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52628" y="3508247"/>
            <a:ext cx="3987165" cy="353695"/>
          </a:xfrm>
          <a:custGeom>
            <a:avLst/>
            <a:gdLst/>
            <a:ahLst/>
            <a:cxnLst/>
            <a:rect l="l" t="t" r="r" b="b"/>
            <a:pathLst>
              <a:path w="3987165" h="353695">
                <a:moveTo>
                  <a:pt x="766572" y="0"/>
                </a:moveTo>
                <a:lnTo>
                  <a:pt x="0" y="0"/>
                </a:lnTo>
                <a:lnTo>
                  <a:pt x="0" y="353568"/>
                </a:lnTo>
                <a:lnTo>
                  <a:pt x="766572" y="353568"/>
                </a:lnTo>
                <a:lnTo>
                  <a:pt x="766572" y="0"/>
                </a:lnTo>
                <a:close/>
              </a:path>
              <a:path w="3987165" h="353695">
                <a:moveTo>
                  <a:pt x="1839468" y="211836"/>
                </a:moveTo>
                <a:lnTo>
                  <a:pt x="1072896" y="211836"/>
                </a:lnTo>
                <a:lnTo>
                  <a:pt x="1072896" y="353568"/>
                </a:lnTo>
                <a:lnTo>
                  <a:pt x="1839468" y="353568"/>
                </a:lnTo>
                <a:lnTo>
                  <a:pt x="1839468" y="211836"/>
                </a:lnTo>
                <a:close/>
              </a:path>
              <a:path w="3987165" h="353695">
                <a:moveTo>
                  <a:pt x="2913888" y="211836"/>
                </a:moveTo>
                <a:lnTo>
                  <a:pt x="2147316" y="211836"/>
                </a:lnTo>
                <a:lnTo>
                  <a:pt x="2147316" y="353568"/>
                </a:lnTo>
                <a:lnTo>
                  <a:pt x="2913888" y="353568"/>
                </a:lnTo>
                <a:lnTo>
                  <a:pt x="2913888" y="211836"/>
                </a:lnTo>
                <a:close/>
              </a:path>
              <a:path w="3987165" h="353695">
                <a:moveTo>
                  <a:pt x="3986784" y="281940"/>
                </a:moveTo>
                <a:lnTo>
                  <a:pt x="3220212" y="281940"/>
                </a:lnTo>
                <a:lnTo>
                  <a:pt x="3220212" y="353568"/>
                </a:lnTo>
                <a:lnTo>
                  <a:pt x="3986784" y="353568"/>
                </a:lnTo>
                <a:lnTo>
                  <a:pt x="3986784" y="281940"/>
                </a:lnTo>
                <a:close/>
              </a:path>
            </a:pathLst>
          </a:custGeom>
          <a:solidFill>
            <a:srgbClr val="E105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693164" y="2542032"/>
            <a:ext cx="1506220" cy="224154"/>
          </a:xfrm>
          <a:prstGeom prst="rect">
            <a:avLst/>
          </a:prstGeom>
          <a:solidFill>
            <a:srgbClr val="000000"/>
          </a:solidFill>
        </p:spPr>
        <p:txBody>
          <a:bodyPr wrap="square" lIns="0" tIns="3048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40"/>
              </a:spcBef>
            </a:pPr>
            <a:r>
              <a:rPr dirty="0" sz="1100" spc="-5">
                <a:solidFill>
                  <a:srgbClr val="FFFFFF"/>
                </a:solidFill>
                <a:latin typeface="Segoe UI Light"/>
                <a:cs typeface="Segoe UI Light"/>
              </a:rPr>
              <a:t>CITIWISE</a:t>
            </a:r>
            <a:r>
              <a:rPr dirty="0" sz="1100" spc="-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100" spc="-5">
                <a:solidFill>
                  <a:srgbClr val="FFFFFF"/>
                </a:solidFill>
                <a:latin typeface="Segoe UI Light"/>
                <a:cs typeface="Segoe UI Light"/>
              </a:rPr>
              <a:t>RESTAURANTS</a:t>
            </a:r>
            <a:endParaRPr sz="1100">
              <a:latin typeface="Segoe UI Light"/>
              <a:cs typeface="Segoe UI Ligh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60020" y="2465832"/>
            <a:ext cx="4572000" cy="1699260"/>
          </a:xfrm>
          <a:custGeom>
            <a:avLst/>
            <a:gdLst/>
            <a:ahLst/>
            <a:cxnLst/>
            <a:rect l="l" t="t" r="r" b="b"/>
            <a:pathLst>
              <a:path w="4572000" h="1699260">
                <a:moveTo>
                  <a:pt x="0" y="1699260"/>
                </a:moveTo>
                <a:lnTo>
                  <a:pt x="4572000" y="1699260"/>
                </a:lnTo>
                <a:lnTo>
                  <a:pt x="4572000" y="0"/>
                </a:lnTo>
                <a:lnTo>
                  <a:pt x="0" y="0"/>
                </a:lnTo>
                <a:lnTo>
                  <a:pt x="0" y="169926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8" name="object 48"/>
          <p:cNvGrpSpPr/>
          <p:nvPr/>
        </p:nvGrpSpPr>
        <p:grpSpPr>
          <a:xfrm>
            <a:off x="4209541" y="4725289"/>
            <a:ext cx="1802130" cy="1811655"/>
            <a:chOff x="4209541" y="4725289"/>
            <a:chExt cx="1802130" cy="1811655"/>
          </a:xfrm>
        </p:grpSpPr>
        <p:sp>
          <p:nvSpPr>
            <p:cNvPr id="49" name="object 49"/>
            <p:cNvSpPr/>
            <p:nvPr/>
          </p:nvSpPr>
          <p:spPr>
            <a:xfrm>
              <a:off x="4209541" y="4734814"/>
              <a:ext cx="1802130" cy="1802130"/>
            </a:xfrm>
            <a:custGeom>
              <a:avLst/>
              <a:gdLst/>
              <a:ahLst/>
              <a:cxnLst/>
              <a:rect l="l" t="t" r="r" b="b"/>
              <a:pathLst>
                <a:path w="1802129" h="1802129">
                  <a:moveTo>
                    <a:pt x="900811" y="0"/>
                  </a:moveTo>
                  <a:lnTo>
                    <a:pt x="900811" y="900836"/>
                  </a:lnTo>
                  <a:lnTo>
                    <a:pt x="249809" y="278130"/>
                  </a:lnTo>
                  <a:lnTo>
                    <a:pt x="216530" y="314885"/>
                  </a:lnTo>
                  <a:lnTo>
                    <a:pt x="185465" y="353237"/>
                  </a:lnTo>
                  <a:lnTo>
                    <a:pt x="156654" y="393084"/>
                  </a:lnTo>
                  <a:lnTo>
                    <a:pt x="130137" y="434323"/>
                  </a:lnTo>
                  <a:lnTo>
                    <a:pt x="105955" y="476853"/>
                  </a:lnTo>
                  <a:lnTo>
                    <a:pt x="84147" y="520571"/>
                  </a:lnTo>
                  <a:lnTo>
                    <a:pt x="64754" y="565375"/>
                  </a:lnTo>
                  <a:lnTo>
                    <a:pt x="47816" y="611163"/>
                  </a:lnTo>
                  <a:lnTo>
                    <a:pt x="33373" y="657833"/>
                  </a:lnTo>
                  <a:lnTo>
                    <a:pt x="21466" y="705283"/>
                  </a:lnTo>
                  <a:lnTo>
                    <a:pt x="12135" y="753410"/>
                  </a:lnTo>
                  <a:lnTo>
                    <a:pt x="5420" y="802113"/>
                  </a:lnTo>
                  <a:lnTo>
                    <a:pt x="1361" y="851289"/>
                  </a:lnTo>
                  <a:lnTo>
                    <a:pt x="0" y="900836"/>
                  </a:lnTo>
                  <a:lnTo>
                    <a:pt x="1248" y="948679"/>
                  </a:lnTo>
                  <a:lnTo>
                    <a:pt x="4953" y="995871"/>
                  </a:lnTo>
                  <a:lnTo>
                    <a:pt x="11052" y="1042351"/>
                  </a:lnTo>
                  <a:lnTo>
                    <a:pt x="19482" y="1088056"/>
                  </a:lnTo>
                  <a:lnTo>
                    <a:pt x="30181" y="1132924"/>
                  </a:lnTo>
                  <a:lnTo>
                    <a:pt x="43087" y="1176893"/>
                  </a:lnTo>
                  <a:lnTo>
                    <a:pt x="58138" y="1219899"/>
                  </a:lnTo>
                  <a:lnTo>
                    <a:pt x="75271" y="1261882"/>
                  </a:lnTo>
                  <a:lnTo>
                    <a:pt x="94424" y="1302779"/>
                  </a:lnTo>
                  <a:lnTo>
                    <a:pt x="115535" y="1342527"/>
                  </a:lnTo>
                  <a:lnTo>
                    <a:pt x="138542" y="1381065"/>
                  </a:lnTo>
                  <a:lnTo>
                    <a:pt x="163382" y="1418329"/>
                  </a:lnTo>
                  <a:lnTo>
                    <a:pt x="189992" y="1454258"/>
                  </a:lnTo>
                  <a:lnTo>
                    <a:pt x="218311" y="1488790"/>
                  </a:lnTo>
                  <a:lnTo>
                    <a:pt x="248277" y="1521862"/>
                  </a:lnTo>
                  <a:lnTo>
                    <a:pt x="279827" y="1553412"/>
                  </a:lnTo>
                  <a:lnTo>
                    <a:pt x="312898" y="1583378"/>
                  </a:lnTo>
                  <a:lnTo>
                    <a:pt x="347429" y="1611697"/>
                  </a:lnTo>
                  <a:lnTo>
                    <a:pt x="383358" y="1638308"/>
                  </a:lnTo>
                  <a:lnTo>
                    <a:pt x="420621" y="1663147"/>
                  </a:lnTo>
                  <a:lnTo>
                    <a:pt x="459157" y="1686153"/>
                  </a:lnTo>
                  <a:lnTo>
                    <a:pt x="498903" y="1707264"/>
                  </a:lnTo>
                  <a:lnTo>
                    <a:pt x="539798" y="1726416"/>
                  </a:lnTo>
                  <a:lnTo>
                    <a:pt x="581778" y="1743549"/>
                  </a:lnTo>
                  <a:lnTo>
                    <a:pt x="624782" y="1758599"/>
                  </a:lnTo>
                  <a:lnTo>
                    <a:pt x="668747" y="1771505"/>
                  </a:lnTo>
                  <a:lnTo>
                    <a:pt x="713611" y="1782204"/>
                  </a:lnTo>
                  <a:lnTo>
                    <a:pt x="759311" y="1790633"/>
                  </a:lnTo>
                  <a:lnTo>
                    <a:pt x="805786" y="1796732"/>
                  </a:lnTo>
                  <a:lnTo>
                    <a:pt x="852973" y="1800436"/>
                  </a:lnTo>
                  <a:lnTo>
                    <a:pt x="900811" y="1801685"/>
                  </a:lnTo>
                  <a:lnTo>
                    <a:pt x="948659" y="1800436"/>
                  </a:lnTo>
                  <a:lnTo>
                    <a:pt x="995856" y="1796732"/>
                  </a:lnTo>
                  <a:lnTo>
                    <a:pt x="1042340" y="1790633"/>
                  </a:lnTo>
                  <a:lnTo>
                    <a:pt x="1088048" y="1782204"/>
                  </a:lnTo>
                  <a:lnTo>
                    <a:pt x="1132918" y="1771505"/>
                  </a:lnTo>
                  <a:lnTo>
                    <a:pt x="1176887" y="1758599"/>
                  </a:lnTo>
                  <a:lnTo>
                    <a:pt x="1219895" y="1743549"/>
                  </a:lnTo>
                  <a:lnTo>
                    <a:pt x="1261878" y="1726416"/>
                  </a:lnTo>
                  <a:lnTo>
                    <a:pt x="1302774" y="1707264"/>
                  </a:lnTo>
                  <a:lnTo>
                    <a:pt x="1342521" y="1686153"/>
                  </a:lnTo>
                  <a:lnTo>
                    <a:pt x="1381056" y="1663147"/>
                  </a:lnTo>
                  <a:lnTo>
                    <a:pt x="1418319" y="1638308"/>
                  </a:lnTo>
                  <a:lnTo>
                    <a:pt x="1454245" y="1611697"/>
                  </a:lnTo>
                  <a:lnTo>
                    <a:pt x="1488774" y="1583378"/>
                  </a:lnTo>
                  <a:lnTo>
                    <a:pt x="1521843" y="1553412"/>
                  </a:lnTo>
                  <a:lnTo>
                    <a:pt x="1553390" y="1521862"/>
                  </a:lnTo>
                  <a:lnTo>
                    <a:pt x="1583352" y="1488790"/>
                  </a:lnTo>
                  <a:lnTo>
                    <a:pt x="1611668" y="1454258"/>
                  </a:lnTo>
                  <a:lnTo>
                    <a:pt x="1638274" y="1418329"/>
                  </a:lnTo>
                  <a:lnTo>
                    <a:pt x="1663110" y="1381065"/>
                  </a:lnTo>
                  <a:lnTo>
                    <a:pt x="1686113" y="1342527"/>
                  </a:lnTo>
                  <a:lnTo>
                    <a:pt x="1707219" y="1302779"/>
                  </a:lnTo>
                  <a:lnTo>
                    <a:pt x="1726369" y="1261882"/>
                  </a:lnTo>
                  <a:lnTo>
                    <a:pt x="1743498" y="1219899"/>
                  </a:lnTo>
                  <a:lnTo>
                    <a:pt x="1758545" y="1176893"/>
                  </a:lnTo>
                  <a:lnTo>
                    <a:pt x="1771448" y="1132924"/>
                  </a:lnTo>
                  <a:lnTo>
                    <a:pt x="1782145" y="1088056"/>
                  </a:lnTo>
                  <a:lnTo>
                    <a:pt x="1790573" y="1042351"/>
                  </a:lnTo>
                  <a:lnTo>
                    <a:pt x="1796669" y="995871"/>
                  </a:lnTo>
                  <a:lnTo>
                    <a:pt x="1800373" y="948679"/>
                  </a:lnTo>
                  <a:lnTo>
                    <a:pt x="1801622" y="900836"/>
                  </a:lnTo>
                  <a:lnTo>
                    <a:pt x="1800373" y="852996"/>
                  </a:lnTo>
                  <a:lnTo>
                    <a:pt x="1796669" y="805807"/>
                  </a:lnTo>
                  <a:lnTo>
                    <a:pt x="1790573" y="759330"/>
                  </a:lnTo>
                  <a:lnTo>
                    <a:pt x="1782145" y="713627"/>
                  </a:lnTo>
                  <a:lnTo>
                    <a:pt x="1771448" y="668762"/>
                  </a:lnTo>
                  <a:lnTo>
                    <a:pt x="1758545" y="624795"/>
                  </a:lnTo>
                  <a:lnTo>
                    <a:pt x="1743498" y="581790"/>
                  </a:lnTo>
                  <a:lnTo>
                    <a:pt x="1726369" y="539808"/>
                  </a:lnTo>
                  <a:lnTo>
                    <a:pt x="1707219" y="498912"/>
                  </a:lnTo>
                  <a:lnTo>
                    <a:pt x="1686113" y="459165"/>
                  </a:lnTo>
                  <a:lnTo>
                    <a:pt x="1663110" y="420628"/>
                  </a:lnTo>
                  <a:lnTo>
                    <a:pt x="1638274" y="383364"/>
                  </a:lnTo>
                  <a:lnTo>
                    <a:pt x="1611668" y="347434"/>
                  </a:lnTo>
                  <a:lnTo>
                    <a:pt x="1583352" y="312903"/>
                  </a:lnTo>
                  <a:lnTo>
                    <a:pt x="1553390" y="279830"/>
                  </a:lnTo>
                  <a:lnTo>
                    <a:pt x="1521843" y="248280"/>
                  </a:lnTo>
                  <a:lnTo>
                    <a:pt x="1488774" y="218314"/>
                  </a:lnTo>
                  <a:lnTo>
                    <a:pt x="1454245" y="189994"/>
                  </a:lnTo>
                  <a:lnTo>
                    <a:pt x="1418319" y="163383"/>
                  </a:lnTo>
                  <a:lnTo>
                    <a:pt x="1381056" y="138543"/>
                  </a:lnTo>
                  <a:lnTo>
                    <a:pt x="1342521" y="115536"/>
                  </a:lnTo>
                  <a:lnTo>
                    <a:pt x="1302774" y="94425"/>
                  </a:lnTo>
                  <a:lnTo>
                    <a:pt x="1261878" y="75272"/>
                  </a:lnTo>
                  <a:lnTo>
                    <a:pt x="1219895" y="58138"/>
                  </a:lnTo>
                  <a:lnTo>
                    <a:pt x="1176887" y="43087"/>
                  </a:lnTo>
                  <a:lnTo>
                    <a:pt x="1132918" y="30181"/>
                  </a:lnTo>
                  <a:lnTo>
                    <a:pt x="1088048" y="19482"/>
                  </a:lnTo>
                  <a:lnTo>
                    <a:pt x="1042340" y="11052"/>
                  </a:lnTo>
                  <a:lnTo>
                    <a:pt x="995856" y="4953"/>
                  </a:lnTo>
                  <a:lnTo>
                    <a:pt x="948659" y="1248"/>
                  </a:lnTo>
                  <a:lnTo>
                    <a:pt x="900811" y="0"/>
                  </a:lnTo>
                  <a:close/>
                </a:path>
              </a:pathLst>
            </a:custGeom>
            <a:solidFill>
              <a:srgbClr val="E105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459350" y="4734814"/>
              <a:ext cx="651510" cy="901065"/>
            </a:xfrm>
            <a:custGeom>
              <a:avLst/>
              <a:gdLst/>
              <a:ahLst/>
              <a:cxnLst/>
              <a:rect l="l" t="t" r="r" b="b"/>
              <a:pathLst>
                <a:path w="651510" h="901064">
                  <a:moveTo>
                    <a:pt x="651001" y="0"/>
                  </a:moveTo>
                  <a:lnTo>
                    <a:pt x="601986" y="1332"/>
                  </a:lnTo>
                  <a:lnTo>
                    <a:pt x="553351" y="5302"/>
                  </a:lnTo>
                  <a:lnTo>
                    <a:pt x="505195" y="11868"/>
                  </a:lnTo>
                  <a:lnTo>
                    <a:pt x="457615" y="20990"/>
                  </a:lnTo>
                  <a:lnTo>
                    <a:pt x="410708" y="32624"/>
                  </a:lnTo>
                  <a:lnTo>
                    <a:pt x="364571" y="46731"/>
                  </a:lnTo>
                  <a:lnTo>
                    <a:pt x="319300" y="63269"/>
                  </a:lnTo>
                  <a:lnTo>
                    <a:pt x="274994" y="82197"/>
                  </a:lnTo>
                  <a:lnTo>
                    <a:pt x="231749" y="103473"/>
                  </a:lnTo>
                  <a:lnTo>
                    <a:pt x="189662" y="127056"/>
                  </a:lnTo>
                  <a:lnTo>
                    <a:pt x="148831" y="152905"/>
                  </a:lnTo>
                  <a:lnTo>
                    <a:pt x="109352" y="180978"/>
                  </a:lnTo>
                  <a:lnTo>
                    <a:pt x="71322" y="211234"/>
                  </a:lnTo>
                  <a:lnTo>
                    <a:pt x="34839" y="243631"/>
                  </a:lnTo>
                  <a:lnTo>
                    <a:pt x="0" y="278130"/>
                  </a:lnTo>
                  <a:lnTo>
                    <a:pt x="651001" y="900836"/>
                  </a:lnTo>
                  <a:lnTo>
                    <a:pt x="651001" y="0"/>
                  </a:lnTo>
                  <a:close/>
                </a:path>
              </a:pathLst>
            </a:custGeom>
            <a:solidFill>
              <a:srgbClr val="A9C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459350" y="4734814"/>
              <a:ext cx="651510" cy="901065"/>
            </a:xfrm>
            <a:custGeom>
              <a:avLst/>
              <a:gdLst/>
              <a:ahLst/>
              <a:cxnLst/>
              <a:rect l="l" t="t" r="r" b="b"/>
              <a:pathLst>
                <a:path w="651510" h="901064">
                  <a:moveTo>
                    <a:pt x="0" y="278130"/>
                  </a:moveTo>
                  <a:lnTo>
                    <a:pt x="34839" y="243631"/>
                  </a:lnTo>
                  <a:lnTo>
                    <a:pt x="71322" y="211234"/>
                  </a:lnTo>
                  <a:lnTo>
                    <a:pt x="109352" y="180978"/>
                  </a:lnTo>
                  <a:lnTo>
                    <a:pt x="148831" y="152905"/>
                  </a:lnTo>
                  <a:lnTo>
                    <a:pt x="189662" y="127056"/>
                  </a:lnTo>
                  <a:lnTo>
                    <a:pt x="231749" y="103473"/>
                  </a:lnTo>
                  <a:lnTo>
                    <a:pt x="274994" y="82197"/>
                  </a:lnTo>
                  <a:lnTo>
                    <a:pt x="319300" y="63269"/>
                  </a:lnTo>
                  <a:lnTo>
                    <a:pt x="364571" y="46731"/>
                  </a:lnTo>
                  <a:lnTo>
                    <a:pt x="410708" y="32624"/>
                  </a:lnTo>
                  <a:lnTo>
                    <a:pt x="457615" y="20990"/>
                  </a:lnTo>
                  <a:lnTo>
                    <a:pt x="505195" y="11868"/>
                  </a:lnTo>
                  <a:lnTo>
                    <a:pt x="553351" y="5302"/>
                  </a:lnTo>
                  <a:lnTo>
                    <a:pt x="601986" y="1332"/>
                  </a:lnTo>
                  <a:lnTo>
                    <a:pt x="651001" y="0"/>
                  </a:lnTo>
                  <a:lnTo>
                    <a:pt x="651001" y="900836"/>
                  </a:lnTo>
                  <a:lnTo>
                    <a:pt x="0" y="27813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4050791" y="4379976"/>
            <a:ext cx="2120265" cy="21526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9209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229"/>
              </a:spcBef>
            </a:pPr>
            <a:r>
              <a:rPr dirty="0" sz="1050" spc="-5">
                <a:solidFill>
                  <a:srgbClr val="FFFFFF"/>
                </a:solidFill>
                <a:latin typeface="Segoe UI Light"/>
                <a:cs typeface="Segoe UI Light"/>
              </a:rPr>
              <a:t>Does</a:t>
            </a:r>
            <a:r>
              <a:rPr dirty="0" sz="1050" spc="-1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Segoe UI Light"/>
                <a:cs typeface="Segoe UI Light"/>
              </a:rPr>
              <a:t>Restaurant</a:t>
            </a:r>
            <a:r>
              <a:rPr dirty="0" sz="1050" spc="-1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Segoe UI Light"/>
                <a:cs typeface="Segoe UI Light"/>
              </a:rPr>
              <a:t>Has</a:t>
            </a:r>
            <a:r>
              <a:rPr dirty="0" sz="1050" spc="-2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Segoe UI Light"/>
                <a:cs typeface="Segoe UI Light"/>
              </a:rPr>
              <a:t>Table</a:t>
            </a:r>
            <a:r>
              <a:rPr dirty="0" sz="1050" spc="-1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050">
                <a:solidFill>
                  <a:srgbClr val="FFFFFF"/>
                </a:solidFill>
                <a:latin typeface="Segoe UI Light"/>
                <a:cs typeface="Segoe UI Light"/>
              </a:rPr>
              <a:t>Booking?</a:t>
            </a:r>
            <a:endParaRPr sz="1050">
              <a:latin typeface="Segoe UI Light"/>
              <a:cs typeface="Segoe UI Light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581400" y="4303776"/>
            <a:ext cx="3058795" cy="2372995"/>
          </a:xfrm>
          <a:custGeom>
            <a:avLst/>
            <a:gdLst/>
            <a:ahLst/>
            <a:cxnLst/>
            <a:rect l="l" t="t" r="r" b="b"/>
            <a:pathLst>
              <a:path w="3058795" h="2372995">
                <a:moveTo>
                  <a:pt x="0" y="2372868"/>
                </a:moveTo>
                <a:lnTo>
                  <a:pt x="3058668" y="2372868"/>
                </a:lnTo>
                <a:lnTo>
                  <a:pt x="3058668" y="0"/>
                </a:lnTo>
                <a:lnTo>
                  <a:pt x="0" y="0"/>
                </a:lnTo>
                <a:lnTo>
                  <a:pt x="0" y="237286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667382" y="1218438"/>
            <a:ext cx="6624320" cy="696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395" b="1">
                <a:latin typeface="Tahoma"/>
                <a:cs typeface="Tahoma"/>
              </a:rPr>
              <a:t>Indian</a:t>
            </a:r>
            <a:r>
              <a:rPr dirty="0" sz="4400" spc="-215" b="1">
                <a:latin typeface="Tahoma"/>
                <a:cs typeface="Tahoma"/>
              </a:rPr>
              <a:t> </a:t>
            </a:r>
            <a:r>
              <a:rPr dirty="0" sz="4400" spc="-310" b="1">
                <a:latin typeface="Tahoma"/>
                <a:cs typeface="Tahoma"/>
              </a:rPr>
              <a:t>Restaurant</a:t>
            </a:r>
            <a:r>
              <a:rPr dirty="0" sz="4400" spc="-220" b="1">
                <a:latin typeface="Tahoma"/>
                <a:cs typeface="Tahoma"/>
              </a:rPr>
              <a:t> </a:t>
            </a:r>
            <a:r>
              <a:rPr dirty="0" sz="4400" spc="-240" b="1">
                <a:latin typeface="Tahoma"/>
                <a:cs typeface="Tahoma"/>
              </a:rPr>
              <a:t>An</a:t>
            </a:r>
            <a:r>
              <a:rPr dirty="0" sz="4400" spc="-229" b="1">
                <a:latin typeface="Tahoma"/>
                <a:cs typeface="Tahoma"/>
              </a:rPr>
              <a:t>a</a:t>
            </a:r>
            <a:r>
              <a:rPr dirty="0" sz="4400" spc="-265" b="1">
                <a:latin typeface="Tahoma"/>
                <a:cs typeface="Tahoma"/>
              </a:rPr>
              <a:t>lysis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679955" y="1881504"/>
            <a:ext cx="6594475" cy="27940"/>
          </a:xfrm>
          <a:custGeom>
            <a:avLst/>
            <a:gdLst/>
            <a:ahLst/>
            <a:cxnLst/>
            <a:rect l="l" t="t" r="r" b="b"/>
            <a:pathLst>
              <a:path w="6594475" h="27939">
                <a:moveTo>
                  <a:pt x="6594348" y="0"/>
                </a:moveTo>
                <a:lnTo>
                  <a:pt x="0" y="0"/>
                </a:lnTo>
                <a:lnTo>
                  <a:pt x="0" y="27432"/>
                </a:lnTo>
                <a:lnTo>
                  <a:pt x="6594348" y="27432"/>
                </a:lnTo>
                <a:lnTo>
                  <a:pt x="65943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7934" y="2793314"/>
            <a:ext cx="4599305" cy="1123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-335">
                <a:solidFill>
                  <a:srgbClr val="FFFFFF"/>
                </a:solidFill>
              </a:rPr>
              <a:t>Thank</a:t>
            </a:r>
            <a:r>
              <a:rPr dirty="0" sz="7200" spc="-180">
                <a:solidFill>
                  <a:srgbClr val="FFFFFF"/>
                </a:solidFill>
              </a:rPr>
              <a:t> </a:t>
            </a:r>
            <a:r>
              <a:rPr dirty="0" sz="7200" spc="-170">
                <a:solidFill>
                  <a:srgbClr val="FFFFFF"/>
                </a:solidFill>
              </a:rPr>
              <a:t>You</a:t>
            </a: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SUPARTH JAIN</dc:creator>
  <dc:title>ZOMATO RESTAURANT ANALYSIS</dc:title>
  <dcterms:created xsi:type="dcterms:W3CDTF">2024-01-26T19:10:03Z</dcterms:created>
  <dcterms:modified xsi:type="dcterms:W3CDTF">2024-01-26T19:10:03Z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2024-01-27T00:00:00Z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2024-01-26T00:00:00Z</vt:filetime>
  </property>
</Properties>
</file>